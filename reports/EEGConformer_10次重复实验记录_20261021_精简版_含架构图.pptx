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974317de594330" /><Relationship Type="http://schemas.openxmlformats.org/officeDocument/2006/relationships/extended-properties" Target="/docProps/app.xml" Id="R3595fb08f64b4c91" /><Relationship Type="http://schemas.openxmlformats.org/officeDocument/2006/relationships/officeDocument" Target="/ppt/presentation.xml" Id="R4e1f6495cf844b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4d69acc78a46cd"/>
  </p:sldMasterIdLst>
  <p:notesMasterIdLst>
    <p:notesMasterId xmlns:r="http://schemas.openxmlformats.org/officeDocument/2006/relationships" r:id="R41803da5646d4f60"/>
  </p:notesMasterIdLst>
  <p:sldIdLst>
    <p:sldId xmlns:r="http://schemas.openxmlformats.org/officeDocument/2006/relationships" id="256" r:id="Rfbd1c3791b5844cf"/>
    <p:sldId xmlns:r="http://schemas.openxmlformats.org/officeDocument/2006/relationships" id="257" r:id="R10b9211e9b144f6d"/>
    <p:sldId xmlns:r="http://schemas.openxmlformats.org/officeDocument/2006/relationships" id="258" r:id="R52d26e17295a4998"/>
    <p:sldId xmlns:r="http://schemas.openxmlformats.org/officeDocument/2006/relationships" id="259" r:id="R019dc00648664ef8"/>
    <p:sldId xmlns:r="http://schemas.openxmlformats.org/officeDocument/2006/relationships" id="260" r:id="R7eee13cc10e448d7"/>
    <p:sldId xmlns:r="http://schemas.openxmlformats.org/officeDocument/2006/relationships" id="261" r:id="Rd9b9cf07e81c4d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01fa3283e34fc5" /><Relationship Type="http://schemas.openxmlformats.org/officeDocument/2006/relationships/slideMaster" Target="/ppt/slideMasters/slideMaster1.xml" Id="Rc14d69acc78a46cd" /><Relationship Type="http://schemas.openxmlformats.org/officeDocument/2006/relationships/notesMaster" Target="/ppt/notesMasters/notesMaster1.xml" Id="R41803da5646d4f60" /><Relationship Type="http://schemas.openxmlformats.org/officeDocument/2006/relationships/presProps" Target="/ppt/presProps.xml" Id="R52b81cf09a904f69" /><Relationship Type="http://schemas.openxmlformats.org/officeDocument/2006/relationships/tableStyles" Target="/ppt/tableStyles.xml" Id="R0bff4c75448e4f54" /><Relationship Type="http://schemas.openxmlformats.org/officeDocument/2006/relationships/slide" Target="/ppt/slides/slide1.xml" Id="Rfbd1c3791b5844cf" /><Relationship Type="http://schemas.openxmlformats.org/officeDocument/2006/relationships/slide" Target="/ppt/slides/slide2.xml" Id="R10b9211e9b144f6d" /><Relationship Type="http://schemas.openxmlformats.org/officeDocument/2006/relationships/slide" Target="/ppt/slides/slide3.xml" Id="R52d26e17295a4998" /><Relationship Type="http://schemas.openxmlformats.org/officeDocument/2006/relationships/slide" Target="/ppt/slides/slide4.xml" Id="R019dc00648664ef8" /><Relationship Type="http://schemas.openxmlformats.org/officeDocument/2006/relationships/slide" Target="/ppt/slides/slide5.xml" Id="R7eee13cc10e448d7" /><Relationship Type="http://schemas.openxmlformats.org/officeDocument/2006/relationships/slide" Target="/ppt/slides/slide6.xml" Id="Rd9b9cf07e81c4d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46a74c97d84b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4f776c865e4bba" /><Relationship Type="http://schemas.openxmlformats.org/officeDocument/2006/relationships/notesMaster" Target="/ppt/notesMasters/notesMaster1.xml" Id="R62370e3e0bfb4f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7719583bc54819" /><Relationship Type="http://schemas.openxmlformats.org/officeDocument/2006/relationships/notesMaster" Target="/ppt/notesMasters/notesMaster1.xml" Id="R58a6148cea524e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02039bd5234206" /><Relationship Type="http://schemas.openxmlformats.org/officeDocument/2006/relationships/notesMaster" Target="/ppt/notesMasters/notesMaster1.xml" Id="Ra03623c854d64f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3690b48a3048e0" /><Relationship Type="http://schemas.openxmlformats.org/officeDocument/2006/relationships/notesMaster" Target="/ppt/notesMasters/notesMaster1.xml" Id="R633435e9ee6d47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027d25a6e743b4" /><Relationship Type="http://schemas.openxmlformats.org/officeDocument/2006/relationships/notesMaster" Target="/ppt/notesMasters/notesMaster1.xml" Id="Rdb43c21362f349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4266e9b7854eeb" /><Relationship Type="http://schemas.openxmlformats.org/officeDocument/2006/relationships/notesMaster" Target="/ppt/notesMasters/notesMaster1.xml" Id="Rc2a64be7fbae47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实验日期：2026-10-21。精简整理日期：2026-10-22。</a:t>
            </a:r>
          </a:p>
          <a:p xmlns:a="http://schemas.openxmlformats.org/drawingml/2006/main">
            <a:r>
              <a:t>来源：E:/VSCode/Finger-BCI-Decoding-main/experiment_results/conformer_depth1_win3_ME2_repeats10_20261020/PROTOCOL.md</a:t>
            </a:r>
          </a:p>
          <a:p xmlns:a="http://schemas.openxmlformats.org/drawingml/2006/main">
            <a:r>
              <a:t>所有结果均为验证集指标，没有独立测试集。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实验日期：2026-10-21。精简整理日期：2026-10-22。</a:t>
            </a:r>
          </a:p>
          <a:p xmlns:a="http://schemas.openxmlformats.org/drawingml/2006/main">
            <a:r>
              <a:t>来源：E:/VSCode/Finger-BCI-Decoding-main/experiment_results/conformer_depth1_win3_ME2_repeats10_20261020/source/FilterBankModels_tf.py</a:t>
            </a:r>
          </a:p>
          <a:p xmlns:a="http://schemas.openxmlformats.org/drawingml/2006/main">
            <a:r>
              <a:t>所有结果均为验证集指标，没有独立测试集。</a:t>
            </a:r>
          </a:p>
          <a:p xmlns:a="http://schemas.openxmlformats.org/drawingml/2006/main">
            <a:r>
              <a:t>图源：E:/VSCode/Finger-BCI-Decoding-main/reports/EEGConformer_三组消融模型架构.drawio。</a:t>
            </a:r>
          </a:p>
          <a:p xmlns:a="http://schemas.openxmlformats.org/drawingml/2006/main">
            <a:r>
              <a:t>实际普通模型实现为 source/EEGModels_tf.py 中的 EEGConformer，不能混用另一个 EEGConformer_tf.py。池化为 1×75，步长15，投影后为14×40。注意力与FFN中也含标准残差连接，图中绿色分支特指新增宽带残差。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实验日期：2026-10-21。精简整理日期：2026-10-22。</a:t>
            </a:r>
          </a:p>
          <a:p xmlns:a="http://schemas.openxmlformats.org/drawingml/2006/main">
            <a:r>
              <a:t>来源：E:/VSCode/Finger-BCI-Decoding-main/experiment_results/conformer_depth1_win3_ME2_repeats10_20261020/run_metrics.json</a:t>
            </a:r>
          </a:p>
          <a:p xmlns:a="http://schemas.openxmlformats.org/drawingml/2006/main">
            <a:r>
              <a:t>所有结果均为验证集指标，没有独立测试集。</a:t>
            </a:r>
          </a:p>
          <a:p xmlns:a="http://schemas.openxmlformats.org/drawingml/2006/main">
            <a:r>
              <a:t>箱形图由可编辑形状绘制，四分位数采用线性插值，须为 1.5 IQR 内的最小/最大值。散点保留全部 10 次结果。数字为均值 ± 样本标准差。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实验日期：2026-10-21。精简整理日期：2026-10-22。</a:t>
            </a:r>
          </a:p>
          <a:p xmlns:a="http://schemas.openxmlformats.org/drawingml/2006/main">
            <a:r>
              <a:t>来源：E:/VSCode/Finger-BCI-Decoding-main/experiment_results/conformer_depth1_win3_ME2_repeats10_20261020/run_metrics.json</a:t>
            </a:r>
          </a:p>
          <a:p xmlns:a="http://schemas.openxmlformats.org/drawingml/2006/main">
            <a:r>
              <a:t>所有结果均为验证集指标，没有独立测试集。</a:t>
            </a:r>
          </a:p>
          <a:p xmlns:a="http://schemas.openxmlformats.org/drawingml/2006/main">
            <a:r>
              <a:t>箱形图由可编辑形状绘制，四分位数采用线性插值，须为 1.5 IQR 内的最小/最大值。散点保留全部 10 次结果。数字为均值 ± 样本标准差。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实验日期：2026-10-21。精简整理日期：2026-10-22。</a:t>
            </a:r>
          </a:p>
          <a:p xmlns:a="http://schemas.openxmlformats.org/drawingml/2006/main">
            <a:r>
              <a:t>来源：E:/VSCode/Finger-BCI-Decoding-main/experiment_results/conformer_depth1_win3_ME2_repeats10_20261020/learning_curve_data.json</a:t>
            </a:r>
          </a:p>
          <a:p xmlns:a="http://schemas.openxmlformats.org/drawingml/2006/main">
            <a:r>
              <a:t>所有结果均为验证集指标，没有独立测试集。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实验日期：2026-10-21。精简整理日期：2026-10-22。</a:t>
            </a:r>
          </a:p>
          <a:p xmlns:a="http://schemas.openxmlformats.org/drawingml/2006/main">
            <a:r>
              <a:t>来源：E:/VSCode/Finger-BCI-Decoding-main/experiment_results/conformer_depth1_win3_ME2_repeats10_20261020/REPORT.md</a:t>
            </a:r>
          </a:p>
          <a:p xmlns:a="http://schemas.openxmlformats.org/drawingml/2006/main">
            <a:r>
              <a:t>所有结果均为验证集指标，没有独立测试集。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6a67b64354d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eb87aa33d4f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cc520a6324c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496e3a62d4a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95cbbf1b14b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4aa041156b48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E7E4AC-3687-45DB-8B9C-B716D17CDC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B781EF-A42A-4F43-ACD3-8A03E0F35E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6A7A62-907B-4797-924F-183E62D063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2D7C19-B60C-4AA9-B39A-878FD2BB61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7DF69A-8AF2-473A-A0E4-1E6D7654B3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52F925-BC46-47A8-9E0B-C9948B3752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7C41F4-55C2-492F-8924-B168FE5CAA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A9642FF-0455-482C-A054-4C31E50C1E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48FD21-AAEA-4039-B126-AF7FAB24B8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4EB640-7793-4F1F-A0CF-1907FDA623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e72f6995e64f43" /><Relationship Type="http://schemas.openxmlformats.org/officeDocument/2006/relationships/slideLayout" Target="/ppt/slideLayouts/slideLayout1.xml" Id="R45ce043ab39e4e11" /><Relationship Type="http://schemas.openxmlformats.org/officeDocument/2006/relationships/slideLayout" Target="/ppt/slideLayouts/slideLayout2.xml" Id="Rb17daa46809340a5" /><Relationship Type="http://schemas.openxmlformats.org/officeDocument/2006/relationships/slideLayout" Target="/ppt/slideLayouts/slideLayout3.xml" Id="R693f4a46b6214a9d" /><Relationship Type="http://schemas.openxmlformats.org/officeDocument/2006/relationships/slideLayout" Target="/ppt/slideLayouts/slideLayout4.xml" Id="R93ad9a5dfa9f40f9" /><Relationship Type="http://schemas.openxmlformats.org/officeDocument/2006/relationships/slideLayout" Target="/ppt/slideLayouts/slideLayout5.xml" Id="R7e5bfdd856e74807" /><Relationship Type="http://schemas.openxmlformats.org/officeDocument/2006/relationships/slideLayout" Target="/ppt/slideLayouts/slideLayout6.xml" Id="Rd6d4ec44b12840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ce043ab39e4e11"/>
    <p:sldLayoutId xmlns:r="http://schemas.openxmlformats.org/officeDocument/2006/relationships" id="2147483650" r:id="Rb17daa46809340a5"/>
    <p:sldLayoutId xmlns:r="http://schemas.openxmlformats.org/officeDocument/2006/relationships" id="2147483651" r:id="R693f4a46b6214a9d"/>
    <p:sldLayoutId xmlns:r="http://schemas.openxmlformats.org/officeDocument/2006/relationships" id="2147483652" r:id="R93ad9a5dfa9f40f9"/>
    <p:sldLayoutId xmlns:r="http://schemas.openxmlformats.org/officeDocument/2006/relationships" id="2147483653" r:id="R7e5bfdd856e74807"/>
    <p:sldLayoutId xmlns:r="http://schemas.openxmlformats.org/officeDocument/2006/relationships" id="2147483654" r:id="Rd6d4ec44b12840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284c720b434f35" /><Relationship Type="http://schemas.openxmlformats.org/officeDocument/2006/relationships/notesSlide" Target="/ppt/notesSlides/notesSlide1.xml" Id="R171e0bad744548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951566846f45b4" /><Relationship Type="http://schemas.openxmlformats.org/officeDocument/2006/relationships/notesSlide" Target="/ppt/notesSlides/notesSlide2.xml" Id="Ra1024eb8ca224b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9d5544ed8a403b" /><Relationship Type="http://schemas.openxmlformats.org/officeDocument/2006/relationships/notesSlide" Target="/ppt/notesSlides/notesSlide3.xml" Id="Rbe7873dda9534f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5396b060df49bf" /><Relationship Type="http://schemas.openxmlformats.org/officeDocument/2006/relationships/notesSlide" Target="/ppt/notesSlides/notesSlide4.xml" Id="R9c904cc8d2e44c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35867c22464f98" /><Relationship Type="http://schemas.openxmlformats.org/officeDocument/2006/relationships/chart" Target="/ppt/slides/charts/chart1.xml" Id="Re41e28e0ad1248e1" /><Relationship Type="http://schemas.openxmlformats.org/officeDocument/2006/relationships/chart" Target="/ppt/slides/charts/chart2.xml" Id="R1aaf5d6c0e9f4e30" /><Relationship Type="http://schemas.openxmlformats.org/officeDocument/2006/relationships/notesSlide" Target="/ppt/notesSlides/notesSlide5.xml" Id="R33c6ef73808c42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1453456615460a" /><Relationship Type="http://schemas.openxmlformats.org/officeDocument/2006/relationships/notesSlide" Target="/ppt/notesSlides/notesSlide6.xml" Id="R4eb21e266cfd481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验证 Accuracy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solidFill>
                <a:srgbClr val="153243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</c:v>
          </c:tx>
          <c:spPr>
            <a:ln xmlns:a="http://schemas.openxmlformats.org/drawingml/2006/main" w="28575">
              <a:solidFill>
                <a:srgbClr val="377EB8"/>
              </a:solidFill>
            </a:ln>
          </c:spPr>
          <c:marker>
            <c:symbol val="none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0%</c:formatCode>
                <c:ptCount val="100"/>
                <c:pt idx="0">
                  <c:v>0.6027540445</c:v>
                </c:pt>
                <c:pt idx="1">
                  <c:v>0.6042692006</c:v>
                </c:pt>
                <c:pt idx="2">
                  <c:v>0.6058821082</c:v>
                </c:pt>
                <c:pt idx="3">
                  <c:v>0.6058821082</c:v>
                </c:pt>
                <c:pt idx="4">
                  <c:v>0.6058821082</c:v>
                </c:pt>
                <c:pt idx="5">
                  <c:v>0.6058821082</c:v>
                </c:pt>
                <c:pt idx="6">
                  <c:v>0.6089655995</c:v>
                </c:pt>
                <c:pt idx="7">
                  <c:v>0.6089655995</c:v>
                </c:pt>
                <c:pt idx="8">
                  <c:v>0.610552901</c:v>
                </c:pt>
                <c:pt idx="9">
                  <c:v>0.6090823114</c:v>
                </c:pt>
                <c:pt idx="10">
                  <c:v>0.6090823114</c:v>
                </c:pt>
                <c:pt idx="11">
                  <c:v>0.6090823114</c:v>
                </c:pt>
                <c:pt idx="12">
                  <c:v>0.6090823114</c:v>
                </c:pt>
                <c:pt idx="13">
                  <c:v>0.6105974615</c:v>
                </c:pt>
                <c:pt idx="14">
                  <c:v>0.6122103631</c:v>
                </c:pt>
                <c:pt idx="15">
                  <c:v>0.6122103631</c:v>
                </c:pt>
                <c:pt idx="16">
                  <c:v>0.6122103631</c:v>
                </c:pt>
                <c:pt idx="17">
                  <c:v>0.6138232648</c:v>
                </c:pt>
                <c:pt idx="18">
                  <c:v>0.6138232648</c:v>
                </c:pt>
                <c:pt idx="19">
                  <c:v>0.6138232648</c:v>
                </c:pt>
                <c:pt idx="20">
                  <c:v>0.6105974615</c:v>
                </c:pt>
                <c:pt idx="21">
                  <c:v>0.6105974615</c:v>
                </c:pt>
                <c:pt idx="22">
                  <c:v>0.6105974615</c:v>
                </c:pt>
                <c:pt idx="23">
                  <c:v>0.6105974615</c:v>
                </c:pt>
                <c:pt idx="24">
                  <c:v>0.6121359229</c:v>
                </c:pt>
                <c:pt idx="25">
                  <c:v>0.6121359229</c:v>
                </c:pt>
                <c:pt idx="26">
                  <c:v>0.612278235</c:v>
                </c:pt>
                <c:pt idx="27">
                  <c:v>0.6154039979</c:v>
                </c:pt>
                <c:pt idx="28">
                  <c:v>0.6154039979</c:v>
                </c:pt>
                <c:pt idx="29">
                  <c:v>0.6154039979</c:v>
                </c:pt>
                <c:pt idx="30">
                  <c:v>0.6154039979</c:v>
                </c:pt>
                <c:pt idx="31">
                  <c:v>0.6154039979</c:v>
                </c:pt>
                <c:pt idx="32">
                  <c:v>0.6154039979</c:v>
                </c:pt>
                <c:pt idx="33">
                  <c:v>0.6154039979</c:v>
                </c:pt>
                <c:pt idx="34">
                  <c:v>0.6154039979</c:v>
                </c:pt>
                <c:pt idx="35">
                  <c:v>0.6137910962</c:v>
                </c:pt>
                <c:pt idx="36">
                  <c:v>0.6152616858</c:v>
                </c:pt>
                <c:pt idx="37">
                  <c:v>0.6152616858</c:v>
                </c:pt>
                <c:pt idx="38">
                  <c:v>0.6152616858</c:v>
                </c:pt>
                <c:pt idx="39">
                  <c:v>0.6136743844</c:v>
                </c:pt>
                <c:pt idx="40">
                  <c:v>0.6152616858</c:v>
                </c:pt>
                <c:pt idx="41">
                  <c:v>0.6152616858</c:v>
                </c:pt>
                <c:pt idx="42">
                  <c:v>0.6168745875</c:v>
                </c:pt>
                <c:pt idx="43">
                  <c:v>0.6168745875</c:v>
                </c:pt>
                <c:pt idx="44">
                  <c:v>0.6168745875</c:v>
                </c:pt>
                <c:pt idx="45">
                  <c:v>0.6168745875</c:v>
                </c:pt>
                <c:pt idx="46">
                  <c:v>0.6168745875</c:v>
                </c:pt>
                <c:pt idx="47">
                  <c:v>0.6183897376</c:v>
                </c:pt>
                <c:pt idx="48">
                  <c:v>0.6200026393</c:v>
                </c:pt>
                <c:pt idx="49">
                  <c:v>0.6183897376</c:v>
                </c:pt>
                <c:pt idx="50">
                  <c:v>0.6183897376</c:v>
                </c:pt>
                <c:pt idx="51">
                  <c:v>0.6167768359</c:v>
                </c:pt>
                <c:pt idx="52">
                  <c:v>0.6167768359</c:v>
                </c:pt>
                <c:pt idx="53">
                  <c:v>0.6167768359</c:v>
                </c:pt>
                <c:pt idx="54">
                  <c:v>0.6183897376</c:v>
                </c:pt>
                <c:pt idx="55">
                  <c:v>0.6183897376</c:v>
                </c:pt>
                <c:pt idx="56">
                  <c:v>0.6183897376</c:v>
                </c:pt>
                <c:pt idx="57">
                  <c:v>0.6183897376</c:v>
                </c:pt>
                <c:pt idx="58">
                  <c:v>0.6183897376</c:v>
                </c:pt>
                <c:pt idx="59">
                  <c:v>0.6183897376</c:v>
                </c:pt>
                <c:pt idx="60">
                  <c:v>0.6183897376</c:v>
                </c:pt>
                <c:pt idx="61">
                  <c:v>0.6198603213</c:v>
                </c:pt>
                <c:pt idx="62">
                  <c:v>0.6198603213</c:v>
                </c:pt>
                <c:pt idx="63">
                  <c:v>0.6183897316</c:v>
                </c:pt>
                <c:pt idx="64">
                  <c:v>0.6183897316</c:v>
                </c:pt>
                <c:pt idx="65">
                  <c:v>0.6183897316</c:v>
                </c:pt>
                <c:pt idx="66">
                  <c:v>0.6183897316</c:v>
                </c:pt>
                <c:pt idx="67">
                  <c:v>0.6183897316</c:v>
                </c:pt>
                <c:pt idx="68">
                  <c:v>0.6183897316</c:v>
                </c:pt>
                <c:pt idx="69">
                  <c:v>0.6183897316</c:v>
                </c:pt>
                <c:pt idx="70">
                  <c:v>0.6183897316</c:v>
                </c:pt>
                <c:pt idx="71">
                  <c:v>0.6183897316</c:v>
                </c:pt>
                <c:pt idx="72">
                  <c:v>0.6183897316</c:v>
                </c:pt>
                <c:pt idx="73">
                  <c:v>0.6183897316</c:v>
                </c:pt>
                <c:pt idx="74">
                  <c:v>0.6183897316</c:v>
                </c:pt>
                <c:pt idx="75">
                  <c:v>0.6183897316</c:v>
                </c:pt>
                <c:pt idx="76">
                  <c:v>0.6183897316</c:v>
                </c:pt>
                <c:pt idx="77">
                  <c:v>0.6183897316</c:v>
                </c:pt>
                <c:pt idx="78">
                  <c:v>0.6183897316</c:v>
                </c:pt>
                <c:pt idx="79">
                  <c:v>0.6183897316</c:v>
                </c:pt>
                <c:pt idx="80">
                  <c:v>0.6183897316</c:v>
                </c:pt>
                <c:pt idx="81">
                  <c:v>0.61677683</c:v>
                </c:pt>
                <c:pt idx="82">
                  <c:v>0.61677683</c:v>
                </c:pt>
                <c:pt idx="83">
                  <c:v>0.61677683</c:v>
                </c:pt>
                <c:pt idx="84">
                  <c:v>0.61677683</c:v>
                </c:pt>
                <c:pt idx="85">
                  <c:v>0.6183897316</c:v>
                </c:pt>
                <c:pt idx="86">
                  <c:v>0.6183897316</c:v>
                </c:pt>
                <c:pt idx="87">
                  <c:v>0.6183897316</c:v>
                </c:pt>
                <c:pt idx="88">
                  <c:v>0.6183897316</c:v>
                </c:pt>
                <c:pt idx="89">
                  <c:v>0.6199281931</c:v>
                </c:pt>
                <c:pt idx="90">
                  <c:v>0.6199281931</c:v>
                </c:pt>
                <c:pt idx="91">
                  <c:v>0.6183152914</c:v>
                </c:pt>
                <c:pt idx="92">
                  <c:v>0.6183152914</c:v>
                </c:pt>
                <c:pt idx="93">
                  <c:v>0.6183152914</c:v>
                </c:pt>
                <c:pt idx="94">
                  <c:v>0.6183152914</c:v>
                </c:pt>
                <c:pt idx="95">
                  <c:v>0.6183152914</c:v>
                </c:pt>
                <c:pt idx="96">
                  <c:v>0.6183152914</c:v>
                </c:pt>
                <c:pt idx="97">
                  <c:v>0.619785881</c:v>
                </c:pt>
                <c:pt idx="98">
                  <c:v>0.619785881</c:v>
                </c:pt>
                <c:pt idx="99">
                  <c:v>0.619785881</c:v>
                </c:pt>
              </c:numCache>
            </c:numRef>
          </c:yVal>
          <c:smooth val="0"/>
        </c:ser>
        <c:ser>
          <c:idx val="1"/>
          <c:order val="1"/>
          <c:tx>
            <c:v>频带</c:v>
          </c:tx>
          <c:spPr>
            <a:ln xmlns:a="http://schemas.openxmlformats.org/drawingml/2006/main" w="28575">
              <a:solidFill>
                <a:srgbClr val="DF7E2A"/>
              </a:solidFill>
            </a:ln>
          </c:spPr>
          <c:marker>
            <c:symbol val="none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0%</c:formatCode>
                <c:ptCount val="100"/>
                <c:pt idx="0">
                  <c:v>0.5851902962</c:v>
                </c:pt>
                <c:pt idx="1">
                  <c:v>0.5836518347</c:v>
                </c:pt>
                <c:pt idx="2">
                  <c:v>0.5851224214</c:v>
                </c:pt>
                <c:pt idx="3">
                  <c:v>0.5865930051</c:v>
                </c:pt>
                <c:pt idx="4">
                  <c:v>0.5850545436</c:v>
                </c:pt>
                <c:pt idx="5">
                  <c:v>0.5835160822</c:v>
                </c:pt>
                <c:pt idx="6">
                  <c:v>0.5835160822</c:v>
                </c:pt>
                <c:pt idx="7">
                  <c:v>0.5866441339</c:v>
                </c:pt>
                <c:pt idx="8">
                  <c:v>0.5851056725</c:v>
                </c:pt>
                <c:pt idx="9">
                  <c:v>0.5866441339</c:v>
                </c:pt>
                <c:pt idx="10">
                  <c:v>0.5881825954</c:v>
                </c:pt>
                <c:pt idx="11">
                  <c:v>0.5897210568</c:v>
                </c:pt>
                <c:pt idx="12">
                  <c:v>0.5913339645</c:v>
                </c:pt>
                <c:pt idx="13">
                  <c:v>0.5912660927</c:v>
                </c:pt>
                <c:pt idx="14">
                  <c:v>0.589653185</c:v>
                </c:pt>
                <c:pt idx="15">
                  <c:v>0.5880402774</c:v>
                </c:pt>
                <c:pt idx="16">
                  <c:v>0.5834862024</c:v>
                </c:pt>
                <c:pt idx="17">
                  <c:v>0.5834862024</c:v>
                </c:pt>
                <c:pt idx="18">
                  <c:v>0.5818733007</c:v>
                </c:pt>
                <c:pt idx="19">
                  <c:v>0.580402711</c:v>
                </c:pt>
                <c:pt idx="20">
                  <c:v>0.5771769077</c:v>
                </c:pt>
                <c:pt idx="21">
                  <c:v>0.5771024644</c:v>
                </c:pt>
                <c:pt idx="22">
                  <c:v>0.5707931697</c:v>
                </c:pt>
                <c:pt idx="23">
                  <c:v>0.5674696088</c:v>
                </c:pt>
                <c:pt idx="24">
                  <c:v>0.5689401984</c:v>
                </c:pt>
                <c:pt idx="25">
                  <c:v>0.5689401984</c:v>
                </c:pt>
                <c:pt idx="26">
                  <c:v>0.5720236897</c:v>
                </c:pt>
                <c:pt idx="27">
                  <c:v>0.5704107881</c:v>
                </c:pt>
                <c:pt idx="28">
                  <c:v>0.5703363478</c:v>
                </c:pt>
                <c:pt idx="29">
                  <c:v>0.5703363478</c:v>
                </c:pt>
                <c:pt idx="30">
                  <c:v>0.5718748093</c:v>
                </c:pt>
                <c:pt idx="31">
                  <c:v>0.573487711</c:v>
                </c:pt>
                <c:pt idx="32">
                  <c:v>0.5751006126</c:v>
                </c:pt>
                <c:pt idx="33">
                  <c:v>0.5751006126</c:v>
                </c:pt>
                <c:pt idx="34">
                  <c:v>0.5735133111</c:v>
                </c:pt>
                <c:pt idx="35">
                  <c:v>0.5767391205</c:v>
                </c:pt>
                <c:pt idx="36">
                  <c:v>0.5767391205</c:v>
                </c:pt>
                <c:pt idx="37">
                  <c:v>0.5783520222</c:v>
                </c:pt>
                <c:pt idx="38">
                  <c:v>0.5814355075</c:v>
                </c:pt>
                <c:pt idx="39">
                  <c:v>0.5798226058</c:v>
                </c:pt>
                <c:pt idx="40">
                  <c:v>0.5814355075</c:v>
                </c:pt>
                <c:pt idx="41">
                  <c:v>0.5799649179</c:v>
                </c:pt>
                <c:pt idx="42">
                  <c:v>0.5830484092</c:v>
                </c:pt>
                <c:pt idx="43">
                  <c:v>0.5814355075</c:v>
                </c:pt>
                <c:pt idx="44">
                  <c:v>0.5845190048</c:v>
                </c:pt>
                <c:pt idx="45">
                  <c:v>0.5877448082</c:v>
                </c:pt>
                <c:pt idx="46">
                  <c:v>0.5892832696</c:v>
                </c:pt>
                <c:pt idx="47">
                  <c:v>0.5892832696</c:v>
                </c:pt>
                <c:pt idx="48">
                  <c:v>0.587670368</c:v>
                </c:pt>
                <c:pt idx="49">
                  <c:v>0.587670368</c:v>
                </c:pt>
                <c:pt idx="50">
                  <c:v>0.587670368</c:v>
                </c:pt>
                <c:pt idx="51">
                  <c:v>0.587670368</c:v>
                </c:pt>
                <c:pt idx="52">
                  <c:v>0.5892832696</c:v>
                </c:pt>
                <c:pt idx="53">
                  <c:v>0.5892832696</c:v>
                </c:pt>
                <c:pt idx="54">
                  <c:v>0.5892832696</c:v>
                </c:pt>
                <c:pt idx="55">
                  <c:v>0.5907984197</c:v>
                </c:pt>
                <c:pt idx="56">
                  <c:v>0.594024229</c:v>
                </c:pt>
                <c:pt idx="57">
                  <c:v>0.5924113214</c:v>
                </c:pt>
                <c:pt idx="58">
                  <c:v>0.5939497828</c:v>
                </c:pt>
                <c:pt idx="59">
                  <c:v>0.5954203725</c:v>
                </c:pt>
                <c:pt idx="60">
                  <c:v>0.5954203725</c:v>
                </c:pt>
                <c:pt idx="61">
                  <c:v>0.5968909621</c:v>
                </c:pt>
                <c:pt idx="62">
                  <c:v>0.5985038698</c:v>
                </c:pt>
                <c:pt idx="63">
                  <c:v>0.6016552329</c:v>
                </c:pt>
                <c:pt idx="64">
                  <c:v>0.6031936944</c:v>
                </c:pt>
                <c:pt idx="65">
                  <c:v>0.6031638205</c:v>
                </c:pt>
                <c:pt idx="66">
                  <c:v>0.6016486645</c:v>
                </c:pt>
                <c:pt idx="67">
                  <c:v>0.6016486645</c:v>
                </c:pt>
                <c:pt idx="68">
                  <c:v>0.6064873695</c:v>
                </c:pt>
                <c:pt idx="69">
                  <c:v>0.6048744678</c:v>
                </c:pt>
                <c:pt idx="70">
                  <c:v>0.6079280853</c:v>
                </c:pt>
                <c:pt idx="71">
                  <c:v>0.611056143</c:v>
                </c:pt>
                <c:pt idx="72">
                  <c:v>0.611056143</c:v>
                </c:pt>
                <c:pt idx="73">
                  <c:v>0.6094432354</c:v>
                </c:pt>
                <c:pt idx="74">
                  <c:v>0.607904774</c:v>
                </c:pt>
                <c:pt idx="75">
                  <c:v>0.6065086246</c:v>
                </c:pt>
                <c:pt idx="76">
                  <c:v>0.608047086</c:v>
                </c:pt>
                <c:pt idx="77">
                  <c:v>0.6096599877</c:v>
                </c:pt>
                <c:pt idx="78">
                  <c:v>0.6096599877</c:v>
                </c:pt>
                <c:pt idx="79">
                  <c:v>0.6096366763</c:v>
                </c:pt>
                <c:pt idx="80">
                  <c:v>0.6111751378</c:v>
                </c:pt>
                <c:pt idx="81">
                  <c:v>0.606553185</c:v>
                </c:pt>
                <c:pt idx="82">
                  <c:v>0.6080916464</c:v>
                </c:pt>
                <c:pt idx="83">
                  <c:v>0.6096301079</c:v>
                </c:pt>
                <c:pt idx="84">
                  <c:v>0.6096301079</c:v>
                </c:pt>
                <c:pt idx="85">
                  <c:v>0.6111685693</c:v>
                </c:pt>
                <c:pt idx="86">
                  <c:v>0.6111685693</c:v>
                </c:pt>
                <c:pt idx="87">
                  <c:v>0.6126837194</c:v>
                </c:pt>
                <c:pt idx="88">
                  <c:v>0.614154309</c:v>
                </c:pt>
                <c:pt idx="89">
                  <c:v>0.614154309</c:v>
                </c:pt>
                <c:pt idx="90">
                  <c:v>0.6126158476</c:v>
                </c:pt>
                <c:pt idx="91">
                  <c:v>0.6140864372</c:v>
                </c:pt>
                <c:pt idx="92">
                  <c:v>0.6140864372</c:v>
                </c:pt>
                <c:pt idx="93">
                  <c:v>0.6155570269</c:v>
                </c:pt>
                <c:pt idx="94">
                  <c:v>0.6155570269</c:v>
                </c:pt>
                <c:pt idx="95">
                  <c:v>0.6155570269</c:v>
                </c:pt>
                <c:pt idx="96">
                  <c:v>0.6155570269</c:v>
                </c:pt>
                <c:pt idx="97">
                  <c:v>0.6171699286</c:v>
                </c:pt>
                <c:pt idx="98">
                  <c:v>0.6171699286</c:v>
                </c:pt>
                <c:pt idx="99">
                  <c:v>0.6171699286</c:v>
                </c:pt>
              </c:numCache>
            </c:numRef>
          </c:yVal>
          <c:smooth val="0"/>
        </c:ser>
        <c:ser>
          <c:idx val="2"/>
          <c:order val="2"/>
          <c:tx>
            <c:v>频带＋残差</c:v>
          </c:tx>
          <c:spPr>
            <a:ln xmlns:a="http://schemas.openxmlformats.org/drawingml/2006/main" w="28575">
              <a:solidFill>
                <a:srgbClr val="4A9849"/>
              </a:solidFill>
            </a:ln>
          </c:spPr>
          <c:marker>
            <c:symbol val="none"/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0%</c:formatCode>
                <c:ptCount val="100"/>
                <c:pt idx="0">
                  <c:v>0.6076730251</c:v>
                </c:pt>
                <c:pt idx="1">
                  <c:v>0.6106820762</c:v>
                </c:pt>
                <c:pt idx="2">
                  <c:v>0.6106820762</c:v>
                </c:pt>
                <c:pt idx="3">
                  <c:v>0.6122693777</c:v>
                </c:pt>
                <c:pt idx="4">
                  <c:v>0.610798794</c:v>
                </c:pt>
                <c:pt idx="5">
                  <c:v>0.610798794</c:v>
                </c:pt>
                <c:pt idx="6">
                  <c:v>0.610798794</c:v>
                </c:pt>
                <c:pt idx="7">
                  <c:v>0.610798794</c:v>
                </c:pt>
                <c:pt idx="8">
                  <c:v>0.6123860955</c:v>
                </c:pt>
                <c:pt idx="9">
                  <c:v>0.6154695809</c:v>
                </c:pt>
                <c:pt idx="10">
                  <c:v>0.6170080423</c:v>
                </c:pt>
                <c:pt idx="11">
                  <c:v>0.61862095</c:v>
                </c:pt>
                <c:pt idx="12">
                  <c:v>0.6170336485</c:v>
                </c:pt>
                <c:pt idx="13">
                  <c:v>0.6170336485</c:v>
                </c:pt>
                <c:pt idx="14">
                  <c:v>0.6185042322</c:v>
                </c:pt>
                <c:pt idx="15">
                  <c:v>0.6169169307</c:v>
                </c:pt>
                <c:pt idx="16">
                  <c:v>0.6169169307</c:v>
                </c:pt>
                <c:pt idx="17">
                  <c:v>0.6185042322</c:v>
                </c:pt>
                <c:pt idx="18">
                  <c:v>0.6200915337</c:v>
                </c:pt>
                <c:pt idx="19">
                  <c:v>0.6185530722</c:v>
                </c:pt>
                <c:pt idx="20">
                  <c:v>0.6200682223</c:v>
                </c:pt>
                <c:pt idx="21">
                  <c:v>0.6215833664</c:v>
                </c:pt>
                <c:pt idx="22">
                  <c:v>0.6200682163</c:v>
                </c:pt>
                <c:pt idx="23">
                  <c:v>0.6201403677</c:v>
                </c:pt>
                <c:pt idx="24">
                  <c:v>0.6231706679</c:v>
                </c:pt>
                <c:pt idx="25">
                  <c:v>0.6231706679</c:v>
                </c:pt>
                <c:pt idx="26">
                  <c:v>0.6231706679</c:v>
                </c:pt>
                <c:pt idx="27">
                  <c:v>0.6247835755</c:v>
                </c:pt>
                <c:pt idx="28">
                  <c:v>0.624855727</c:v>
                </c:pt>
                <c:pt idx="29">
                  <c:v>0.6264430285</c:v>
                </c:pt>
                <c:pt idx="30">
                  <c:v>0.6279581785</c:v>
                </c:pt>
                <c:pt idx="31">
                  <c:v>0.6294733286</c:v>
                </c:pt>
                <c:pt idx="32">
                  <c:v>0.6278604209</c:v>
                </c:pt>
                <c:pt idx="33">
                  <c:v>0.6278604209</c:v>
                </c:pt>
                <c:pt idx="34">
                  <c:v>0.6278604209</c:v>
                </c:pt>
                <c:pt idx="35">
                  <c:v>0.6278115809</c:v>
                </c:pt>
                <c:pt idx="36">
                  <c:v>0.6278115809</c:v>
                </c:pt>
                <c:pt idx="37">
                  <c:v>0.6278115809</c:v>
                </c:pt>
                <c:pt idx="38">
                  <c:v>0.6278115809</c:v>
                </c:pt>
                <c:pt idx="39">
                  <c:v>0.6278115809</c:v>
                </c:pt>
                <c:pt idx="40">
                  <c:v>0.6263409972</c:v>
                </c:pt>
                <c:pt idx="41">
                  <c:v>0.6263409972</c:v>
                </c:pt>
                <c:pt idx="42">
                  <c:v>0.6279282987</c:v>
                </c:pt>
                <c:pt idx="43">
                  <c:v>0.6279282987</c:v>
                </c:pt>
                <c:pt idx="44">
                  <c:v>0.6279282987</c:v>
                </c:pt>
                <c:pt idx="45">
                  <c:v>0.6279282987</c:v>
                </c:pt>
                <c:pt idx="46">
                  <c:v>0.6279282987</c:v>
                </c:pt>
                <c:pt idx="47">
                  <c:v>0.6279282987</c:v>
                </c:pt>
                <c:pt idx="48">
                  <c:v>0.6279282987</c:v>
                </c:pt>
                <c:pt idx="49">
                  <c:v>0.6309373498</c:v>
                </c:pt>
                <c:pt idx="50">
                  <c:v>0.631011796</c:v>
                </c:pt>
                <c:pt idx="51">
                  <c:v>0.631011796</c:v>
                </c:pt>
                <c:pt idx="52">
                  <c:v>0.631011796</c:v>
                </c:pt>
                <c:pt idx="53">
                  <c:v>0.631011796</c:v>
                </c:pt>
                <c:pt idx="54">
                  <c:v>0.6326247036</c:v>
                </c:pt>
                <c:pt idx="55">
                  <c:v>0.6326247036</c:v>
                </c:pt>
                <c:pt idx="56">
                  <c:v>0.6326247036</c:v>
                </c:pt>
                <c:pt idx="57">
                  <c:v>0.6326247036</c:v>
                </c:pt>
                <c:pt idx="58">
                  <c:v>0.6326247036</c:v>
                </c:pt>
                <c:pt idx="59">
                  <c:v>0.631011796</c:v>
                </c:pt>
                <c:pt idx="60">
                  <c:v>0.632526952</c:v>
                </c:pt>
                <c:pt idx="61">
                  <c:v>0.631011796</c:v>
                </c:pt>
                <c:pt idx="62">
                  <c:v>0.631011796</c:v>
                </c:pt>
                <c:pt idx="63">
                  <c:v>0.631011796</c:v>
                </c:pt>
                <c:pt idx="64">
                  <c:v>0.631011796</c:v>
                </c:pt>
                <c:pt idx="65">
                  <c:v>0.631011796</c:v>
                </c:pt>
                <c:pt idx="66">
                  <c:v>0.6325990975</c:v>
                </c:pt>
                <c:pt idx="67">
                  <c:v>0.6325990975</c:v>
                </c:pt>
                <c:pt idx="68">
                  <c:v>0.6340696812</c:v>
                </c:pt>
                <c:pt idx="69">
                  <c:v>0.6340696812</c:v>
                </c:pt>
                <c:pt idx="70">
                  <c:v>0.6323400617</c:v>
                </c:pt>
                <c:pt idx="71">
                  <c:v>0.6323400617</c:v>
                </c:pt>
                <c:pt idx="72">
                  <c:v>0.6338552177</c:v>
                </c:pt>
                <c:pt idx="73">
                  <c:v>0.6354425192</c:v>
                </c:pt>
                <c:pt idx="74">
                  <c:v>0.6353979528</c:v>
                </c:pt>
                <c:pt idx="75">
                  <c:v>0.6354957044</c:v>
                </c:pt>
                <c:pt idx="76">
                  <c:v>0.6354957044</c:v>
                </c:pt>
                <c:pt idx="77">
                  <c:v>0.6354957044</c:v>
                </c:pt>
                <c:pt idx="78">
                  <c:v>0.6354957044</c:v>
                </c:pt>
                <c:pt idx="79">
                  <c:v>0.6340251207</c:v>
                </c:pt>
                <c:pt idx="80">
                  <c:v>0.6340251207</c:v>
                </c:pt>
                <c:pt idx="81">
                  <c:v>0.6340251207</c:v>
                </c:pt>
                <c:pt idx="82">
                  <c:v>0.6354957044</c:v>
                </c:pt>
                <c:pt idx="83">
                  <c:v>0.6354957044</c:v>
                </c:pt>
                <c:pt idx="84">
                  <c:v>0.6370108545</c:v>
                </c:pt>
                <c:pt idx="85">
                  <c:v>0.6370108545</c:v>
                </c:pt>
                <c:pt idx="86">
                  <c:v>0.6370108545</c:v>
                </c:pt>
                <c:pt idx="87">
                  <c:v>0.6370108545</c:v>
                </c:pt>
                <c:pt idx="88">
                  <c:v>0.6370108545</c:v>
                </c:pt>
                <c:pt idx="89">
                  <c:v>0.6386427224</c:v>
                </c:pt>
                <c:pt idx="90">
                  <c:v>0.6386427224</c:v>
                </c:pt>
                <c:pt idx="91">
                  <c:v>0.6417262137</c:v>
                </c:pt>
                <c:pt idx="92">
                  <c:v>0.6417262137</c:v>
                </c:pt>
                <c:pt idx="93">
                  <c:v>0.6402110577</c:v>
                </c:pt>
                <c:pt idx="94">
                  <c:v>0.6418239594</c:v>
                </c:pt>
                <c:pt idx="95">
                  <c:v>0.6418239594</c:v>
                </c:pt>
                <c:pt idx="96">
                  <c:v>0.6417495191</c:v>
                </c:pt>
                <c:pt idx="97">
                  <c:v>0.6401366174</c:v>
                </c:pt>
                <c:pt idx="98">
                  <c:v>0.6417495191</c:v>
                </c:pt>
                <c:pt idx="99">
                  <c:v>0.6402110577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75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A9BCC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验证 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solidFill>
                <a:srgbClr val="153243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</c:v>
          </c:tx>
          <c:spPr>
            <a:ln xmlns:a="http://schemas.openxmlformats.org/drawingml/2006/main" w="28575">
              <a:solidFill>
                <a:srgbClr val="377EB8"/>
              </a:solidFill>
            </a:ln>
          </c:spPr>
          <c:marker>
            <c:symbol val="none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0.0</c:formatCode>
                <c:ptCount val="100"/>
                <c:pt idx="0">
                  <c:v>1.0447991192</c:v>
                </c:pt>
                <c:pt idx="1">
                  <c:v>1.0065238833</c:v>
                </c:pt>
                <c:pt idx="2">
                  <c:v>0.9716697097</c:v>
                </c:pt>
                <c:pt idx="3">
                  <c:v>0.9398947239</c:v>
                </c:pt>
                <c:pt idx="4">
                  <c:v>0.9111675978</c:v>
                </c:pt>
                <c:pt idx="5">
                  <c:v>0.8853499532</c:v>
                </c:pt>
                <c:pt idx="6">
                  <c:v>0.8627324641</c:v>
                </c:pt>
                <c:pt idx="7">
                  <c:v>0.8427799523</c:v>
                </c:pt>
                <c:pt idx="8">
                  <c:v>0.8253795922</c:v>
                </c:pt>
                <c:pt idx="9">
                  <c:v>0.8094456315</c:v>
                </c:pt>
                <c:pt idx="10">
                  <c:v>0.7952052176</c:v>
                </c:pt>
                <c:pt idx="11">
                  <c:v>0.7827523112</c:v>
                </c:pt>
                <c:pt idx="12">
                  <c:v>0.7717693567</c:v>
                </c:pt>
                <c:pt idx="13">
                  <c:v>0.7619920731</c:v>
                </c:pt>
                <c:pt idx="14">
                  <c:v>0.7534870863</c:v>
                </c:pt>
                <c:pt idx="15">
                  <c:v>0.7459291399</c:v>
                </c:pt>
                <c:pt idx="16">
                  <c:v>0.7387069702</c:v>
                </c:pt>
                <c:pt idx="17">
                  <c:v>0.7320489526</c:v>
                </c:pt>
                <c:pt idx="18">
                  <c:v>0.725979197</c:v>
                </c:pt>
                <c:pt idx="19">
                  <c:v>0.7204731464</c:v>
                </c:pt>
                <c:pt idx="20">
                  <c:v>0.715527612</c:v>
                </c:pt>
                <c:pt idx="21">
                  <c:v>0.7108351111</c:v>
                </c:pt>
                <c:pt idx="22">
                  <c:v>0.706703341</c:v>
                </c:pt>
                <c:pt idx="23">
                  <c:v>0.7030714393</c:v>
                </c:pt>
                <c:pt idx="24">
                  <c:v>0.6997483909</c:v>
                </c:pt>
                <c:pt idx="25">
                  <c:v>0.6965989411</c:v>
                </c:pt>
                <c:pt idx="26">
                  <c:v>0.693859607</c:v>
                </c:pt>
                <c:pt idx="27">
                  <c:v>0.6914026737</c:v>
                </c:pt>
                <c:pt idx="28">
                  <c:v>0.6891997397</c:v>
                </c:pt>
                <c:pt idx="29">
                  <c:v>0.6871051192</c:v>
                </c:pt>
                <c:pt idx="30">
                  <c:v>0.6850615144</c:v>
                </c:pt>
                <c:pt idx="31">
                  <c:v>0.6833150625</c:v>
                </c:pt>
                <c:pt idx="32">
                  <c:v>0.6818854749</c:v>
                </c:pt>
                <c:pt idx="33">
                  <c:v>0.6806318521</c:v>
                </c:pt>
                <c:pt idx="34">
                  <c:v>0.6795576811</c:v>
                </c:pt>
                <c:pt idx="35">
                  <c:v>0.6783116817</c:v>
                </c:pt>
                <c:pt idx="36">
                  <c:v>0.6773423254</c:v>
                </c:pt>
                <c:pt idx="37">
                  <c:v>0.6764328659</c:v>
                </c:pt>
                <c:pt idx="38">
                  <c:v>0.6756262779</c:v>
                </c:pt>
                <c:pt idx="39">
                  <c:v>0.6748712361</c:v>
                </c:pt>
                <c:pt idx="40">
                  <c:v>0.6741984248</c:v>
                </c:pt>
                <c:pt idx="41">
                  <c:v>0.6736315846</c:v>
                </c:pt>
                <c:pt idx="42">
                  <c:v>0.6730972886</c:v>
                </c:pt>
                <c:pt idx="43">
                  <c:v>0.6726471961</c:v>
                </c:pt>
                <c:pt idx="44">
                  <c:v>0.6722808123</c:v>
                </c:pt>
                <c:pt idx="45">
                  <c:v>0.6720398843</c:v>
                </c:pt>
                <c:pt idx="46">
                  <c:v>0.6716996193</c:v>
                </c:pt>
                <c:pt idx="47">
                  <c:v>0.671321696</c:v>
                </c:pt>
                <c:pt idx="48">
                  <c:v>0.6707856476</c:v>
                </c:pt>
                <c:pt idx="49">
                  <c:v>0.6702734947</c:v>
                </c:pt>
                <c:pt idx="50">
                  <c:v>0.6699095011</c:v>
                </c:pt>
                <c:pt idx="51">
                  <c:v>0.6694806278</c:v>
                </c:pt>
                <c:pt idx="52">
                  <c:v>0.6689866483</c:v>
                </c:pt>
                <c:pt idx="53">
                  <c:v>0.6685351789</c:v>
                </c:pt>
                <c:pt idx="54">
                  <c:v>0.6681623757</c:v>
                </c:pt>
                <c:pt idx="55">
                  <c:v>0.6678745329</c:v>
                </c:pt>
                <c:pt idx="56">
                  <c:v>0.6675971508</c:v>
                </c:pt>
                <c:pt idx="57">
                  <c:v>0.6673624575</c:v>
                </c:pt>
                <c:pt idx="58">
                  <c:v>0.6669797838</c:v>
                </c:pt>
                <c:pt idx="59">
                  <c:v>0.6666350603</c:v>
                </c:pt>
                <c:pt idx="60">
                  <c:v>0.6663839877</c:v>
                </c:pt>
                <c:pt idx="61">
                  <c:v>0.6661889255</c:v>
                </c:pt>
                <c:pt idx="62">
                  <c:v>0.6660897493</c:v>
                </c:pt>
                <c:pt idx="63">
                  <c:v>0.6660588026</c:v>
                </c:pt>
                <c:pt idx="64">
                  <c:v>0.6659440637</c:v>
                </c:pt>
                <c:pt idx="65">
                  <c:v>0.6658319056</c:v>
                </c:pt>
                <c:pt idx="66">
                  <c:v>0.6656046987</c:v>
                </c:pt>
                <c:pt idx="67">
                  <c:v>0.6654879987</c:v>
                </c:pt>
                <c:pt idx="68">
                  <c:v>0.6654942214</c:v>
                </c:pt>
                <c:pt idx="69">
                  <c:v>0.6653976738</c:v>
                </c:pt>
                <c:pt idx="70">
                  <c:v>0.6651750803</c:v>
                </c:pt>
                <c:pt idx="71">
                  <c:v>0.6649361491</c:v>
                </c:pt>
                <c:pt idx="72">
                  <c:v>0.6646529853</c:v>
                </c:pt>
                <c:pt idx="73">
                  <c:v>0.6644078851</c:v>
                </c:pt>
                <c:pt idx="74">
                  <c:v>0.6643108964</c:v>
                </c:pt>
                <c:pt idx="75">
                  <c:v>0.6641733646</c:v>
                </c:pt>
                <c:pt idx="76">
                  <c:v>0.6641271472</c:v>
                </c:pt>
                <c:pt idx="77">
                  <c:v>0.6638343215</c:v>
                </c:pt>
                <c:pt idx="78">
                  <c:v>0.6636402786</c:v>
                </c:pt>
                <c:pt idx="79">
                  <c:v>0.663592273</c:v>
                </c:pt>
                <c:pt idx="80">
                  <c:v>0.663500303</c:v>
                </c:pt>
                <c:pt idx="81">
                  <c:v>0.6634291291</c:v>
                </c:pt>
                <c:pt idx="82">
                  <c:v>0.6633066535</c:v>
                </c:pt>
                <c:pt idx="83">
                  <c:v>0.6630726278</c:v>
                </c:pt>
                <c:pt idx="84">
                  <c:v>0.6629122674</c:v>
                </c:pt>
                <c:pt idx="85">
                  <c:v>0.6627409816</c:v>
                </c:pt>
                <c:pt idx="86">
                  <c:v>0.662596482</c:v>
                </c:pt>
                <c:pt idx="87">
                  <c:v>0.662376219</c:v>
                </c:pt>
                <c:pt idx="88">
                  <c:v>0.6622897923</c:v>
                </c:pt>
                <c:pt idx="89">
                  <c:v>0.6621335268</c:v>
                </c:pt>
                <c:pt idx="90">
                  <c:v>0.6619815886</c:v>
                </c:pt>
                <c:pt idx="91">
                  <c:v>0.6617523253</c:v>
                </c:pt>
                <c:pt idx="92">
                  <c:v>0.6615443587</c:v>
                </c:pt>
                <c:pt idx="93">
                  <c:v>0.6613579452</c:v>
                </c:pt>
                <c:pt idx="94">
                  <c:v>0.6611806929</c:v>
                </c:pt>
                <c:pt idx="95">
                  <c:v>0.6610115469</c:v>
                </c:pt>
                <c:pt idx="96">
                  <c:v>0.660842526</c:v>
                </c:pt>
                <c:pt idx="97">
                  <c:v>0.660704118</c:v>
                </c:pt>
                <c:pt idx="98">
                  <c:v>0.6606155992</c:v>
                </c:pt>
                <c:pt idx="99">
                  <c:v>0.660538739</c:v>
                </c:pt>
              </c:numCache>
            </c:numRef>
          </c:yVal>
          <c:smooth val="0"/>
        </c:ser>
        <c:ser>
          <c:idx val="1"/>
          <c:order val="1"/>
          <c:tx>
            <c:v>频带</c:v>
          </c:tx>
          <c:spPr>
            <a:ln xmlns:a="http://schemas.openxmlformats.org/drawingml/2006/main" w="28575">
              <a:solidFill>
                <a:srgbClr val="DF7E2A"/>
              </a:solidFill>
            </a:ln>
          </c:spPr>
          <c:marker>
            <c:symbol val="none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0.0</c:formatCode>
                <c:ptCount val="100"/>
                <c:pt idx="0">
                  <c:v>1.1026010454</c:v>
                </c:pt>
                <c:pt idx="1">
                  <c:v>1.0585037708</c:v>
                </c:pt>
                <c:pt idx="2">
                  <c:v>1.0188101351</c:v>
                </c:pt>
                <c:pt idx="3">
                  <c:v>0.9825963378</c:v>
                </c:pt>
                <c:pt idx="4">
                  <c:v>0.9502698243</c:v>
                </c:pt>
                <c:pt idx="5">
                  <c:v>0.9220011532</c:v>
                </c:pt>
                <c:pt idx="6">
                  <c:v>0.8967166841</c:v>
                </c:pt>
                <c:pt idx="7">
                  <c:v>0.8740328431</c:v>
                </c:pt>
                <c:pt idx="8">
                  <c:v>0.8545091748</c:v>
                </c:pt>
                <c:pt idx="9">
                  <c:v>0.8373365521</c:v>
                </c:pt>
                <c:pt idx="10">
                  <c:v>0.8227790058</c:v>
                </c:pt>
                <c:pt idx="11">
                  <c:v>0.8102817833</c:v>
                </c:pt>
                <c:pt idx="12">
                  <c:v>0.799518609</c:v>
                </c:pt>
                <c:pt idx="13">
                  <c:v>0.7896434784</c:v>
                </c:pt>
                <c:pt idx="14">
                  <c:v>0.7809358001</c:v>
                </c:pt>
                <c:pt idx="15">
                  <c:v>0.7731704116</c:v>
                </c:pt>
                <c:pt idx="16">
                  <c:v>0.7662976444</c:v>
                </c:pt>
                <c:pt idx="17">
                  <c:v>0.7601384878</c:v>
                </c:pt>
                <c:pt idx="18">
                  <c:v>0.7544833302</c:v>
                </c:pt>
                <c:pt idx="19">
                  <c:v>0.7493577182</c:v>
                </c:pt>
                <c:pt idx="20">
                  <c:v>0.7448135793</c:v>
                </c:pt>
                <c:pt idx="21">
                  <c:v>0.7407020569</c:v>
                </c:pt>
                <c:pt idx="22">
                  <c:v>0.7369255722</c:v>
                </c:pt>
                <c:pt idx="23">
                  <c:v>0.7335843921</c:v>
                </c:pt>
                <c:pt idx="24">
                  <c:v>0.7305361629</c:v>
                </c:pt>
                <c:pt idx="25">
                  <c:v>0.727763176</c:v>
                </c:pt>
                <c:pt idx="26">
                  <c:v>0.7250638902</c:v>
                </c:pt>
                <c:pt idx="27">
                  <c:v>0.7224623084</c:v>
                </c:pt>
                <c:pt idx="28">
                  <c:v>0.7199377537</c:v>
                </c:pt>
                <c:pt idx="29">
                  <c:v>0.7176784456</c:v>
                </c:pt>
                <c:pt idx="30">
                  <c:v>0.7155426145</c:v>
                </c:pt>
                <c:pt idx="31">
                  <c:v>0.7136410415</c:v>
                </c:pt>
                <c:pt idx="32">
                  <c:v>0.7118782818</c:v>
                </c:pt>
                <c:pt idx="33">
                  <c:v>0.7101587892</c:v>
                </c:pt>
                <c:pt idx="34">
                  <c:v>0.7085220456</c:v>
                </c:pt>
                <c:pt idx="35">
                  <c:v>0.7070245922</c:v>
                </c:pt>
                <c:pt idx="36">
                  <c:v>0.7055838883</c:v>
                </c:pt>
                <c:pt idx="37">
                  <c:v>0.704229486</c:v>
                </c:pt>
                <c:pt idx="38">
                  <c:v>0.7028170049</c:v>
                </c:pt>
                <c:pt idx="39">
                  <c:v>0.7016123295</c:v>
                </c:pt>
                <c:pt idx="40">
                  <c:v>0.700555706</c:v>
                </c:pt>
                <c:pt idx="41">
                  <c:v>0.6995943666</c:v>
                </c:pt>
                <c:pt idx="42">
                  <c:v>0.6985595047</c:v>
                </c:pt>
                <c:pt idx="43">
                  <c:v>0.6976767182</c:v>
                </c:pt>
                <c:pt idx="44">
                  <c:v>0.6967360079</c:v>
                </c:pt>
                <c:pt idx="45">
                  <c:v>0.6956917524</c:v>
                </c:pt>
                <c:pt idx="46">
                  <c:v>0.6948020041</c:v>
                </c:pt>
                <c:pt idx="47">
                  <c:v>0.6939073622</c:v>
                </c:pt>
                <c:pt idx="48">
                  <c:v>0.6930719674</c:v>
                </c:pt>
                <c:pt idx="49">
                  <c:v>0.692234093</c:v>
                </c:pt>
                <c:pt idx="50">
                  <c:v>0.6916470528</c:v>
                </c:pt>
                <c:pt idx="51">
                  <c:v>0.6910295546</c:v>
                </c:pt>
                <c:pt idx="52">
                  <c:v>0.6904076815</c:v>
                </c:pt>
                <c:pt idx="53">
                  <c:v>0.6896305263</c:v>
                </c:pt>
                <c:pt idx="54">
                  <c:v>0.6889463544</c:v>
                </c:pt>
                <c:pt idx="55">
                  <c:v>0.6882473707</c:v>
                </c:pt>
                <c:pt idx="56">
                  <c:v>0.6875240982</c:v>
                </c:pt>
                <c:pt idx="57">
                  <c:v>0.6867914617</c:v>
                </c:pt>
                <c:pt idx="58">
                  <c:v>0.6861618161</c:v>
                </c:pt>
                <c:pt idx="59">
                  <c:v>0.6856728256</c:v>
                </c:pt>
                <c:pt idx="60">
                  <c:v>0.6852410018</c:v>
                </c:pt>
                <c:pt idx="61">
                  <c:v>0.6848446369</c:v>
                </c:pt>
                <c:pt idx="62">
                  <c:v>0.6843717217</c:v>
                </c:pt>
                <c:pt idx="63">
                  <c:v>0.6838884294</c:v>
                </c:pt>
                <c:pt idx="64">
                  <c:v>0.6834129214</c:v>
                </c:pt>
                <c:pt idx="65">
                  <c:v>0.6830281913</c:v>
                </c:pt>
                <c:pt idx="66">
                  <c:v>0.6825711787</c:v>
                </c:pt>
                <c:pt idx="67">
                  <c:v>0.6821370304</c:v>
                </c:pt>
                <c:pt idx="68">
                  <c:v>0.6816464245</c:v>
                </c:pt>
                <c:pt idx="69">
                  <c:v>0.6812164783</c:v>
                </c:pt>
                <c:pt idx="70">
                  <c:v>0.6808225214</c:v>
                </c:pt>
                <c:pt idx="71">
                  <c:v>0.6803185225</c:v>
                </c:pt>
                <c:pt idx="72">
                  <c:v>0.6798413217</c:v>
                </c:pt>
                <c:pt idx="73">
                  <c:v>0.6794919014</c:v>
                </c:pt>
                <c:pt idx="74">
                  <c:v>0.6790958285</c:v>
                </c:pt>
                <c:pt idx="75">
                  <c:v>0.6787612915</c:v>
                </c:pt>
                <c:pt idx="76">
                  <c:v>0.6784399271</c:v>
                </c:pt>
                <c:pt idx="77">
                  <c:v>0.6780374229</c:v>
                </c:pt>
                <c:pt idx="78">
                  <c:v>0.6776159406</c:v>
                </c:pt>
                <c:pt idx="79">
                  <c:v>0.6772050798</c:v>
                </c:pt>
                <c:pt idx="80">
                  <c:v>0.6768958509</c:v>
                </c:pt>
                <c:pt idx="81">
                  <c:v>0.6765630364</c:v>
                </c:pt>
                <c:pt idx="82">
                  <c:v>0.6760582447</c:v>
                </c:pt>
                <c:pt idx="83">
                  <c:v>0.675670743</c:v>
                </c:pt>
                <c:pt idx="84">
                  <c:v>0.675328213</c:v>
                </c:pt>
                <c:pt idx="85">
                  <c:v>0.674982661</c:v>
                </c:pt>
                <c:pt idx="86">
                  <c:v>0.674788332</c:v>
                </c:pt>
                <c:pt idx="87">
                  <c:v>0.6745580614</c:v>
                </c:pt>
                <c:pt idx="88">
                  <c:v>0.6742229223</c:v>
                </c:pt>
                <c:pt idx="89">
                  <c:v>0.6739122689</c:v>
                </c:pt>
                <c:pt idx="90">
                  <c:v>0.6736353815</c:v>
                </c:pt>
                <c:pt idx="91">
                  <c:v>0.6734901607</c:v>
                </c:pt>
                <c:pt idx="92">
                  <c:v>0.6734216154</c:v>
                </c:pt>
                <c:pt idx="93">
                  <c:v>0.6732091188</c:v>
                </c:pt>
                <c:pt idx="94">
                  <c:v>0.6729719102</c:v>
                </c:pt>
                <c:pt idx="95">
                  <c:v>0.6727760673</c:v>
                </c:pt>
                <c:pt idx="96">
                  <c:v>0.6724709392</c:v>
                </c:pt>
                <c:pt idx="97">
                  <c:v>0.6721350729</c:v>
                </c:pt>
                <c:pt idx="98">
                  <c:v>0.6719430685</c:v>
                </c:pt>
                <c:pt idx="99">
                  <c:v>0.6717393756</c:v>
                </c:pt>
              </c:numCache>
            </c:numRef>
          </c:yVal>
          <c:smooth val="0"/>
        </c:ser>
        <c:ser>
          <c:idx val="2"/>
          <c:order val="2"/>
          <c:tx>
            <c:v>频带＋残差</c:v>
          </c:tx>
          <c:spPr>
            <a:ln xmlns:a="http://schemas.openxmlformats.org/drawingml/2006/main" w="28575">
              <a:solidFill>
                <a:srgbClr val="4A9849"/>
              </a:solidFill>
            </a:ln>
          </c:spPr>
          <c:marker>
            <c:symbol val="none"/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0.0</c:formatCode>
                <c:ptCount val="100"/>
                <c:pt idx="0">
                  <c:v>1.0607788742</c:v>
                </c:pt>
                <c:pt idx="1">
                  <c:v>1.0167196751</c:v>
                </c:pt>
                <c:pt idx="2">
                  <c:v>0.9774381936</c:v>
                </c:pt>
                <c:pt idx="3">
                  <c:v>0.9426848829</c:v>
                </c:pt>
                <c:pt idx="4">
                  <c:v>0.911422354</c:v>
                </c:pt>
                <c:pt idx="5">
                  <c:v>0.8841722488</c:v>
                </c:pt>
                <c:pt idx="6">
                  <c:v>0.8609484196</c:v>
                </c:pt>
                <c:pt idx="7">
                  <c:v>0.8404288352</c:v>
                </c:pt>
                <c:pt idx="8">
                  <c:v>0.8223974526</c:v>
                </c:pt>
                <c:pt idx="9">
                  <c:v>0.8061301589</c:v>
                </c:pt>
                <c:pt idx="10">
                  <c:v>0.7917407572</c:v>
                </c:pt>
                <c:pt idx="11">
                  <c:v>0.7794344664</c:v>
                </c:pt>
                <c:pt idx="12">
                  <c:v>0.7688540399</c:v>
                </c:pt>
                <c:pt idx="13">
                  <c:v>0.7594160259</c:v>
                </c:pt>
                <c:pt idx="14">
                  <c:v>0.7509120107</c:v>
                </c:pt>
                <c:pt idx="15">
                  <c:v>0.7435406268</c:v>
                </c:pt>
                <c:pt idx="16">
                  <c:v>0.7367693067</c:v>
                </c:pt>
                <c:pt idx="17">
                  <c:v>0.7306365728</c:v>
                </c:pt>
                <c:pt idx="18">
                  <c:v>0.7251914203</c:v>
                </c:pt>
                <c:pt idx="19">
                  <c:v>0.7202007592</c:v>
                </c:pt>
                <c:pt idx="20">
                  <c:v>0.7157452524</c:v>
                </c:pt>
                <c:pt idx="21">
                  <c:v>0.7115531862</c:v>
                </c:pt>
                <c:pt idx="22">
                  <c:v>0.7076489627</c:v>
                </c:pt>
                <c:pt idx="23">
                  <c:v>0.7038690925</c:v>
                </c:pt>
                <c:pt idx="24">
                  <c:v>0.7003726542</c:v>
                </c:pt>
                <c:pt idx="25">
                  <c:v>0.6972774327</c:v>
                </c:pt>
                <c:pt idx="26">
                  <c:v>0.6944821656</c:v>
                </c:pt>
                <c:pt idx="27">
                  <c:v>0.6919900656</c:v>
                </c:pt>
                <c:pt idx="28">
                  <c:v>0.6898626029</c:v>
                </c:pt>
                <c:pt idx="29">
                  <c:v>0.6877703369</c:v>
                </c:pt>
                <c:pt idx="30">
                  <c:v>0.6858593464</c:v>
                </c:pt>
                <c:pt idx="31">
                  <c:v>0.6841439962</c:v>
                </c:pt>
                <c:pt idx="32">
                  <c:v>0.6824472845</c:v>
                </c:pt>
                <c:pt idx="33">
                  <c:v>0.6809771121</c:v>
                </c:pt>
                <c:pt idx="34">
                  <c:v>0.6797652066</c:v>
                </c:pt>
                <c:pt idx="35">
                  <c:v>0.6784119964</c:v>
                </c:pt>
                <c:pt idx="36">
                  <c:v>0.6770941257</c:v>
                </c:pt>
                <c:pt idx="37">
                  <c:v>0.6760306597</c:v>
                </c:pt>
                <c:pt idx="38">
                  <c:v>0.6751274228</c:v>
                </c:pt>
                <c:pt idx="39">
                  <c:v>0.6740774035</c:v>
                </c:pt>
                <c:pt idx="40">
                  <c:v>0.6730346799</c:v>
                </c:pt>
                <c:pt idx="41">
                  <c:v>0.6720802009</c:v>
                </c:pt>
                <c:pt idx="42">
                  <c:v>0.6712736011</c:v>
                </c:pt>
                <c:pt idx="43">
                  <c:v>0.6705781698</c:v>
                </c:pt>
                <c:pt idx="44">
                  <c:v>0.6699502409</c:v>
                </c:pt>
                <c:pt idx="45">
                  <c:v>0.669235146</c:v>
                </c:pt>
                <c:pt idx="46">
                  <c:v>0.6686139226</c:v>
                </c:pt>
                <c:pt idx="47">
                  <c:v>0.6680539489</c:v>
                </c:pt>
                <c:pt idx="48">
                  <c:v>0.6674898207</c:v>
                </c:pt>
                <c:pt idx="49">
                  <c:v>0.6669314027</c:v>
                </c:pt>
                <c:pt idx="50">
                  <c:v>0.6661904812</c:v>
                </c:pt>
                <c:pt idx="51">
                  <c:v>0.6653595209</c:v>
                </c:pt>
                <c:pt idx="52">
                  <c:v>0.664590776</c:v>
                </c:pt>
                <c:pt idx="53">
                  <c:v>0.6639305472</c:v>
                </c:pt>
                <c:pt idx="54">
                  <c:v>0.6633535922</c:v>
                </c:pt>
                <c:pt idx="55">
                  <c:v>0.6628432751</c:v>
                </c:pt>
                <c:pt idx="56">
                  <c:v>0.662404722</c:v>
                </c:pt>
                <c:pt idx="57">
                  <c:v>0.6618561089</c:v>
                </c:pt>
                <c:pt idx="58">
                  <c:v>0.661348331</c:v>
                </c:pt>
                <c:pt idx="59">
                  <c:v>0.6609223127</c:v>
                </c:pt>
                <c:pt idx="60">
                  <c:v>0.6604430199</c:v>
                </c:pt>
                <c:pt idx="61">
                  <c:v>0.6599101663</c:v>
                </c:pt>
                <c:pt idx="62">
                  <c:v>0.6593439519</c:v>
                </c:pt>
                <c:pt idx="63">
                  <c:v>0.6588803947</c:v>
                </c:pt>
                <c:pt idx="64">
                  <c:v>0.6585778058</c:v>
                </c:pt>
                <c:pt idx="65">
                  <c:v>0.6581277609</c:v>
                </c:pt>
                <c:pt idx="66">
                  <c:v>0.6576841593</c:v>
                </c:pt>
                <c:pt idx="67">
                  <c:v>0.6571226478</c:v>
                </c:pt>
                <c:pt idx="68">
                  <c:v>0.6565920711</c:v>
                </c:pt>
                <c:pt idx="69">
                  <c:v>0.6560712814</c:v>
                </c:pt>
                <c:pt idx="70">
                  <c:v>0.6557038367</c:v>
                </c:pt>
                <c:pt idx="71">
                  <c:v>0.6554223955</c:v>
                </c:pt>
                <c:pt idx="72">
                  <c:v>0.655081588</c:v>
                </c:pt>
                <c:pt idx="73">
                  <c:v>0.6546263754</c:v>
                </c:pt>
                <c:pt idx="74">
                  <c:v>0.654105854</c:v>
                </c:pt>
                <c:pt idx="75">
                  <c:v>0.6536929131</c:v>
                </c:pt>
                <c:pt idx="76">
                  <c:v>0.6533471704</c:v>
                </c:pt>
                <c:pt idx="77">
                  <c:v>0.6530540109</c:v>
                </c:pt>
                <c:pt idx="78">
                  <c:v>0.6528597772</c:v>
                </c:pt>
                <c:pt idx="79">
                  <c:v>0.6526767969</c:v>
                </c:pt>
                <c:pt idx="80">
                  <c:v>0.6523688912</c:v>
                </c:pt>
                <c:pt idx="81">
                  <c:v>0.6521429121</c:v>
                </c:pt>
                <c:pt idx="82">
                  <c:v>0.6518809915</c:v>
                </c:pt>
                <c:pt idx="83">
                  <c:v>0.6516856968</c:v>
                </c:pt>
                <c:pt idx="84">
                  <c:v>0.6514626682</c:v>
                </c:pt>
                <c:pt idx="85">
                  <c:v>0.6512690961</c:v>
                </c:pt>
                <c:pt idx="86">
                  <c:v>0.6509371102</c:v>
                </c:pt>
                <c:pt idx="87">
                  <c:v>0.6505331337</c:v>
                </c:pt>
                <c:pt idx="88">
                  <c:v>0.6502829194</c:v>
                </c:pt>
                <c:pt idx="89">
                  <c:v>0.6499477029</c:v>
                </c:pt>
                <c:pt idx="90">
                  <c:v>0.6495259702</c:v>
                </c:pt>
                <c:pt idx="91">
                  <c:v>0.6491311431</c:v>
                </c:pt>
                <c:pt idx="92">
                  <c:v>0.6489094675</c:v>
                </c:pt>
                <c:pt idx="93">
                  <c:v>0.6487098217</c:v>
                </c:pt>
                <c:pt idx="94">
                  <c:v>0.6484767914</c:v>
                </c:pt>
                <c:pt idx="95">
                  <c:v>0.6481116295</c:v>
                </c:pt>
                <c:pt idx="96">
                  <c:v>0.6477912366</c:v>
                </c:pt>
                <c:pt idx="97">
                  <c:v>0.6474635661</c:v>
                </c:pt>
                <c:pt idx="98">
                  <c:v>0.647184515</c:v>
                </c:pt>
                <c:pt idx="99">
                  <c:v>0.6470295727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3"/>
          <c:min val="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9BCC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C7B72-D3B9-4FA2-992B-16B8C950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十次重复实验：频带与残差消融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AF545-39B8-43B6-9EE2-96B71ADE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7BAD2-9815-4908-9B0D-9F3F8C31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目的：检验频带先验与宽带残差能否改善跨被试迁移。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6D610-8FCD-4DD6-A58C-6BFD04EB0CD1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667250"/>
                <a:gridCol w="3524250"/>
              </a:tblGrid>
              <a:tr h="66198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做了什么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为什么做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 EEGConformer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4–40 Hz 单宽带前端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作为当前模型基线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频带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四子带独立提取、可学习加权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显式引入频率结构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频带＋残差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叠加可门控的 4–40 Hz 宽带分支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保留整频带信息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AD855-B61C-44CF-A464-C02A18C5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S01 / S02 / S05 预训练，S20 Session 2 Base 微调</a:t>
            </a:r>
          </a:p>
          <a:p xmlns:a="http://schemas.openxmlformats.org/drawingml/2006/main">
            <a: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ME 拇指 / 小指，depth=1，3 秒窗口，每种配置 10 次（seed 42–51）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70DD3-4244-483D-8280-A468CED8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同一种子三组共用 trial 划分，先划分再分窗。保存最高验证准确率模型及其对应 loss。</a:t>
            </a:r>
          </a:p>
        </p:txBody>
      </p:sp>
    </p:spTree>
    <p:extLst>
      <p:ext uri="{BB962C8B-B14F-4D97-AF65-F5344CB8AC3E}">
        <p14:creationId xmlns:p14="http://schemas.microsoft.com/office/powerpoint/2010/main" val="1877046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D965C-9869-44CA-83B5-9017AFFA9C38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4" idx="4"/>
          </p:cNvCxnSpPr>
          <p:nvPr/>
        </p:nvCxnSpPr>
        <p:spPr>
          <a:xfrm xmlns:a="http://schemas.openxmlformats.org/drawingml/2006/main" flipV="1">
            <a:off x="8667750" y="3524250"/>
            <a:ext cx="590550" cy="13144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4A9849"/>
            </a:solidFill>
            <a:prstDash val="dash"/>
            <a:tailEnd type="arrow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24CAF-B961-4A3E-8DAD-BF8B551A1CAA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619875" y="48387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849"/>
            </a:solidFill>
            <a:prstDash val="dash"/>
            <a:tailEnd type="arrow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89623-1D13-4624-9063-71B53BDF0E2A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3619500" y="48387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849"/>
            </a:solidFill>
            <a:prstDash val="dash"/>
            <a:tailEnd type="arrow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99244-CF75-49E1-B2A4-CC2DFB038A0D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190625" y="3933825"/>
            <a:ext cx="1047750" cy="904875"/>
          </a:xfrm>
          <a:prstGeom xmlns:a="http://schemas.openxmlformats.org/drawingml/2006/main" prst="bentConnector5">
            <a:avLst>
              <a:gd name="adj1" fmla="val 0"/>
              <a:gd name="adj2" fmla="val 25263"/>
              <a:gd name="adj3" fmla="val 78182"/>
            </a:avLst>
          </a:prstGeom>
          <a:ln xmlns:a="http://schemas.openxmlformats.org/drawingml/2006/main" w="19050">
            <a:solidFill>
              <a:srgbClr val="4A9849"/>
            </a:solidFill>
            <a:prstDash val="dash"/>
            <a:tailEnd type="arrow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0020A-23AE-4F9C-8E29-64E44E1CA0D4}"/>
              </a:ext>
            </a:extLst>
          </p:cNvPr>
          <p:cNvCxnSpPr>
            <a:stCxn xmlns:a="http://schemas.openxmlformats.org/drawingml/2006/main" id="24" idx="6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467850" y="33147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243"/>
            </a:solidFill>
            <a:prstDash val="solid"/>
            <a:tailEnd type="arrow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9E3E2-2E71-4478-B7D3-85D64862B728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2"/>
          </p:cNvCxnSpPr>
          <p:nvPr/>
        </p:nvCxnSpPr>
        <p:spPr>
          <a:xfrm xmlns:a="http://schemas.openxmlformats.org/drawingml/2006/main">
            <a:off x="8667750" y="33147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F7E2A"/>
            </a:solidFill>
            <a:prstDash val="solid"/>
            <a:tailEnd type="arrow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3B792-45F3-4F79-821D-55F3FDC4F108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619875" y="33147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F7E2A"/>
            </a:solidFill>
            <a:prstDash val="solid"/>
            <a:tailEnd type="arrow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0A150-F68D-4F23-A040-693316F159D8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619500" y="33147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F7E2A"/>
            </a:solidFill>
            <a:prstDash val="solid"/>
            <a:tailEnd type="arrow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BCC6E-6A39-4F7B-AEBF-5CF73789F087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809750" y="33147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F7E2A"/>
            </a:solidFill>
            <a:prstDash val="solid"/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D11A0-4CD2-4A57-9AA1-BB14748E250B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8667750" y="1638300"/>
            <a:ext cx="2071688" cy="88582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377EB8"/>
            </a:solidFill>
            <a:prstDash val="solid"/>
            <a:tailEnd type="arrow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5AD33-8B89-4EDB-B875-56C4EBF13743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619875" y="16383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EB8"/>
            </a:solidFill>
            <a:prstDash val="solid"/>
            <a:tail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1972E-C885-4FA3-AFB5-4E302A44A7D0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619500" y="16383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EB8"/>
            </a:solidFill>
            <a:prstDash val="solid"/>
            <a:tailEnd type="arrow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1A586-DC7A-4A84-93A4-5F952066A6B5}"/>
              </a:ext>
            </a:extLst>
          </p:cNvPr>
          <p:cNvCxnSpPr>
            <a:stCxn xmlns:a="http://schemas.openxmlformats.org/drawingml/2006/main" id="17" idx="0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1190625" y="1638300"/>
            <a:ext cx="1047750" cy="1057275"/>
          </a:xfrm>
          <a:prstGeom xmlns:a="http://schemas.openxmlformats.org/drawingml/2006/main" prst="bentConnector5">
            <a:avLst>
              <a:gd name="adj1" fmla="val 0"/>
              <a:gd name="adj2" fmla="val 21622"/>
              <a:gd name="adj3" fmla="val 78182"/>
            </a:avLst>
          </a:prstGeom>
          <a:ln xmlns:a="http://schemas.openxmlformats.org/drawingml/2006/main" w="19050">
            <a:solidFill>
              <a:srgbClr val="377EB8"/>
            </a:solidFill>
            <a:prstDash val="soli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5CD46-1E96-40AE-B465-84F2DC7F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模型架构与插件开关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2F32D-4D97-4DD1-91BF-6DD25B7C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drawio_input">
            <a:extLst xmlns:a="http://schemas.openxmlformats.org/drawingml/2006/main">
              <a:ext uri="{FF2B5EF4-FFF2-40B4-BE49-F238E27FC236}">
                <a16:creationId xmlns:a16="http://schemas.microsoft.com/office/drawing/2014/main" id="{FF6525EE-8534-47F5-8106-23891E78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19050">
            <a:solidFill>
              <a:srgbClr val="526776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EEG 输入</a:t>
            </a:r>
          </a:p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128 × 300</a:t>
            </a:r>
          </a:p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100 Hz</a:t>
            </a:r>
          </a:p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3 秒</a:t>
            </a:r>
          </a:p>
        </p:txBody>
      </p:sp>
      <p:sp>
        <p:nvSpPr>
          <p:cNvPr id="18" name="drawio_basefilter">
            <a:extLst xmlns:a="http://schemas.openxmlformats.org/drawingml/2006/main">
              <a:ext uri="{FF2B5EF4-FFF2-40B4-BE49-F238E27FC236}">
                <a16:creationId xmlns:a16="http://schemas.microsoft.com/office/drawing/2014/main" id="{1F14F781-A65F-4084-8533-1BE43B2F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333500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19050">
            <a:solidFill>
              <a:srgbClr val="377EB8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普通模型</a:t>
            </a:r>
          </a:p>
          <a:p xmlns:a="http://schemas.openxmlformats.org/drawingml/2006/main">
            <a: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4–40 Hz</a:t>
            </a:r>
          </a:p>
        </p:txBody>
      </p:sp>
      <p:sp>
        <p:nvSpPr>
          <p:cNvPr id="19" name="drawio_basecnn">
            <a:extLst xmlns:a="http://schemas.openxmlformats.org/drawingml/2006/main">
              <a:ext uri="{FF2B5EF4-FFF2-40B4-BE49-F238E27FC236}">
                <a16:creationId xmlns:a16="http://schemas.microsoft.com/office/drawing/2014/main" id="{431F69A5-1454-4DD7-B864-A2C99410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3335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19050">
            <a:solidFill>
              <a:srgbClr val="377EB8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时间卷积 + 普通空间卷积</a:t>
            </a:r>
          </a:p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池化 + 投影</a:t>
            </a:r>
          </a:p>
        </p:txBody>
      </p:sp>
      <p:sp>
        <p:nvSpPr>
          <p:cNvPr id="20" name="drawio_basetokens">
            <a:extLst xmlns:a="http://schemas.openxmlformats.org/drawingml/2006/main">
              <a:ext uri="{FF2B5EF4-FFF2-40B4-BE49-F238E27FC236}">
                <a16:creationId xmlns:a16="http://schemas.microsoft.com/office/drawing/2014/main" id="{08B42253-14D3-46D7-B514-3D73619B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3335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19050">
            <a:solidFill>
              <a:srgbClr val="377EB8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14 × 40</a:t>
            </a:r>
          </a:p>
          <a:p xmlns:a="http://schemas.openxmlformats.org/drawingml/2006/main">
            <a: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特征序列</a:t>
            </a:r>
          </a:p>
        </p:txBody>
      </p:sp>
      <p:sp>
        <p:nvSpPr>
          <p:cNvPr id="21" name="drawio_bands">
            <a:extLst xmlns:a="http://schemas.openxmlformats.org/drawingml/2006/main">
              <a:ext uri="{FF2B5EF4-FFF2-40B4-BE49-F238E27FC236}">
                <a16:creationId xmlns:a16="http://schemas.microsoft.com/office/drawing/2014/main" id="{A49274BA-0DB9-4236-9E79-925CA4A8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47950"/>
            <a:ext cx="13811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5"/>
          </a:solidFill>
          <a:ln xmlns:a="http://schemas.openxmlformats.org/drawingml/2006/main" w="19050">
            <a:solidFill>
              <a:srgbClr val="DF7E2A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四个子带 / Hz</a:t>
            </a:r>
          </a:p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4–8</a:t>
            </a:r>
          </a:p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8–13</a:t>
            </a:r>
          </a:p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13–30</a:t>
            </a:r>
          </a:p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30–40</a:t>
            </a:r>
          </a:p>
        </p:txBody>
      </p:sp>
      <p:sp>
        <p:nvSpPr>
          <p:cNvPr id="22" name="drawio_branch">
            <a:extLst xmlns:a="http://schemas.openxmlformats.org/drawingml/2006/main">
              <a:ext uri="{FF2B5EF4-FFF2-40B4-BE49-F238E27FC236}">
                <a16:creationId xmlns:a16="http://schemas.microsoft.com/office/drawing/2014/main" id="{8E242BBC-0A72-4029-8DC5-8621070C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47950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5"/>
          </a:solidFill>
          <a:ln xmlns:a="http://schemas.openxmlformats.org/drawingml/2006/main" w="19050">
            <a:solidFill>
              <a:srgbClr val="DF7E2A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每带独立提取特征</a:t>
            </a:r>
          </a:p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时间卷积 1 × 25</a:t>
            </a:r>
          </a:p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空间 Depthwise 128 × 1</a:t>
            </a:r>
          </a:p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池化 / 投影 / 归一化</a:t>
            </a:r>
          </a:p>
        </p:txBody>
      </p:sp>
      <p:sp>
        <p:nvSpPr>
          <p:cNvPr id="23" name="drawio_fusion">
            <a:extLst xmlns:a="http://schemas.openxmlformats.org/drawingml/2006/main">
              <a:ext uri="{FF2B5EF4-FFF2-40B4-BE49-F238E27FC236}">
                <a16:creationId xmlns:a16="http://schemas.microsoft.com/office/drawing/2014/main" id="{D2A6B7E3-B4F9-4126-AA80-B38A85E1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86075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5"/>
          </a:solidFill>
          <a:ln xmlns:a="http://schemas.openxmlformats.org/drawingml/2006/main" w="19050">
            <a:solidFill>
              <a:srgbClr val="DF7E2A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可学习加权</a:t>
            </a:r>
          </a:p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Σ softmax(θ)ᵦ zᵦ</a:t>
            </a:r>
          </a:p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14 × 40</a:t>
            </a:r>
          </a:p>
        </p:txBody>
      </p:sp>
      <p:sp>
        <p:nvSpPr>
          <p:cNvPr id="24" name="drawio_sum">
            <a:extLst xmlns:a="http://schemas.openxmlformats.org/drawingml/2006/main">
              <a:ext uri="{FF2B5EF4-FFF2-40B4-BE49-F238E27FC236}">
                <a16:creationId xmlns:a16="http://schemas.microsoft.com/office/drawing/2014/main" id="{1C0241A5-987C-4772-904E-5570CB55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05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243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22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2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25" name="drawio_broadband">
            <a:extLst xmlns:a="http://schemas.openxmlformats.org/drawingml/2006/main">
              <a:ext uri="{FF2B5EF4-FFF2-40B4-BE49-F238E27FC236}">
                <a16:creationId xmlns:a16="http://schemas.microsoft.com/office/drawing/2014/main" id="{4CABCAF0-FD1A-424E-A3A8-36B0E457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33900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B"/>
          </a:solidFill>
          <a:ln xmlns:a="http://schemas.openxmlformats.org/drawingml/2006/main" w="19050">
            <a:solidFill>
              <a:srgbClr val="4A9849"/>
            </a:solidFill>
            <a:prstDash val="dash"/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宽带残差</a:t>
            </a:r>
          </a:p>
          <a:p xmlns:a="http://schemas.openxmlformats.org/drawingml/2006/main">
            <a:pPr algn="ctr">
              <a:def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4–40 Hz</a:t>
            </a:r>
          </a:p>
        </p:txBody>
      </p:sp>
      <p:sp>
        <p:nvSpPr>
          <p:cNvPr id="26" name="drawio_bbcnn">
            <a:extLst xmlns:a="http://schemas.openxmlformats.org/drawingml/2006/main">
              <a:ext uri="{FF2B5EF4-FFF2-40B4-BE49-F238E27FC236}">
                <a16:creationId xmlns:a16="http://schemas.microsoft.com/office/drawing/2014/main" id="{4D76D627-1C78-43A9-95B4-339DF63D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10075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B"/>
          </a:solidFill>
          <a:ln xmlns:a="http://schemas.openxmlformats.org/drawingml/2006/main" w="19050">
            <a:solidFill>
              <a:srgbClr val="4A9849"/>
            </a:solidFill>
            <a:prstDash val="dash"/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普通 CNN 前端</a:t>
            </a:r>
          </a:p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线性对齐 + 归一化</a:t>
            </a:r>
          </a:p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14 × 40</a:t>
            </a:r>
          </a:p>
        </p:txBody>
      </p:sp>
      <p:sp>
        <p:nvSpPr>
          <p:cNvPr id="27" name="drawio_gate">
            <a:extLst xmlns:a="http://schemas.openxmlformats.org/drawingml/2006/main">
              <a:ext uri="{FF2B5EF4-FFF2-40B4-BE49-F238E27FC236}">
                <a16:creationId xmlns:a16="http://schemas.microsoft.com/office/drawing/2014/main" id="{1BB2F6C0-9708-4A1E-8721-118AC8C5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10075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B"/>
          </a:solidFill>
          <a:ln xmlns:a="http://schemas.openxmlformats.org/drawingml/2006/main" w="19050">
            <a:solidFill>
              <a:srgbClr val="4A9849"/>
            </a:solidFill>
            <a:prstDash val="dash"/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可学习门控</a:t>
            </a:r>
          </a:p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α = sigmoid(g)</a:t>
            </a:r>
          </a:p>
          <a:p xmlns:a="http://schemas.openxmlformats.org/drawingml/2006/main">
            <a:pPr algn="ctr">
              <a:def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初始 α = 0.1</a:t>
            </a:r>
          </a:p>
        </p:txBody>
      </p:sp>
      <p:sp>
        <p:nvSpPr>
          <p:cNvPr id="28" name="drawio_encoder">
            <a:extLst xmlns:a="http://schemas.openxmlformats.org/drawingml/2006/main">
              <a:ext uri="{FF2B5EF4-FFF2-40B4-BE49-F238E27FC236}">
                <a16:creationId xmlns:a16="http://schemas.microsoft.com/office/drawing/2014/main" id="{619F62D4-A876-4EDF-A0A0-A08DF94F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24125"/>
            <a:ext cx="17621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243"/>
          </a:solidFill>
          <a:ln xmlns:a="http://schemas.openxmlformats.org/drawingml/2006/main" w="19050">
            <a:solidFill>
              <a:srgbClr val="153243"/>
            </a:solidFill>
            <a:prstDash val="solid"/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Transformer × 1</a:t>
            </a:r>
          </a:p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40 维 / 10 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Flatten + MLP</a:t>
            </a:r>
          </a:p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256 / 32 / 2</a:t>
            </a:r>
          </a:p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Softmax 二分类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75E3A1-18EA-46BE-A01D-CD7AC003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普通：off / off     频带：weighted / off     频带＋残差：weighted / gated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3C927F-0971-488B-B905-DE017071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两项开关依次为 filter_bank / broadband_residual。三组后端结构相同，各自独立训练权重。</a:t>
            </a:r>
          </a:p>
        </p:txBody>
      </p:sp>
    </p:spTree>
    <p:extLst>
      <p:ext uri="{BB962C8B-B14F-4D97-AF65-F5344CB8AC3E}">
        <p14:creationId xmlns:p14="http://schemas.microsoft.com/office/powerpoint/2010/main" val="2539159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323B0-8D0A-449E-83E8-4AE9E407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频带＋残差的平均验证准确率最高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6ABA3-5590-4B16-8EFC-3E41F28A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2B5EB-809D-4188-92E6-C0C1CAC3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S01/S02/S05 预训练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C001F-A27C-48BC-ACB8-75C8B9A2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47434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B97B2-722C-4500-A85D-4A33E5B2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6291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5E3FE-92C9-4E1D-A0A8-6D2F5114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4342039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A8B07-0C89-41E6-8DED-E814908E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227739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82%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58E05-E849-45CC-AA61-874AB4FB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3940629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82347-2363-4AEE-BE61-52DB5D45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26329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84%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A7FEC-B35A-4C23-9C35-51B1A706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3539218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7D4CC-56B6-4B22-AFF9-7F5ABD9B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24918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86%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B509A-E72D-4359-8409-CA8492AA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3137807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9ECCA-724A-4758-9F7A-1488E5D8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023507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88%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21B62-151C-401B-AE46-1023B1A3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2736396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07E05-DC59-4081-AC4C-6D3E526C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622096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FF19B-5108-4D58-9582-18647109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2334986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792ED-628C-46D8-BC3A-7A1BE32D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220686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3F3DA-D046-49EE-85AB-9C507654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1933575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589979-A307-436B-8A47-A0965DBF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8192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94%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76AFC5-23BD-4BCD-85E2-3D9D855B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1933575"/>
            <a:ext cx="0" cy="2809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C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F03FE-B1C8-4CB2-B079-18A43416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62125" y="3280527"/>
            <a:ext cx="0" cy="3842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D04678-65F9-4C05-9E06-630FFCC4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71625" y="3280527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43040E-7D8E-4B25-B074-A3814E62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71625" y="3664798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A01B25-CAAF-4BCA-91E6-E34E6AE6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19716"/>
            <a:ext cx="762000" cy="1612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6193">
            <a:solidFill>
              <a:srgbClr val="377EB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7D81E-4D5A-484F-B687-5C6F04E1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81125" y="3437512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324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E42044-D499-40A2-B52E-0707239E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0312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892C7E-A902-4D12-AAD7-D25722DE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817" y="284637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7A3E3D-F706-4B99-8367-4C113131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733" y="362669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BD9EBA-1FDF-46AD-9557-072C448D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650" y="342917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E31CDE-8AC3-4529-920A-9E9E985D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567" y="327444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325E07-AA80-4AD4-9291-49D02AA7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483" y="34455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C00B75-5CB5-4EB2-A470-77637EDF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400" y="32424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E0B5A2-A31A-483E-9E2A-876195DD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17" y="359163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879A35-13BC-4678-A55C-4F1828DD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233" y="336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0A7E2E-16AC-445C-9176-0E08C10E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3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6DAC80-E23E-4FEF-A0C3-54676167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9149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普通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A3FCD2-051F-437D-8BE6-6A73B60F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387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rPr>
              <a:t>86.72%</a:t>
            </a:r>
          </a:p>
          <a:p xmlns:a="http://schemas.openxmlformats.org/drawingml/2006/main">
            <a: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rPr>
              <a:t>±1.09%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51B560-A7E3-40AA-A632-1139838B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38500" y="3180636"/>
            <a:ext cx="0" cy="9172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0C9CAD-CEF2-4015-A8E1-F295C170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48000" y="3180636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F24E60-F0C0-4440-8ED2-32CFDFD2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48000" y="409793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1B512C-7833-46B2-9D80-2E2EBFDC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57110"/>
            <a:ext cx="762000" cy="2890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CF"/>
          </a:solidFill>
          <a:ln xmlns:a="http://schemas.openxmlformats.org/drawingml/2006/main" w="16193">
            <a:solidFill>
              <a:srgbClr val="DF7E2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7B7667-8814-4FD5-B12A-9919A580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57500" y="3623204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324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8D3A1A-0469-4A82-B516-ED6618DB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52237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622829-9E97-4972-A837-3D1C635F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192" y="314253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6ADC8E-AECD-4E20-81E2-C036947B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108" y="363133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97B38D-31B9-4F54-8D3D-DCFA37C9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1025" y="353887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2A6456-2628-45DC-A77E-37710285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942" y="35178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96D5F1-68F4-43E1-B634-BC0BAEEF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858" y="40598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E9769D-3EF5-4FAF-A954-E66ED18A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9775" y="37783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8A647B-7BC3-4D65-AB64-22F83260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692" y="3487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C191BA-33C3-4268-B1B0-E239482A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608" y="392035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092737D-3689-4730-975F-33E605D1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81795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7D3331-A722-42B0-BE2B-F9F8963E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149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频带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9E26C3-86B5-4EA1-893A-4D256B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387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rPr>
              <a:t>85.30%</a:t>
            </a:r>
          </a:p>
          <a:p xmlns:a="http://schemas.openxmlformats.org/drawingml/2006/main">
            <a: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rPr>
              <a:t>±1.30%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3EC639-42B8-4F71-A099-F7805F7C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14875" y="2678725"/>
            <a:ext cx="0" cy="746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2CA7BA-5C6C-4492-9E59-1DCB4539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24375" y="26787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27B019-AA7C-4842-BF6A-EBB9FC0A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24375" y="3425597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7EE492C-00A5-406B-902E-C1E6A3FE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96871"/>
            <a:ext cx="762000" cy="291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9"/>
          </a:solidFill>
          <a:ln xmlns:a="http://schemas.openxmlformats.org/drawingml/2006/main" w="16193">
            <a:solidFill>
              <a:srgbClr val="4A9849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6BC8F7-58A9-4083-A897-E2FDF7DC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333875" y="313063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324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B4A5E97-8502-4F05-82D4-8A4503B8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0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CAB3F2-F907-46C0-88D0-D0FD6AFB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567" y="293750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0E9D6CC-8E23-4DE9-8E22-01107EB9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483" y="29032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92AC047-AF21-4C3A-8582-E3C341A7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23719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ADC0383-0BDF-43BB-9328-AE150622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317" y="3112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3AF5354-5A18-4F85-A475-E3B45CCF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233" y="307292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63EE452-EFA7-48B4-90E9-EE3B63D8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150" y="302257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8967BF1-691F-464E-8E6E-B45A794E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067" y="325515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ABD0A51-19BD-4F0A-86E4-D1C78312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983" y="336464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1475582-4FBD-46FB-AF22-8BC4C236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8749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9A1D016-A574-4600-9362-CB6DB7F8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9149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频带＋残差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102073A-FD33-4B14-83EB-1CF997A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2387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rPr>
              <a:t>88.03%</a:t>
            </a:r>
          </a:p>
          <a:p xmlns:a="http://schemas.openxmlformats.org/drawingml/2006/main">
            <a: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rPr>
              <a:t>±1.15%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4F89995-95A9-4BCB-AD19-0175E4A1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668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S20 微调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CE311B9-28F1-44AF-A469-4B20C1B2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05625" y="47434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BFF2F89-72B0-4D88-B4FD-38A9A724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6291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45%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956FF87-118F-49B2-9AAB-72A8F60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05625" y="4342039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A89A6F9-F67C-45CA-9105-432B75B4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227739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50%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2B24B46-863E-46D7-9B06-A1F3428C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05625" y="3940629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A505072-B4BB-4FBD-8583-7B3DA934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826329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55%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F91721C-CF43-4E38-A85D-68D76D46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05625" y="3539218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168E5DC-8361-4FF1-8ECA-F41097E2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424918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89EFED1-5EF2-4336-9704-8155517D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05625" y="3137807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C6C2731-A868-46BD-8DCA-C2D96718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023507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65%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0E582C8-50D5-48E8-86A5-181ACF79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05625" y="2736396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08F8A3E-7CFE-4392-8C57-D438D4E0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22096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EA85062-7D17-4A05-A20A-256F84A5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05625" y="2334986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A9D5BE4-6F14-4D52-BD6E-27565A5C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20686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75%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2C9A8A8-9184-462D-8752-44EBD53F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05625" y="1933575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6D9B6D7-8B9D-4F54-B2F2-405286A1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192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ADE50AB-D8C2-43EE-B24B-300CA13F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05625" y="1933575"/>
            <a:ext cx="0" cy="2809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CC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833F55E-25FB-47DA-A3D9-430C6396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72375" y="2788191"/>
            <a:ext cx="0" cy="11215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5713CBD-99B7-4D29-8DF9-D71451D0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81875" y="2788191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9E6FBB8-BC1F-4411-9213-9E47C03D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81875" y="3909751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BBC14BF-256A-43C5-8D46-2D7A1054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70677"/>
            <a:ext cx="762000" cy="315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6193">
            <a:solidFill>
              <a:srgbClr val="377EB8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A7CAB3F-AC94-4F2B-89C4-52895AB9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91375" y="3263382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324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6382C96-5983-407F-B416-505A3C50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4138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7599757-A147-4115-9D11-C1997EFF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067" y="335944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0082E72-862A-420D-A48E-397B8F92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983" y="347750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3E24BE9-FD3D-4239-A7CF-2A5E946A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900" y="288719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59BD3B3-7615-440C-A5C9-A7164BD3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817" y="387165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0D3FC53-C495-45A1-AA18-3F44DBE0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733" y="320918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28A5B33-483E-4F79-8DB6-94F6B1DD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50" y="27500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4BC1814-7CD8-4603-9B2F-81D699CD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567" y="313855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E7E5198-230E-4BD0-BA66-DE2E36AF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483" y="36030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F17FFE2-2DBD-4604-8636-57905452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305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EFF37D4-AAB9-4DAF-869D-7DE0C37D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9149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普通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3089EED-4751-4428-B9C6-5D9BCFF7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2387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rPr>
              <a:t>62.92%</a:t>
            </a:r>
          </a:p>
          <a:p xmlns:a="http://schemas.openxmlformats.org/drawingml/2006/main">
            <a: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rPr>
              <a:t>±4.11%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9B8396F-6C73-4CF4-B881-1913A041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48750" y="2639085"/>
            <a:ext cx="0" cy="14668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B128893-EA99-4CD1-8DBA-702C3463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858250" y="263908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1EBC55D-49F9-457F-AB27-6F1DE94F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858250" y="410591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D3DB2C8-A3C2-4103-A23D-6DCB274E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34845"/>
            <a:ext cx="762000" cy="744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CF"/>
          </a:solidFill>
          <a:ln xmlns:a="http://schemas.openxmlformats.org/drawingml/2006/main" w="16193">
            <a:solidFill>
              <a:srgbClr val="DF7E2A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CFFE596-4F58-4704-A854-A14ED96C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67750" y="3347594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324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DE16243-FB07-4C9E-B380-5EAB38E7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76913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2828634-88BE-4FD4-9136-08DCC500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5442" y="324138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1E9B20B-DC77-4BF4-9135-160722A3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8358" y="406781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78DF454-0394-4190-A618-30274DC8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1275" y="359556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60D5476-CF76-4A44-8AB7-F2687308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192" y="337760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AB7B2AE-23FF-488F-984A-4E85C607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108" y="26009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54FF0FA-D301-4BE1-A102-6B1BE63C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025" y="262060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5ACF0EC-CACC-4968-B26B-D6CC308D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2942" y="287957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16C807C-C5E4-46D2-BAB2-0FA505FD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858" y="39853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93F5CB4-25FB-44E4-AF74-AEEA4B69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7760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0C8C9E1-2FAD-4F0B-A568-3B9941B4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149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频带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7BDFC90-CE73-4019-97E4-7941AEBF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387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rPr>
              <a:t>63.11%</a:t>
            </a:r>
          </a:p>
          <a:p xmlns:a="http://schemas.openxmlformats.org/drawingml/2006/main">
            <a: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rPr>
              <a:t>±6.63%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0C5F1ED-9611-4A1E-ABAC-B9B4DE11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525125" y="2788191"/>
            <a:ext cx="0" cy="998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B973F53-7FA1-4089-A190-A7705CB3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34625" y="2788191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8ABABE6-037C-429A-B706-628E1C42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34625" y="378624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8F6729E-F5BD-4E1D-98CA-A26012C0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922571"/>
            <a:ext cx="762000" cy="3873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9"/>
          </a:solidFill>
          <a:ln xmlns:a="http://schemas.openxmlformats.org/drawingml/2006/main" w="16193">
            <a:solidFill>
              <a:srgbClr val="4A9849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699D5B7-A2E4-4EC9-88C9-8A3290DB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144125" y="3023681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324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6135CD7-D748-45F8-991F-49A28D59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88719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E826414-9D47-4B01-98C7-BC9637A2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817" y="300525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94656E9-E225-452E-87E5-10652369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4733" y="371362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E7C3B3D-A276-4E2A-92B9-442AC761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650" y="335944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DA9329A-BE32-485F-87A4-929CE4B3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567" y="374814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029DD01-D4E4-4801-98FF-5E70913B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483" y="296590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570A4B3-C848-476D-9C6A-C3E8A238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6400" y="300906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7FD85CE-EBDB-45B1-9A75-1204764D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317" y="27500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780525E-D02E-4754-8E1C-B05DB89E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233" y="28384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3D0759C-753D-4B06-AA1C-129E3625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8835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6002CC0-143E-4899-A42E-BC3674E8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9149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频带＋残差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AB73A4B-4916-4FA9-95A8-BA3F077E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2387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rPr>
              <a:t>64.80%</a:t>
            </a:r>
          </a:p>
          <a:p xmlns:a="http://schemas.openxmlformats.org/drawingml/2006/main">
            <a: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rPr>
              <a:t>±4.51%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0692A89-4527-490D-AA7D-0A14927E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箱体为四分位距，横线为中位数，散点为 10 次运行。下方数字为均值 ± 标准差。</a:t>
            </a:r>
          </a:p>
        </p:txBody>
      </p:sp>
    </p:spTree>
    <p:extLst>
      <p:ext uri="{BB962C8B-B14F-4D97-AF65-F5344CB8AC3E}">
        <p14:creationId xmlns:p14="http://schemas.microsoft.com/office/powerpoint/2010/main" val="1587043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812FE-1874-4CF9-AF82-C539287F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验证 loss 分布：残差组的均值较低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8C8EF-480A-48A1-967E-075AD4BC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F0A41-F913-43EB-92E3-7CB256B5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S01/S02/S05 预训练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35B55-94F6-4638-B1BC-8695DFF8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47434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FA91F-E3C7-4773-A783-B98A6988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6291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0.30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AE2D8-0A09-4BC2-8370-6D7DE45D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4275138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8E3E5-ABAB-4BB7-8D36-D318A230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160838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0.35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7A2FC-B74D-4C14-8AEC-30BE89C6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3806825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10F75-08F5-4D7C-8BC9-F3786F0B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692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0.40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34704-25B9-40F5-994B-F17A518E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3338513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01627-AA89-46C5-A99D-D3ACCCCB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224213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0.45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0EE1B-CAA8-412A-9BAC-D26A335F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28702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DB401-4D0C-40DF-9691-20E2348E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559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0.50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55122-7BC1-43FF-BAA7-FC8557A7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2401887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B0865-ABAE-457D-8CEE-CED0FA4A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287587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0.55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DBCD7-1E95-4F4F-BFE3-8AF0BE15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1933575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A1F1C9-625A-4F8E-A3C0-1BF9E2DA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8192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0.60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43C358-8932-401E-9768-10EE95C8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1933575"/>
            <a:ext cx="0" cy="2809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C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50AA72-DA7A-4B9C-BA53-AD689431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62125" y="2465519"/>
            <a:ext cx="0" cy="6804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87A7B2-B24A-42AB-9CD5-9F567DA8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71625" y="2465519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7F4C9-A882-4703-8A98-F8C4B902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71625" y="3145937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75749-739A-4005-BA5A-AFFC74F3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43118"/>
            <a:ext cx="762000" cy="2023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6193">
            <a:solidFill>
              <a:srgbClr val="377EB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2C5E2D-A9A4-4206-8B3B-60B684F8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81125" y="2821897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32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A6168F-7717-4456-A251-FAA9F34F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216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E67518-8D1D-4D3D-BFAE-5CF67CCE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817" y="36385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C9A045-5C20-499C-B9CC-FEF36386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733" y="265970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13613D-B09C-412A-9CF6-7FCEC8A7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650" y="269963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2BD672-9FB1-44EA-9C5C-E8A03E94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567" y="282144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838BEE-3EE6-46D3-9F51-A0CBCF2E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483" y="272117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9ECC64-1A1A-4CF9-BCB9-E916F8BF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400" y="283304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71B684-4977-4817-96E2-55E987DF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17" y="242741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187DAE-22D0-4FC1-8F5F-A754C4AA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233" y="310783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7000A9-D75C-4D1F-AB5F-213A8091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4614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E4BEF2-E5BB-4882-9093-378578B0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9149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普通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97BADC-DDDA-4710-88E5-51121DE5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387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rPr>
              <a:t>0.497</a:t>
            </a:r>
          </a:p>
          <a:p xmlns:a="http://schemas.openxmlformats.org/drawingml/2006/main">
            <a: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rPr>
              <a:t>±0.035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59569A-DF87-4C19-A9B8-81B5A88A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38500" y="2222101"/>
            <a:ext cx="0" cy="9342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DE6F85-4265-4823-92DE-8179F6F0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48000" y="2222101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690E09-216B-43F5-A883-3F2D5718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48000" y="3156383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92A643-E6AD-4F7C-8F53-5B6F5049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0998"/>
            <a:ext cx="762000" cy="4155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CF"/>
          </a:solidFill>
          <a:ln xmlns:a="http://schemas.openxmlformats.org/drawingml/2006/main" w="16193">
            <a:solidFill>
              <a:srgbClr val="DF7E2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E63A40-FE85-4C5B-AECF-BA265329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57500" y="259395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324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62C221-833D-421B-B321-8310E9DA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4790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E4D83D-A26E-4BCD-A753-EB20D62D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192" y="311828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C077A2-0C26-4C35-9D4A-FD85EEC7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108" y="246689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77D365-E861-4AF4-8540-BF18EB13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1025" y="27286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45E3C2-6173-4E33-A1AA-E94772A0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942" y="29076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2B7B6B-9840-40A4-9E3A-FBBE568B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858" y="218400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72B733-A09F-47C4-BE62-6EBE6714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9775" y="2274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F4D25F-1C97-45FA-8D40-30DB04F6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692" y="264481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405D31-3A0C-434E-A485-FF750331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608" y="22412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E396D5-4D94-4281-974B-9C154F66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34809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269353F-9E8A-4FC0-B2DB-18765E17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149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频带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2FF7B50-7D11-410D-891D-051E8C09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387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rPr>
              <a:t>0.529</a:t>
            </a:r>
          </a:p>
          <a:p xmlns:a="http://schemas.openxmlformats.org/drawingml/2006/main">
            <a: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rPr>
              <a:t>±0.033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401D3E-39A5-411A-816C-26F733E4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14875" y="2871998"/>
            <a:ext cx="0" cy="842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8C9C88-539D-46AA-90E9-20702F69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24375" y="2871998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A922C8E-76DD-44B6-B99D-1C94CF76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24375" y="3714078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946A634-DB54-499B-B3CD-F4E48800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86709"/>
            <a:ext cx="762000" cy="3540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9"/>
          </a:solidFill>
          <a:ln xmlns:a="http://schemas.openxmlformats.org/drawingml/2006/main" w="16193">
            <a:solidFill>
              <a:srgbClr val="4A9849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AB1E0B7-FE84-4470-BF9C-B7EBF329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333875" y="3165323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324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CE2E82E-044D-4CC6-8C0F-B51C0EF4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759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29CC089-E50C-49E8-8360-21BDF9BC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567" y="332492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4E3D59-2B92-4234-BEBD-0D894BA4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483" y="34414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8DFEEDF-66E2-40A2-9998-7AE87E1A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92761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FF01C70-3C38-43CA-B0D0-B93DF767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317" y="323581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3FF7E2A-C625-41EC-B85F-FEFE51B0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233" y="31698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70ED642-1918-499F-BF7F-A136340F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150" y="308460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49B5AD7-6F4D-4ECB-B22F-4058D178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067" y="283389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3974164-AA67-424B-9178-ECF80782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983" y="284841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291EE62-C2A6-42C4-A006-E9014256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1158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7E1A633-BA6B-412D-B141-607704E9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9149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频带＋残差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A5831C3-5EF4-48B9-89FE-D9D92474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2387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rPr>
              <a:t>0.465</a:t>
            </a:r>
          </a:p>
          <a:p xmlns:a="http://schemas.openxmlformats.org/drawingml/2006/main">
            <a: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rPr>
              <a:t>±0.029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4E3EA6F-1C37-4F8A-88C1-3CC0D03C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668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S20 微调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011388C-27D6-4699-9B5A-001CD6B8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05625" y="47434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179E8A2-BC75-48D7-B2D9-1F097015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6291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0.50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F448474-BA79-4605-85D7-456B089F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05625" y="4275138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7CC2BBD-D0EA-4378-ADC1-D815B6BD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160838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0.65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B99A74A-E15F-4A33-BB8B-DED077FA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05625" y="3806825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E6ED33C-5E2F-4E9B-A7D7-051E54E7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92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0.80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DDDF225-C07A-4578-9A32-A0358C4E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05625" y="3338513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896056E-BAA8-40D9-A772-B2CFCDA2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24213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0.95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58A7717-73BE-4036-B753-184E4A6F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05625" y="28702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7029EBA-5941-4E17-ADBC-090416E8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7559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1.10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253A3A6-F707-4BE2-AD3A-C35136E0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05625" y="2401888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7078D72-DE46-4024-ADBE-37878B83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87588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1.25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380B49B-0152-4BDA-A402-45EDC1A4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05625" y="1933575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9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DBB8CE1-8EB9-4DE4-B394-24F246BA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192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1.40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EEDB9E2-0E97-494C-BBCB-851F0FD1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05625" y="1933575"/>
            <a:ext cx="0" cy="2809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C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AADA978-B489-4BF6-9B26-08BF7CB0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72375" y="3178623"/>
            <a:ext cx="0" cy="10983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685235E-6D4E-4E49-A613-125D3C20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81875" y="3178623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157C990-8422-4D7B-B01C-2967A0A7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81875" y="427700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730D0C0-BBC6-4AF2-BEFE-77C19CDE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01238"/>
            <a:ext cx="762000" cy="4233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6193">
            <a:solidFill>
              <a:srgbClr val="377EB8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E75555C-EE9F-450B-90B3-7010719B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91375" y="4151643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324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2F255FD-684B-4736-9C67-21703554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4052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F4CDAAD-0AA9-4D70-9ECE-4BC58EBE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067" y="373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91AF054-AC95-4681-9823-4759FBC8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983" y="417890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949A63E-BB86-4969-8EA5-C5DA6BD7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900" y="416311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AEC82CD-1FCB-4E90-8F4B-783A54AC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817" y="232367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0AE38A5-427D-4254-8D06-F597F47D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733" y="41889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481C3E5-8FE8-4A70-A293-7DDD56B3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50" y="423332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B171786-1507-4D04-AD26-C68BBE5B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567" y="384980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F1B2223-2788-442F-B2B7-4307C5D7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483" y="406396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F133910-F66B-45C7-A713-A26EF3CE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389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EB8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4FD704B-F0D7-4014-B85B-19D86B24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9149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普通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47DCFBD-C418-4178-AB42-A2AC3DA0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2387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rPr>
              <a:t>0.786</a:t>
            </a:r>
          </a:p>
          <a:p xmlns:a="http://schemas.openxmlformats.org/drawingml/2006/main">
            <a:pPr algn="ctr">
              <a:def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77EB8"/>
                </a:solidFill>
                <a:latin typeface="Microsoft YaHei"/>
                <a:ea typeface="Microsoft YaHei"/>
                <a:cs typeface="Microsoft YaHei"/>
              </a:rPr>
              <a:t>±0.200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F6BA952-0730-4C49-9AE9-0D1241A1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48750" y="4017108"/>
            <a:ext cx="0" cy="3117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7B15048-2641-4F08-9FA8-AF3CB9F8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858250" y="4017108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7243343-6D7B-41BF-A82E-EFCAB498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858250" y="432886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0F868F4-8E2E-49D7-9E70-52350690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9700"/>
            <a:ext cx="762000" cy="224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CF"/>
          </a:solidFill>
          <a:ln xmlns:a="http://schemas.openxmlformats.org/drawingml/2006/main" w="16193">
            <a:solidFill>
              <a:srgbClr val="DF7E2A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2E31E47-044D-448B-989C-ED06B845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67750" y="420212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324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5871222-AFDA-49AD-A8E8-A2070C56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4389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5C9E873-BB0E-4378-89D6-11F88918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5442" y="42114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86F0DB3-6BD3-4F4E-A359-346206B0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8358" y="397900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4DE81DE-0843-44F3-B579-7A544CF7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1275" y="2831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537356A-0F57-4D36-B02B-8A3D91FE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192" y="4109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4A96852-57CF-4C0E-B552-8241B6A2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108" y="42443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1045962-63B1-4889-8338-0DAD2EBB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025" y="429076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AF1BC49-C57A-48E0-A0BB-EAD2806C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2942" y="41959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10214CF-85EF-4B24-A6E1-7B39A1BF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858" y="22846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247448A-D8DE-482D-93F4-F00C6D69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13209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E2A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550F3DB-632A-4D24-B2A0-EEBF76CD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149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频带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EAA7551-EE5B-4107-9836-3F7FA15F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387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rPr>
              <a:t>0.773</a:t>
            </a:r>
          </a:p>
          <a:p xmlns:a="http://schemas.openxmlformats.org/drawingml/2006/main">
            <a:pPr algn="ctr">
              <a:def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F7E2A"/>
                </a:solidFill>
                <a:latin typeface="Microsoft YaHei"/>
                <a:ea typeface="Microsoft YaHei"/>
                <a:cs typeface="Microsoft YaHei"/>
              </a:rPr>
              <a:t>±0.224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F0CDD89-4188-44CD-B61B-0BF68CC9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525125" y="3856791"/>
            <a:ext cx="0" cy="5226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E7BE5A1-7E0B-4E5D-B140-4D63031A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34625" y="3856791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D870BAC-EA93-45FF-BBF3-107117DE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34625" y="4379458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324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EDF2D5E-40BF-4770-B777-5AD94E5B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008646"/>
            <a:ext cx="762000" cy="2776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9"/>
          </a:solidFill>
          <a:ln xmlns:a="http://schemas.openxmlformats.org/drawingml/2006/main" w="16193">
            <a:solidFill>
              <a:srgbClr val="4A9849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E43D080-3AA5-4BA9-9C8C-7CA39524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144125" y="4118802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3243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75CB10B-4890-4568-896C-0CE02FD5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5832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83DFC67-D8D3-466D-9863-DEF52789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817" y="38186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E229632-A92A-40F6-BE1E-06AB3FBB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4733" y="406259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DBDEB11-C05F-4BE5-89EE-D4D7CD77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650" y="309871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AEC9047-FE7A-433D-8EA8-689A3B6C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567" y="39491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1EAEC2A-C46D-488D-858E-B453B172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483" y="421767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3BF89B5-205D-45CC-BEF9-F7E07D27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6400" y="409881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9A39244-8757-4DEA-A123-E136D399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317" y="431420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071D973-19F5-4559-AFA0-4CDE94B2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233" y="434135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C3B8ACA-3803-49F8-8515-3DAEED0D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03480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849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2EE7BD0-7698-40CA-BDB6-4B186BC3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9149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频带＋残差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729AC14-8291-4B3C-A8DC-53553F0F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2387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rPr>
              <a:t>0.720</a:t>
            </a:r>
          </a:p>
          <a:p xmlns:a="http://schemas.openxmlformats.org/drawingml/2006/main">
            <a:pPr algn="ctr">
              <a:def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rPr>
              <a:t>±0.116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129DA62-03C1-4258-88B2-4318DEF8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Loss 取各次最高验证准确率模型的对应值，并非最低 loss。使用标签平滑交叉熵。</a:t>
            </a:r>
          </a:p>
        </p:txBody>
      </p:sp>
    </p:spTree>
    <p:extLst>
      <p:ext uri="{BB962C8B-B14F-4D97-AF65-F5344CB8AC3E}">
        <p14:creationId xmlns:p14="http://schemas.microsoft.com/office/powerpoint/2010/main" val="11824154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ACE43-0148-4D9F-BF81-A4C28C99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S20 微调：平均验证曲线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AD6EA-0127-4B7F-9AD2-AFDA7866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59676BB-0BC5-409F-A37E-C89701E4D217}"/>
              </a:ext>
            </a:extLst>
          </p:cNvPr>
          <p:cNvGraphicFramePr/>
          <p:nvPr/>
        </p:nvGraphicFramePr>
        <p:xfrm>
          <a:off xmlns:a="http://schemas.openxmlformats.org/drawingml/2006/main" x="428625" y="1381125"/>
          <a:ext xmlns:a="http://schemas.openxmlformats.org/drawingml/2006/main" cx="56197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1e28e0ad1248e1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997C4CB-ACD3-4F5C-BA3A-AE151C08143F}"/>
              </a:ext>
            </a:extLst>
          </p:cNvPr>
          <p:cNvGraphicFramePr/>
          <p:nvPr/>
        </p:nvGraphicFramePr>
        <p:xfrm>
          <a:off xmlns:a="http://schemas.openxmlformats.org/drawingml/2006/main" x="6381750" y="1381125"/>
          <a:ext xmlns:a="http://schemas.openxmlformats.org/drawingml/2006/main" cx="56197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af5d6c0e9f4e3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E1350-166B-40D2-8549-2911DFDF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曲线为 10 个种子的逐轮均值，仅覆盖共同完成的轮数。逐轮均值不同于各次最佳值的均值。</a:t>
            </a:r>
          </a:p>
        </p:txBody>
      </p:sp>
    </p:spTree>
    <p:extLst>
      <p:ext uri="{BB962C8B-B14F-4D97-AF65-F5344CB8AC3E}">
        <p14:creationId xmlns:p14="http://schemas.microsoft.com/office/powerpoint/2010/main" val="1018479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DBB77-3D58-4A5D-A882-A7FE4DD7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结论：残差有改善趋势，仍需独立测试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0E661-6736-4DF3-900F-728914B6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9E6D1-3377-4779-B288-ABB1DC73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4A9849"/>
                </a:solidFill>
                <a:latin typeface="Microsoft YaHei"/>
                <a:ea typeface="Microsoft YaHei"/>
                <a:cs typeface="Microsoft YaHei"/>
              </a:rPr>
              <a:t>频带＋残差：S20 平均提高 1.88 个百分点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58783-2E71-420E-8E41-818939C1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64.80% 对比普通模型 62.92%，10 次中有 7 次高于普通模型。</a:t>
            </a:r>
          </a:p>
          <a:p xmlns:a="http://schemas.openxmlformats.org/drawingml/2006/main">
            <a: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单独频带仅提高 0.19 个百分点，且结果波动更大。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84A75-D439-4721-B21C-8E812E00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当前证据支持继续验证该配置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BBBDC-6CC6-44E3-9A5A-A2FB0933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重复使用同一目标被试，10 个种子不等于 10 个独立被试。</a:t>
            </a:r>
          </a:p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模型选择使用验证集，尚不能宣称独立测试收益或统计显著提升。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9E35D-E9F3-405F-8BBB-108DB755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下一步：增加目标被试与独立测试集，并控制前端形式和参数量做消融。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32091-6A01-46A2-AA75-0905ECC7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完整插件同时改变空间卷积、归一化、参数量与微调参数，收益不能单独归因于频带划分。</a:t>
            </a:r>
          </a:p>
        </p:txBody>
      </p:sp>
    </p:spTree>
    <p:extLst>
      <p:ext uri="{BB962C8B-B14F-4D97-AF65-F5344CB8AC3E}">
        <p14:creationId xmlns:p14="http://schemas.microsoft.com/office/powerpoint/2010/main" val="264447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2026-10-21T16:40:00.3980000Z</dcterms:created>
  <dcterms:modified xsi:type="dcterms:W3CDTF">2026-10-21T16:40:00.3980000Z</dcterms:modified>
</coreProperties>
</file>