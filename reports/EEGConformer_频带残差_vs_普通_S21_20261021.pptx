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968165e624452" /><Relationship Type="http://schemas.openxmlformats.org/officeDocument/2006/relationships/extended-properties" Target="/docProps/app.xml" Id="R84e6419853264866" /><Relationship Type="http://schemas.openxmlformats.org/officeDocument/2006/relationships/officeDocument" Target="/ppt/presentation.xml" Id="R163410304cf0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bae23959f4185"/>
  </p:sldMasterIdLst>
  <p:notesMasterIdLst>
    <p:notesMasterId xmlns:r="http://schemas.openxmlformats.org/officeDocument/2006/relationships" r:id="R9e713e9db64c4db6"/>
  </p:notesMasterIdLst>
  <p:sldIdLst>
    <p:sldId xmlns:r="http://schemas.openxmlformats.org/officeDocument/2006/relationships" id="256" r:id="R2c601aa02e79434b"/>
    <p:sldId xmlns:r="http://schemas.openxmlformats.org/officeDocument/2006/relationships" id="257" r:id="R912453fa34464e70"/>
    <p:sldId xmlns:r="http://schemas.openxmlformats.org/officeDocument/2006/relationships" id="258" r:id="R0febd0d3cb1f4ad1"/>
    <p:sldId xmlns:r="http://schemas.openxmlformats.org/officeDocument/2006/relationships" id="259" r:id="R5120de320f2d448e"/>
    <p:sldId xmlns:r="http://schemas.openxmlformats.org/officeDocument/2006/relationships" id="260" r:id="Rd13db6ee2dbb4317"/>
    <p:sldId xmlns:r="http://schemas.openxmlformats.org/officeDocument/2006/relationships" id="261" r:id="Rfc69dde7949d4a0c"/>
    <p:sldId xmlns:r="http://schemas.openxmlformats.org/officeDocument/2006/relationships" id="262" r:id="Rd8477c0dd0dd4848"/>
    <p:sldId xmlns:r="http://schemas.openxmlformats.org/officeDocument/2006/relationships" id="263" r:id="R939031bd14394caa"/>
    <p:sldId xmlns:r="http://schemas.openxmlformats.org/officeDocument/2006/relationships" id="264" r:id="R4f0ee47448164d91"/>
    <p:sldId xmlns:r="http://schemas.openxmlformats.org/officeDocument/2006/relationships" id="265" r:id="R058dfc963614461a"/>
    <p:sldId xmlns:r="http://schemas.openxmlformats.org/officeDocument/2006/relationships" id="266" r:id="R04f86fdf485f4237"/>
    <p:sldId xmlns:r="http://schemas.openxmlformats.org/officeDocument/2006/relationships" id="267" r:id="Ra2b941d38ea949da"/>
    <p:sldId xmlns:r="http://schemas.openxmlformats.org/officeDocument/2006/relationships" id="268" r:id="Rce8b5c73416b4a58"/>
    <p:sldId xmlns:r="http://schemas.openxmlformats.org/officeDocument/2006/relationships" id="269" r:id="Rab0d14f2974d4559"/>
    <p:sldId xmlns:r="http://schemas.openxmlformats.org/officeDocument/2006/relationships" id="270" r:id="Rfdd42816722c4659"/>
    <p:sldId xmlns:r="http://schemas.openxmlformats.org/officeDocument/2006/relationships" id="271" r:id="R2e9706d8499445ae"/>
    <p:sldId xmlns:r="http://schemas.openxmlformats.org/officeDocument/2006/relationships" id="272" r:id="R2eb6ce2fc28f4d83"/>
    <p:sldId xmlns:r="http://schemas.openxmlformats.org/officeDocument/2006/relationships" id="273" r:id="Re82e614ea0434c99"/>
    <p:sldId xmlns:r="http://schemas.openxmlformats.org/officeDocument/2006/relationships" id="274" r:id="R5fae89ebdfc544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9ad828bf84c00" /><Relationship Type="http://schemas.openxmlformats.org/officeDocument/2006/relationships/slideMaster" Target="/ppt/slideMasters/slideMaster1.xml" Id="Rd06bae23959f4185" /><Relationship Type="http://schemas.openxmlformats.org/officeDocument/2006/relationships/notesMaster" Target="/ppt/notesMasters/notesMaster1.xml" Id="R9e713e9db64c4db6" /><Relationship Type="http://schemas.openxmlformats.org/officeDocument/2006/relationships/presProps" Target="/ppt/presProps.xml" Id="R82107e901e71436c" /><Relationship Type="http://schemas.openxmlformats.org/officeDocument/2006/relationships/tableStyles" Target="/ppt/tableStyles.xml" Id="Rd2a9a23c6c5f4ac3" /><Relationship Type="http://schemas.openxmlformats.org/officeDocument/2006/relationships/slide" Target="/ppt/slides/slide1.xml" Id="R2c601aa02e79434b" /><Relationship Type="http://schemas.openxmlformats.org/officeDocument/2006/relationships/slide" Target="/ppt/slides/slide2.xml" Id="R912453fa34464e70" /><Relationship Type="http://schemas.openxmlformats.org/officeDocument/2006/relationships/slide" Target="/ppt/slides/slide3.xml" Id="R0febd0d3cb1f4ad1" /><Relationship Type="http://schemas.openxmlformats.org/officeDocument/2006/relationships/slide" Target="/ppt/slides/slide4.xml" Id="R5120de320f2d448e" /><Relationship Type="http://schemas.openxmlformats.org/officeDocument/2006/relationships/slide" Target="/ppt/slides/slide5.xml" Id="Rd13db6ee2dbb4317" /><Relationship Type="http://schemas.openxmlformats.org/officeDocument/2006/relationships/slide" Target="/ppt/slides/slide6.xml" Id="Rfc69dde7949d4a0c" /><Relationship Type="http://schemas.openxmlformats.org/officeDocument/2006/relationships/slide" Target="/ppt/slides/slide7.xml" Id="Rd8477c0dd0dd4848" /><Relationship Type="http://schemas.openxmlformats.org/officeDocument/2006/relationships/slide" Target="/ppt/slides/slide8.xml" Id="R939031bd14394caa" /><Relationship Type="http://schemas.openxmlformats.org/officeDocument/2006/relationships/slide" Target="/ppt/slides/slide9.xml" Id="R4f0ee47448164d91" /><Relationship Type="http://schemas.openxmlformats.org/officeDocument/2006/relationships/slide" Target="/ppt/slides/slide10.xml" Id="R058dfc963614461a" /><Relationship Type="http://schemas.openxmlformats.org/officeDocument/2006/relationships/slide" Target="/ppt/slides/slide11.xml" Id="R04f86fdf485f4237" /><Relationship Type="http://schemas.openxmlformats.org/officeDocument/2006/relationships/slide" Target="/ppt/slides/slide12.xml" Id="Ra2b941d38ea949da" /><Relationship Type="http://schemas.openxmlformats.org/officeDocument/2006/relationships/slide" Target="/ppt/slides/slide13.xml" Id="Rce8b5c73416b4a58" /><Relationship Type="http://schemas.openxmlformats.org/officeDocument/2006/relationships/slide" Target="/ppt/slides/slide14.xml" Id="Rab0d14f2974d4559" /><Relationship Type="http://schemas.openxmlformats.org/officeDocument/2006/relationships/slide" Target="/ppt/slides/slide15.xml" Id="Rfdd42816722c4659" /><Relationship Type="http://schemas.openxmlformats.org/officeDocument/2006/relationships/slide" Target="/ppt/slides/slide16.xml" Id="R2e9706d8499445ae" /><Relationship Type="http://schemas.openxmlformats.org/officeDocument/2006/relationships/slide" Target="/ppt/slides/slide17.xml" Id="R2eb6ce2fc28f4d83" /><Relationship Type="http://schemas.openxmlformats.org/officeDocument/2006/relationships/slide" Target="/ppt/slides/slide18.xml" Id="Re82e614ea0434c99" /><Relationship Type="http://schemas.openxmlformats.org/officeDocument/2006/relationships/slide" Target="/ppt/slides/slide19.xml" Id="R5fae89ebdfc544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14b823e2f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b93e76be94b48" /><Relationship Type="http://schemas.openxmlformats.org/officeDocument/2006/relationships/notesMaster" Target="/ppt/notesMasters/notesMaster1.xml" Id="R7525d780b54b40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2e2d1e5b664058" /><Relationship Type="http://schemas.openxmlformats.org/officeDocument/2006/relationships/notesMaster" Target="/ppt/notesMasters/notesMaster1.xml" Id="R638f1e96d11c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1514e669046a6" /><Relationship Type="http://schemas.openxmlformats.org/officeDocument/2006/relationships/notesMaster" Target="/ppt/notesMasters/notesMaster1.xml" Id="R399ffe61a0e344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2b27ae0704d1e" /><Relationship Type="http://schemas.openxmlformats.org/officeDocument/2006/relationships/notesMaster" Target="/ppt/notesMasters/notesMaster1.xml" Id="R54e55afd593a49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da03fcaee4b4f" /><Relationship Type="http://schemas.openxmlformats.org/officeDocument/2006/relationships/notesMaster" Target="/ppt/notesMasters/notesMaster1.xml" Id="Rae66ccccf88444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af3985cea44f3" /><Relationship Type="http://schemas.openxmlformats.org/officeDocument/2006/relationships/notesMaster" Target="/ppt/notesMasters/notesMaster1.xml" Id="R3d90755902ee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b5da1b8dd647e1" /><Relationship Type="http://schemas.openxmlformats.org/officeDocument/2006/relationships/notesMaster" Target="/ppt/notesMasters/notesMaster1.xml" Id="R1b0cd3fc248c4f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e886cfc44145cf" /><Relationship Type="http://schemas.openxmlformats.org/officeDocument/2006/relationships/notesMaster" Target="/ppt/notesMasters/notesMaster1.xml" Id="Ra36012d3de1c4f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1cd2251d23453f" /><Relationship Type="http://schemas.openxmlformats.org/officeDocument/2006/relationships/notesMaster" Target="/ppt/notesMasters/notesMaster1.xml" Id="R669ba3de49b647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9090860ded443d" /><Relationship Type="http://schemas.openxmlformats.org/officeDocument/2006/relationships/notesMaster" Target="/ppt/notesMasters/notesMaster1.xml" Id="R2f8ef6c93de949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db4f0a3c8e4e44" /><Relationship Type="http://schemas.openxmlformats.org/officeDocument/2006/relationships/notesMaster" Target="/ppt/notesMasters/notesMaster1.xml" Id="Rfb4ea72ba06a4c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c872980cec454d" /><Relationship Type="http://schemas.openxmlformats.org/officeDocument/2006/relationships/notesMaster" Target="/ppt/notesMasters/notesMaster1.xml" Id="R89f6eb065dc44b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175b9c075f4549" /><Relationship Type="http://schemas.openxmlformats.org/officeDocument/2006/relationships/notesMaster" Target="/ppt/notesMasters/notesMaster1.xml" Id="Re0a268a84b214f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b16df74398415c" /><Relationship Type="http://schemas.openxmlformats.org/officeDocument/2006/relationships/notesMaster" Target="/ppt/notesMasters/notesMaster1.xml" Id="R7f605eb25e6947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b859feda4742dd" /><Relationship Type="http://schemas.openxmlformats.org/officeDocument/2006/relationships/notesMaster" Target="/ppt/notesMasters/notesMaster1.xml" Id="R1f34661ed73942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6dff8dcb9e41e9" /><Relationship Type="http://schemas.openxmlformats.org/officeDocument/2006/relationships/notesMaster" Target="/ppt/notesMasters/notesMaster1.xml" Id="R5a55fd39c9f04c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d658516ea94a85" /><Relationship Type="http://schemas.openxmlformats.org/officeDocument/2006/relationships/notesMaster" Target="/ppt/notesMasters/notesMaster1.xml" Id="Rc5595fb5261647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7a37583ddc4d02" /><Relationship Type="http://schemas.openxmlformats.org/officeDocument/2006/relationships/notesMaster" Target="/ppt/notesMasters/notesMaster1.xml" Id="R44f374a0ee144d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54286635e4b10" /><Relationship Type="http://schemas.openxmlformats.org/officeDocument/2006/relationships/notesMaster" Target="/ppt/notesMasters/notesMaster1.xml" Id="R6863fe3e8a7144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来源：E:/VSCode/Finger-BCI-Decoding-main/experiment_results/conformer_scaling_S21_filterbank_residual_20261021/comparison.json 与 E:/VSCode/Finger-BCI-Decoding-main/experiment_results/conformer_scaling_S21_20261021/protocol.json。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频带残差来源：E:/VSCode/Finger-BCI-Decoding-main/experiment_results/conformer_scaling_S21_filterbank_residual_20261021/preflight.json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频带残差来源：E:/VSCode/Finger-BCI-Decoding-main/experiment_results/conformer_scaling_S21_filterbank_residual_20261021/s3_reference/pretrain.history.json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频带残差来源：E:/VSCode/Finger-BCI-Decoding-main/experiment_results/conformer_scaling_S21_filterbank_residual_20261021/s5/pretrain.history.json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频带残差来源：E:/VSCode/Finger-BCI-Decoding-main/experiment_results/conformer_scaling_S21_filterbank_residual_20261021/s10/pretrain.history.json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频带残差来源：E:/VSCode/Finger-BCI-Decoding-main/experiment_results/conformer_scaling_S21_filterbank_residual_20261021/s20/pretrain.history.json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频带残差来源：E:/VSCode/Finger-BCI-Decoding-main/experiment_results/conformer_scaling_S21_filterbank_residual_20261021/s3_reference/finetune.history.json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频带残差来源：E:/VSCode/Finger-BCI-Decoding-main/experiment_results/conformer_scaling_S21_filterbank_residual_20261021/s5/finetune.history.json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频带残差来源：E:/VSCode/Finger-BCI-Decoding-main/experiment_results/conformer_scaling_S21_filterbank_residual_20261021/s10/finetune.history.json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频带残差来源：E:/VSCode/Finger-BCI-Decoding-main/experiment_results/conformer_scaling_S21_filterbank_residual_20261021/s20/finetune.history.json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实验开始日期：2026-10-21（Asia/Shanghai）。</a:t>
            </a:r>
          </a:p>
          <a:p xmlns:a="http://schemas.openxmlformats.org/drawingml/2006/main">
            <a:r>
              <a:t>频带残差来源：E:/VSCode/Finger-BCI-Decoding-main/experiment_results/conformer_scaling_S21_filterbank_residual_20261021/comparison.json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普通模型来源：E:/VSCode/Finger-BCI-Decoding-main/experiment_results/conformer_scaling_S21_20261021/summary.json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b3af39a2944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76bfd3ed64b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5180292274f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4dbb224ee4a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666e9f8ae4e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013c9bd76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907BBF-1D2E-4508-A90E-C1D38B1A9D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BC3E04-B700-457E-BAAE-2CAF873386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3046AF-69E8-4A5C-BC89-E7DC0DFE7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BD71F0-8DC2-482D-87F4-0507DA2F3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CDC96F-6D87-47A6-A028-B5EFD2D3FB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6EB2D9-B9F1-4717-AC82-3A0988EC5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5A6F2B-AA1A-41C4-BB34-58C138248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80C22D-707B-4E6E-847A-4A0A096BC3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A4F389-43E1-4899-85B7-7603B22405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36C460-000F-452B-89D3-68B4CEF5A3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3c1955bfe4381" /><Relationship Type="http://schemas.openxmlformats.org/officeDocument/2006/relationships/slideLayout" Target="/ppt/slideLayouts/slideLayout1.xml" Id="R1fc160ea7d8b41ea" /><Relationship Type="http://schemas.openxmlformats.org/officeDocument/2006/relationships/slideLayout" Target="/ppt/slideLayouts/slideLayout2.xml" Id="R085d7ebbb7bf4ccb" /><Relationship Type="http://schemas.openxmlformats.org/officeDocument/2006/relationships/slideLayout" Target="/ppt/slideLayouts/slideLayout3.xml" Id="R26e895dddbf04027" /><Relationship Type="http://schemas.openxmlformats.org/officeDocument/2006/relationships/slideLayout" Target="/ppt/slideLayouts/slideLayout4.xml" Id="R23b5fc9da8bb4fb7" /><Relationship Type="http://schemas.openxmlformats.org/officeDocument/2006/relationships/slideLayout" Target="/ppt/slideLayouts/slideLayout5.xml" Id="R0592bdd20ba54dce" /><Relationship Type="http://schemas.openxmlformats.org/officeDocument/2006/relationships/slideLayout" Target="/ppt/slideLayouts/slideLayout6.xml" Id="Rd1071be1ff91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c160ea7d8b41ea"/>
    <p:sldLayoutId xmlns:r="http://schemas.openxmlformats.org/officeDocument/2006/relationships" id="2147483650" r:id="R085d7ebbb7bf4ccb"/>
    <p:sldLayoutId xmlns:r="http://schemas.openxmlformats.org/officeDocument/2006/relationships" id="2147483651" r:id="R26e895dddbf04027"/>
    <p:sldLayoutId xmlns:r="http://schemas.openxmlformats.org/officeDocument/2006/relationships" id="2147483652" r:id="R23b5fc9da8bb4fb7"/>
    <p:sldLayoutId xmlns:r="http://schemas.openxmlformats.org/officeDocument/2006/relationships" id="2147483653" r:id="R0592bdd20ba54dce"/>
    <p:sldLayoutId xmlns:r="http://schemas.openxmlformats.org/officeDocument/2006/relationships" id="2147483654" r:id="Rd1071be1ff91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f520919a1430d" /><Relationship Type="http://schemas.openxmlformats.org/officeDocument/2006/relationships/notesSlide" Target="/ppt/notesSlides/notesSlide1.xml" Id="R91d3c4be355c40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920c0e02944c6" /><Relationship Type="http://schemas.openxmlformats.org/officeDocument/2006/relationships/notesSlide" Target="/ppt/notesSlides/notesSlide2.xml" Id="Rfa27714fb63e49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e1459be54403b" /><Relationship Type="http://schemas.openxmlformats.org/officeDocument/2006/relationships/notesSlide" Target="/ppt/notesSlides/notesSlide3.xml" Id="R72dd34d685a0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7b7a3598d4429" /><Relationship Type="http://schemas.openxmlformats.org/officeDocument/2006/relationships/notesSlide" Target="/ppt/notesSlides/notesSlide4.xml" Id="R83f364790390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a668729e44ad4" /><Relationship Type="http://schemas.openxmlformats.org/officeDocument/2006/relationships/notesSlide" Target="/ppt/notesSlides/notesSlide5.xml" Id="Rbb7ce0b81ae7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c5415978643a4" /><Relationship Type="http://schemas.openxmlformats.org/officeDocument/2006/relationships/notesSlide" Target="/ppt/notesSlides/notesSlide6.xml" Id="R8c7a1482dc72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30d455bf74ad2" /><Relationship Type="http://schemas.openxmlformats.org/officeDocument/2006/relationships/chart" Target="/ppt/slides/charts/chart1.xml" Id="R553bb7d2b2ea437f" /><Relationship Type="http://schemas.openxmlformats.org/officeDocument/2006/relationships/chart" Target="/ppt/slides/charts/chart2.xml" Id="Ra276b15c4ce2424d" /><Relationship Type="http://schemas.openxmlformats.org/officeDocument/2006/relationships/notesSlide" Target="/ppt/notesSlides/notesSlide7.xml" Id="R3b11f88ecbd84d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6bdd474d546a8" /><Relationship Type="http://schemas.openxmlformats.org/officeDocument/2006/relationships/notesSlide" Target="/ppt/notesSlides/notesSlide8.xml" Id="R92ba312aaacc44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c9279947d4602" /><Relationship Type="http://schemas.openxmlformats.org/officeDocument/2006/relationships/chart" Target="/ppt/slides/charts/chart3.xml" Id="R7d89fa6093f642cd" /><Relationship Type="http://schemas.openxmlformats.org/officeDocument/2006/relationships/chart" Target="/ppt/slides/charts/chart4.xml" Id="R94c822dd624943cc" /><Relationship Type="http://schemas.openxmlformats.org/officeDocument/2006/relationships/notesSlide" Target="/ppt/notesSlides/notesSlide9.xml" Id="R44b1e8b6c8074f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3b9d8bc024f63" /><Relationship Type="http://schemas.openxmlformats.org/officeDocument/2006/relationships/chart" Target="/ppt/slides/charts/chart5.xml" Id="Rff1d6db519954ce2" /><Relationship Type="http://schemas.openxmlformats.org/officeDocument/2006/relationships/chart" Target="/ppt/slides/charts/chart6.xml" Id="R3e05217be7344e10" /><Relationship Type="http://schemas.openxmlformats.org/officeDocument/2006/relationships/notesSlide" Target="/ppt/notesSlides/notesSlide10.xml" Id="R3412cfc474c44b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8c4737a674824" /><Relationship Type="http://schemas.openxmlformats.org/officeDocument/2006/relationships/chart" Target="/ppt/slides/charts/chart7.xml" Id="R775d3a43a7984360" /><Relationship Type="http://schemas.openxmlformats.org/officeDocument/2006/relationships/chart" Target="/ppt/slides/charts/chart8.xml" Id="R497daa51d44a4109" /><Relationship Type="http://schemas.openxmlformats.org/officeDocument/2006/relationships/notesSlide" Target="/ppt/notesSlides/notesSlide11.xml" Id="Re47bdc1adeee4c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bd1c3db894901" /><Relationship Type="http://schemas.openxmlformats.org/officeDocument/2006/relationships/chart" Target="/ppt/slides/charts/chart9.xml" Id="R083a7290d0c94076" /><Relationship Type="http://schemas.openxmlformats.org/officeDocument/2006/relationships/chart" Target="/ppt/slides/charts/chart10.xml" Id="R282f8860d19f49d9" /><Relationship Type="http://schemas.openxmlformats.org/officeDocument/2006/relationships/notesSlide" Target="/ppt/notesSlides/notesSlide12.xml" Id="R7fab3e507a3049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cf869aa734e02" /><Relationship Type="http://schemas.openxmlformats.org/officeDocument/2006/relationships/chart" Target="/ppt/slides/charts/chart11.xml" Id="Rc29bc4ec704a4060" /><Relationship Type="http://schemas.openxmlformats.org/officeDocument/2006/relationships/chart" Target="/ppt/slides/charts/chart12.xml" Id="R0113ed9ba0b44788" /><Relationship Type="http://schemas.openxmlformats.org/officeDocument/2006/relationships/notesSlide" Target="/ppt/notesSlides/notesSlide13.xml" Id="Rc6d29303240449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2077dc3524841" /><Relationship Type="http://schemas.openxmlformats.org/officeDocument/2006/relationships/chart" Target="/ppt/slides/charts/chart13.xml" Id="Re5d6d466042946d1" /><Relationship Type="http://schemas.openxmlformats.org/officeDocument/2006/relationships/chart" Target="/ppt/slides/charts/chart14.xml" Id="Re9377e11ca26474b" /><Relationship Type="http://schemas.openxmlformats.org/officeDocument/2006/relationships/notesSlide" Target="/ppt/notesSlides/notesSlide14.xml" Id="R5bfaa128600e4d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8693ddb304bce" /><Relationship Type="http://schemas.openxmlformats.org/officeDocument/2006/relationships/chart" Target="/ppt/slides/charts/chart15.xml" Id="R05c02951a3e74a5b" /><Relationship Type="http://schemas.openxmlformats.org/officeDocument/2006/relationships/chart" Target="/ppt/slides/charts/chart16.xml" Id="R2bda3f5f095b4319" /><Relationship Type="http://schemas.openxmlformats.org/officeDocument/2006/relationships/notesSlide" Target="/ppt/notesSlides/notesSlide15.xml" Id="Rba16d35305724f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7704cf9b94cdb" /><Relationship Type="http://schemas.openxmlformats.org/officeDocument/2006/relationships/chart" Target="/ppt/slides/charts/chart17.xml" Id="Rbea631a6328a458a" /><Relationship Type="http://schemas.openxmlformats.org/officeDocument/2006/relationships/chart" Target="/ppt/slides/charts/chart18.xml" Id="Rb1add099d64e42de" /><Relationship Type="http://schemas.openxmlformats.org/officeDocument/2006/relationships/notesSlide" Target="/ppt/notesSlides/notesSlide16.xml" Id="R9c633242bbb843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5c5ad3c3e4d30" /><Relationship Type="http://schemas.openxmlformats.org/officeDocument/2006/relationships/notesSlide" Target="/ppt/notesSlides/notesSlide17.xml" Id="R5c48872616fc49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9046383114ba6" /><Relationship Type="http://schemas.openxmlformats.org/officeDocument/2006/relationships/notesSlide" Target="/ppt/notesSlides/notesSlide18.xml" Id="R07b6afd74e084d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67b1308744557" /><Relationship Type="http://schemas.openxmlformats.org/officeDocument/2006/relationships/notesSlide" Target="/ppt/notesSlides/notesSlide19.xml" Id="Rc78eeb3985534a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普通模型</c:v>
          </c:tx>
          <c:spPr>
            <a:solidFill xmlns:a="http://schemas.openxmlformats.org/drawingml/2006/main">
              <a:srgbClr val="2474A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0.5588235259</c:v>
                </c:pt>
                <c:pt idx="1">
                  <c:v>0.5882353187</c:v>
                </c:pt>
                <c:pt idx="2">
                  <c:v>0.6470588446</c:v>
                </c:pt>
                <c:pt idx="3">
                  <c:v>0.6764705777</c:v>
                </c:pt>
              </c:numCache>
            </c:numRef>
          </c:val>
        </c:ser>
        <c:ser>
          <c:idx val="1"/>
          <c:order val="1"/>
          <c:tx>
            <c:v>频带残差</c:v>
          </c:tx>
          <c:spPr>
            <a:solidFill xmlns:a="http://schemas.openxmlformats.org/drawingml/2006/main">
              <a:srgbClr val="D65F2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3 人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0.6617646813</c:v>
                </c:pt>
                <c:pt idx="1">
                  <c:v>0.6617646813</c:v>
                </c:pt>
                <c:pt idx="2">
                  <c:v>0.6911764741</c:v>
                </c:pt>
                <c:pt idx="3">
                  <c:v>0.7941176295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频带残差减普通模型（百分点）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差值</c:v>
          </c:tx>
          <c:spPr>
            <a:solidFill xmlns:a="http://schemas.openxmlformats.org/drawingml/2006/main">
              <a:srgbClr val="D65F2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10.2941155434</c:v>
                </c:pt>
                <c:pt idx="1">
                  <c:v>7.3529362679</c:v>
                </c:pt>
                <c:pt idx="2">
                  <c:v>4.4117629528</c:v>
                </c:pt>
                <c:pt idx="3">
                  <c:v>11.7647051811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0%</c:formatCode>
                <c:ptCount val="84"/>
                <c:pt idx="0">
                  <c:v>0.5077102184</c:v>
                </c:pt>
                <c:pt idx="1">
                  <c:v>0.6906022429</c:v>
                </c:pt>
                <c:pt idx="2">
                  <c:v>0.8015711308</c:v>
                </c:pt>
                <c:pt idx="3">
                  <c:v>0.8512656093</c:v>
                </c:pt>
                <c:pt idx="4">
                  <c:v>0.8803607821</c:v>
                </c:pt>
                <c:pt idx="5">
                  <c:v>0.9073028564</c:v>
                </c:pt>
                <c:pt idx="6">
                  <c:v>0.9234215617</c:v>
                </c:pt>
                <c:pt idx="7">
                  <c:v>0.9363398552</c:v>
                </c:pt>
                <c:pt idx="8">
                  <c:v>0.9466977119</c:v>
                </c:pt>
                <c:pt idx="9">
                  <c:v>0.9518766403</c:v>
                </c:pt>
                <c:pt idx="10">
                  <c:v>0.9560663104</c:v>
                </c:pt>
                <c:pt idx="11">
                  <c:v>0.9617108107</c:v>
                </c:pt>
                <c:pt idx="12">
                  <c:v>0.9663078189</c:v>
                </c:pt>
                <c:pt idx="13">
                  <c:v>0.9622926712</c:v>
                </c:pt>
                <c:pt idx="14">
                  <c:v>0.9704393148</c:v>
                </c:pt>
                <c:pt idx="15">
                  <c:v>0.9721268415</c:v>
                </c:pt>
                <c:pt idx="16">
                  <c:v>0.9762583375</c:v>
                </c:pt>
                <c:pt idx="17">
                  <c:v>0.9771894217</c:v>
                </c:pt>
                <c:pt idx="18">
                  <c:v>0.9795170426</c:v>
                </c:pt>
                <c:pt idx="19">
                  <c:v>0.9810881615</c:v>
                </c:pt>
                <c:pt idx="20">
                  <c:v>0.9802734852</c:v>
                </c:pt>
                <c:pt idx="21">
                  <c:v>0.9816118479</c:v>
                </c:pt>
                <c:pt idx="22">
                  <c:v>0.9828920364</c:v>
                </c:pt>
                <c:pt idx="23">
                  <c:v>0.9830666184</c:v>
                </c:pt>
                <c:pt idx="24">
                  <c:v>0.9849869013</c:v>
                </c:pt>
                <c:pt idx="25">
                  <c:v>0.9832412004</c:v>
                </c:pt>
                <c:pt idx="26">
                  <c:v>0.9867907763</c:v>
                </c:pt>
                <c:pt idx="27">
                  <c:v>0.9839394689</c:v>
                </c:pt>
                <c:pt idx="28">
                  <c:v>0.9860925078</c:v>
                </c:pt>
                <c:pt idx="29">
                  <c:v>0.9864416718</c:v>
                </c:pt>
                <c:pt idx="30">
                  <c:v>0.9867326021</c:v>
                </c:pt>
                <c:pt idx="31">
                  <c:v>0.9875472784</c:v>
                </c:pt>
                <c:pt idx="32">
                  <c:v>0.988478303</c:v>
                </c:pt>
                <c:pt idx="33">
                  <c:v>0.9864416718</c:v>
                </c:pt>
                <c:pt idx="34">
                  <c:v>0.9941228032</c:v>
                </c:pt>
                <c:pt idx="35">
                  <c:v>0.9945301414</c:v>
                </c:pt>
                <c:pt idx="36">
                  <c:v>0.9956357479</c:v>
                </c:pt>
                <c:pt idx="37">
                  <c:v>0.99551934</c:v>
                </c:pt>
                <c:pt idx="38">
                  <c:v>0.9939482212</c:v>
                </c:pt>
                <c:pt idx="39">
                  <c:v>0.9961594343</c:v>
                </c:pt>
                <c:pt idx="40">
                  <c:v>0.995868504</c:v>
                </c:pt>
                <c:pt idx="41">
                  <c:v>0.9952865839</c:v>
                </c:pt>
                <c:pt idx="42">
                  <c:v>0.9946464896</c:v>
                </c:pt>
                <c:pt idx="43">
                  <c:v>0.9962176085</c:v>
                </c:pt>
                <c:pt idx="44">
                  <c:v>0.9958102703</c:v>
                </c:pt>
                <c:pt idx="45">
                  <c:v>0.9966831803</c:v>
                </c:pt>
                <c:pt idx="46">
                  <c:v>0.9973814487</c:v>
                </c:pt>
                <c:pt idx="47">
                  <c:v>0.9963921905</c:v>
                </c:pt>
                <c:pt idx="48">
                  <c:v>0.9960430861</c:v>
                </c:pt>
                <c:pt idx="49">
                  <c:v>0.99551934</c:v>
                </c:pt>
                <c:pt idx="50">
                  <c:v>0.9947628975</c:v>
                </c:pt>
                <c:pt idx="51">
                  <c:v>0.9962176085</c:v>
                </c:pt>
                <c:pt idx="52">
                  <c:v>0.9972650409</c:v>
                </c:pt>
                <c:pt idx="53">
                  <c:v>0.9956357479</c:v>
                </c:pt>
                <c:pt idx="54">
                  <c:v>0.9952284098</c:v>
                </c:pt>
                <c:pt idx="55">
                  <c:v>0.9964503646</c:v>
                </c:pt>
                <c:pt idx="56">
                  <c:v>0.9975560308</c:v>
                </c:pt>
                <c:pt idx="57">
                  <c:v>0.9952284098</c:v>
                </c:pt>
                <c:pt idx="58">
                  <c:v>0.995693922</c:v>
                </c:pt>
                <c:pt idx="59">
                  <c:v>0.9973814487</c:v>
                </c:pt>
                <c:pt idx="60">
                  <c:v>0.9960430861</c:v>
                </c:pt>
                <c:pt idx="61">
                  <c:v>0.9963921905</c:v>
                </c:pt>
                <c:pt idx="62">
                  <c:v>0.99551934</c:v>
                </c:pt>
                <c:pt idx="63">
                  <c:v>0.9967995286</c:v>
                </c:pt>
                <c:pt idx="64">
                  <c:v>0.9983706474</c:v>
                </c:pt>
                <c:pt idx="65">
                  <c:v>0.9984288812</c:v>
                </c:pt>
                <c:pt idx="66">
                  <c:v>0.9983706474</c:v>
                </c:pt>
                <c:pt idx="67">
                  <c:v>0.9984870553</c:v>
                </c:pt>
                <c:pt idx="68">
                  <c:v>0.9987779856</c:v>
                </c:pt>
                <c:pt idx="69">
                  <c:v>0.9989525676</c:v>
                </c:pt>
                <c:pt idx="70">
                  <c:v>0.9984288812</c:v>
                </c:pt>
                <c:pt idx="71">
                  <c:v>0.9988362193</c:v>
                </c:pt>
                <c:pt idx="72">
                  <c:v>0.9986034036</c:v>
                </c:pt>
                <c:pt idx="73">
                  <c:v>0.9971486926</c:v>
                </c:pt>
                <c:pt idx="74">
                  <c:v>0.998196125</c:v>
                </c:pt>
                <c:pt idx="75">
                  <c:v>0.9986034036</c:v>
                </c:pt>
                <c:pt idx="76">
                  <c:v>0.9988943934</c:v>
                </c:pt>
                <c:pt idx="77">
                  <c:v>0.9986616373</c:v>
                </c:pt>
                <c:pt idx="78">
                  <c:v>0.9987779856</c:v>
                </c:pt>
                <c:pt idx="79">
                  <c:v>0.9986616373</c:v>
                </c:pt>
                <c:pt idx="80">
                  <c:v>0.9983706474</c:v>
                </c:pt>
                <c:pt idx="81">
                  <c:v>0.9986616373</c:v>
                </c:pt>
                <c:pt idx="82">
                  <c:v>0.9988362193</c:v>
                </c:pt>
                <c:pt idx="83">
                  <c:v>0.9990689754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Data'!$D$2:$D$85</c:f>
              <c:numCache>
                <c:formatCode>0%</c:formatCode>
                <c:ptCount val="84"/>
                <c:pt idx="0">
                  <c:v>0.5020185113</c:v>
                </c:pt>
                <c:pt idx="1">
                  <c:v>0.7411541343</c:v>
                </c:pt>
                <c:pt idx="2">
                  <c:v>0.7929232717</c:v>
                </c:pt>
                <c:pt idx="3">
                  <c:v>0.836380899</c:v>
                </c:pt>
                <c:pt idx="4">
                  <c:v>0.7898361683</c:v>
                </c:pt>
                <c:pt idx="5">
                  <c:v>0.8335312009</c:v>
                </c:pt>
                <c:pt idx="6">
                  <c:v>0.8014723063</c:v>
                </c:pt>
                <c:pt idx="7">
                  <c:v>0.8468297124</c:v>
                </c:pt>
                <c:pt idx="8">
                  <c:v>0.8256946206</c:v>
                </c:pt>
                <c:pt idx="9">
                  <c:v>0.8546663523</c:v>
                </c:pt>
                <c:pt idx="10">
                  <c:v>0.8325813413</c:v>
                </c:pt>
                <c:pt idx="11">
                  <c:v>0.8475421667</c:v>
                </c:pt>
                <c:pt idx="12">
                  <c:v>0.8278318644</c:v>
                </c:pt>
                <c:pt idx="13">
                  <c:v>0.8473047018</c:v>
                </c:pt>
                <c:pt idx="14">
                  <c:v>0.8546663523</c:v>
                </c:pt>
                <c:pt idx="15">
                  <c:v>0.8589408398</c:v>
                </c:pt>
                <c:pt idx="16">
                  <c:v>0.836380899</c:v>
                </c:pt>
                <c:pt idx="17">
                  <c:v>0.8577535152</c:v>
                </c:pt>
                <c:pt idx="18">
                  <c:v>0.8356685042</c:v>
                </c:pt>
                <c:pt idx="19">
                  <c:v>0.8520541191</c:v>
                </c:pt>
                <c:pt idx="20">
                  <c:v>0.8575160503</c:v>
                </c:pt>
                <c:pt idx="21">
                  <c:v>0.8147708178</c:v>
                </c:pt>
                <c:pt idx="22">
                  <c:v>0.8375682831</c:v>
                </c:pt>
                <c:pt idx="23">
                  <c:v>0.8439800739</c:v>
                </c:pt>
                <c:pt idx="24">
                  <c:v>0.8520541191</c:v>
                </c:pt>
                <c:pt idx="25">
                  <c:v>0.8425552249</c:v>
                </c:pt>
                <c:pt idx="26">
                  <c:v>0.8556162715</c:v>
                </c:pt>
                <c:pt idx="27">
                  <c:v>0.8617905378</c:v>
                </c:pt>
                <c:pt idx="28">
                  <c:v>0.8413678408</c:v>
                </c:pt>
                <c:pt idx="29">
                  <c:v>0.7888862491</c:v>
                </c:pt>
                <c:pt idx="30">
                  <c:v>0.8480170965</c:v>
                </c:pt>
                <c:pt idx="31">
                  <c:v>0.8648777008</c:v>
                </c:pt>
                <c:pt idx="32">
                  <c:v>0.8617905378</c:v>
                </c:pt>
                <c:pt idx="33">
                  <c:v>0.8570410609</c:v>
                </c:pt>
                <c:pt idx="34">
                  <c:v>0.8601282239</c:v>
                </c:pt>
                <c:pt idx="35">
                  <c:v>0.8653526306</c:v>
                </c:pt>
                <c:pt idx="36">
                  <c:v>0.8663025498</c:v>
                </c:pt>
                <c:pt idx="37">
                  <c:v>0.862977922</c:v>
                </c:pt>
                <c:pt idx="38">
                  <c:v>0.8285442591</c:v>
                </c:pt>
                <c:pt idx="39">
                  <c:v>0.8679648638</c:v>
                </c:pt>
                <c:pt idx="40">
                  <c:v>0.8691522479</c:v>
                </c:pt>
                <c:pt idx="41">
                  <c:v>0.8313939571</c:v>
                </c:pt>
                <c:pt idx="42">
                  <c:v>0.8594158292</c:v>
                </c:pt>
                <c:pt idx="43">
                  <c:v>0.8570410609</c:v>
                </c:pt>
                <c:pt idx="44">
                  <c:v>0.8648777008</c:v>
                </c:pt>
                <c:pt idx="45">
                  <c:v>0.8698646426</c:v>
                </c:pt>
                <c:pt idx="46">
                  <c:v>0.8682023287</c:v>
                </c:pt>
                <c:pt idx="47">
                  <c:v>0.85846591</c:v>
                </c:pt>
                <c:pt idx="48">
                  <c:v>0.864402771</c:v>
                </c:pt>
                <c:pt idx="49">
                  <c:v>0.8544288874</c:v>
                </c:pt>
                <c:pt idx="50">
                  <c:v>0.8596532941</c:v>
                </c:pt>
                <c:pt idx="51">
                  <c:v>0.86582762</c:v>
                </c:pt>
                <c:pt idx="52">
                  <c:v>0.8684397936</c:v>
                </c:pt>
                <c:pt idx="53">
                  <c:v>0.8620280027</c:v>
                </c:pt>
                <c:pt idx="54">
                  <c:v>0.8610781431</c:v>
                </c:pt>
                <c:pt idx="55">
                  <c:v>0.8549038172</c:v>
                </c:pt>
                <c:pt idx="56">
                  <c:v>0.8527665734</c:v>
                </c:pt>
                <c:pt idx="57">
                  <c:v>0.8399429917</c:v>
                </c:pt>
                <c:pt idx="58">
                  <c:v>0.8439800739</c:v>
                </c:pt>
                <c:pt idx="59">
                  <c:v>0.8513417244</c:v>
                </c:pt>
                <c:pt idx="60">
                  <c:v>0.8606031537</c:v>
                </c:pt>
                <c:pt idx="61">
                  <c:v>0.8689147234</c:v>
                </c:pt>
                <c:pt idx="62">
                  <c:v>0.8582284451</c:v>
                </c:pt>
                <c:pt idx="63">
                  <c:v>0.8527665734</c:v>
                </c:pt>
                <c:pt idx="64">
                  <c:v>0.8539539576</c:v>
                </c:pt>
                <c:pt idx="65">
                  <c:v>0.8449299335</c:v>
                </c:pt>
                <c:pt idx="66">
                  <c:v>0.8525291085</c:v>
                </c:pt>
                <c:pt idx="67">
                  <c:v>0.8684397936</c:v>
                </c:pt>
                <c:pt idx="68">
                  <c:v>0.8532415032</c:v>
                </c:pt>
                <c:pt idx="69">
                  <c:v>0.8539539576</c:v>
                </c:pt>
                <c:pt idx="70">
                  <c:v>0.856803596</c:v>
                </c:pt>
                <c:pt idx="71">
                  <c:v>0.8508667946</c:v>
                </c:pt>
                <c:pt idx="72">
                  <c:v>0.8617905378</c:v>
                </c:pt>
                <c:pt idx="73">
                  <c:v>0.864402771</c:v>
                </c:pt>
                <c:pt idx="74">
                  <c:v>0.8546663523</c:v>
                </c:pt>
                <c:pt idx="75">
                  <c:v>0.8603656888</c:v>
                </c:pt>
                <c:pt idx="76">
                  <c:v>0.8606031537</c:v>
                </c:pt>
                <c:pt idx="77">
                  <c:v>0.8511042595</c:v>
                </c:pt>
                <c:pt idx="78">
                  <c:v>0.8539539576</c:v>
                </c:pt>
                <c:pt idx="79">
                  <c:v>0.8482545614</c:v>
                </c:pt>
                <c:pt idx="80">
                  <c:v>0.8532415032</c:v>
                </c:pt>
                <c:pt idx="81">
                  <c:v>0.8546663523</c:v>
                </c:pt>
                <c:pt idx="82">
                  <c:v>0.86582762</c:v>
                </c:pt>
                <c:pt idx="83">
                  <c:v>0.8665400147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Data'!$E$2:$E$86</c:f>
              <c:numCache>
                <c:formatCode>General</c:formatCode>
                <c:ptCount val="8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</c:numCache>
            </c:numRef>
          </c:xVal>
          <c:yVal>
            <c:numRef>
              <c:f>'Chart Data'!$F$2:$F$86</c:f>
              <c:numCache>
                <c:formatCode>0%</c:formatCode>
                <c:ptCount val="85"/>
                <c:pt idx="0">
                  <c:v>0.5103287697</c:v>
                </c:pt>
                <c:pt idx="1">
                  <c:v>0.684143126</c:v>
                </c:pt>
                <c:pt idx="2">
                  <c:v>0.8408495784</c:v>
                </c:pt>
                <c:pt idx="3">
                  <c:v>0.8888565898</c:v>
                </c:pt>
                <c:pt idx="4">
                  <c:v>0.9109688401</c:v>
                </c:pt>
                <c:pt idx="5">
                  <c:v>0.9295897484</c:v>
                </c:pt>
                <c:pt idx="6">
                  <c:v>0.9395985007</c:v>
                </c:pt>
                <c:pt idx="7">
                  <c:v>0.9496071935</c:v>
                </c:pt>
                <c:pt idx="8">
                  <c:v>0.9554262161</c:v>
                </c:pt>
                <c:pt idx="9">
                  <c:v>0.9604306221</c:v>
                </c:pt>
                <c:pt idx="10">
                  <c:v>0.9652603865</c:v>
                </c:pt>
                <c:pt idx="11">
                  <c:v>0.9696246982</c:v>
                </c:pt>
                <c:pt idx="12">
                  <c:v>0.9677044153</c:v>
                </c:pt>
                <c:pt idx="13">
                  <c:v>0.9773057699</c:v>
                </c:pt>
                <c:pt idx="14">
                  <c:v>0.9754437208</c:v>
                </c:pt>
                <c:pt idx="15">
                  <c:v>0.9746290445</c:v>
                </c:pt>
                <c:pt idx="16">
                  <c:v>0.9789351225</c:v>
                </c:pt>
                <c:pt idx="17">
                  <c:v>0.9802153111</c:v>
                </c:pt>
                <c:pt idx="18">
                  <c:v>0.9826011062</c:v>
                </c:pt>
                <c:pt idx="19">
                  <c:v>0.9725923538</c:v>
                </c:pt>
                <c:pt idx="20">
                  <c:v>0.9848123193</c:v>
                </c:pt>
                <c:pt idx="21">
                  <c:v>0.9850450754</c:v>
                </c:pt>
                <c:pt idx="22">
                  <c:v>0.986499846</c:v>
                </c:pt>
                <c:pt idx="23">
                  <c:v>0.9824265242</c:v>
                </c:pt>
                <c:pt idx="24">
                  <c:v>0.9883037806</c:v>
                </c:pt>
                <c:pt idx="25">
                  <c:v>0.9850450754</c:v>
                </c:pt>
                <c:pt idx="26">
                  <c:v>0.9876054525</c:v>
                </c:pt>
                <c:pt idx="27">
                  <c:v>0.9827756882</c:v>
                </c:pt>
                <c:pt idx="28">
                  <c:v>0.9873145223</c:v>
                </c:pt>
                <c:pt idx="29">
                  <c:v>0.9652022123</c:v>
                </c:pt>
                <c:pt idx="30">
                  <c:v>0.9894093871</c:v>
                </c:pt>
                <c:pt idx="31">
                  <c:v>0.9850450754</c:v>
                </c:pt>
                <c:pt idx="32">
                  <c:v>0.9912714362</c:v>
                </c:pt>
                <c:pt idx="33">
                  <c:v>0.9884201288</c:v>
                </c:pt>
                <c:pt idx="34">
                  <c:v>0.9910386801</c:v>
                </c:pt>
                <c:pt idx="35">
                  <c:v>0.9895839691</c:v>
                </c:pt>
                <c:pt idx="36">
                  <c:v>0.995693922</c:v>
                </c:pt>
                <c:pt idx="37">
                  <c:v>0.9957520962</c:v>
                </c:pt>
                <c:pt idx="38">
                  <c:v>0.9962176085</c:v>
                </c:pt>
                <c:pt idx="39">
                  <c:v>0.9928426147</c:v>
                </c:pt>
                <c:pt idx="40">
                  <c:v>0.9962758422</c:v>
                </c:pt>
                <c:pt idx="41">
                  <c:v>0.9957520962</c:v>
                </c:pt>
                <c:pt idx="42">
                  <c:v>0.9966831803</c:v>
                </c:pt>
                <c:pt idx="43">
                  <c:v>0.995868504</c:v>
                </c:pt>
                <c:pt idx="44">
                  <c:v>0.9923771024</c:v>
                </c:pt>
                <c:pt idx="45">
                  <c:v>0.9947628975</c:v>
                </c:pt>
                <c:pt idx="46">
                  <c:v>0.9964503646</c:v>
                </c:pt>
                <c:pt idx="47">
                  <c:v>0.9973814487</c:v>
                </c:pt>
                <c:pt idx="48">
                  <c:v>0.9965085983</c:v>
                </c:pt>
                <c:pt idx="49">
                  <c:v>0.9969159365</c:v>
                </c:pt>
                <c:pt idx="50">
                  <c:v>0.9965085983</c:v>
                </c:pt>
                <c:pt idx="51">
                  <c:v>0.9967995286</c:v>
                </c:pt>
                <c:pt idx="52">
                  <c:v>0.9932499528</c:v>
                </c:pt>
                <c:pt idx="53">
                  <c:v>0.9972650409</c:v>
                </c:pt>
                <c:pt idx="54">
                  <c:v>0.9970904589</c:v>
                </c:pt>
                <c:pt idx="55">
                  <c:v>0.997672379</c:v>
                </c:pt>
                <c:pt idx="56">
                  <c:v>0.9967995286</c:v>
                </c:pt>
                <c:pt idx="57">
                  <c:v>0.9961594343</c:v>
                </c:pt>
                <c:pt idx="58">
                  <c:v>0.9945883155</c:v>
                </c:pt>
                <c:pt idx="59">
                  <c:v>0.9973814487</c:v>
                </c:pt>
                <c:pt idx="60">
                  <c:v>0.9965667725</c:v>
                </c:pt>
                <c:pt idx="61">
                  <c:v>0.9955775142</c:v>
                </c:pt>
                <c:pt idx="62">
                  <c:v>0.9974396229</c:v>
                </c:pt>
                <c:pt idx="63">
                  <c:v>0.9945883155</c:v>
                </c:pt>
                <c:pt idx="64">
                  <c:v>0.9977305532</c:v>
                </c:pt>
                <c:pt idx="65">
                  <c:v>0.9970904589</c:v>
                </c:pt>
                <c:pt idx="66">
                  <c:v>0.9986034036</c:v>
                </c:pt>
                <c:pt idx="67">
                  <c:v>0.9971486926</c:v>
                </c:pt>
                <c:pt idx="68">
                  <c:v>0.9983124733</c:v>
                </c:pt>
                <c:pt idx="69">
                  <c:v>0.9986034036</c:v>
                </c:pt>
                <c:pt idx="70">
                  <c:v>0.9985452294</c:v>
                </c:pt>
                <c:pt idx="71">
                  <c:v>0.9987198114</c:v>
                </c:pt>
                <c:pt idx="72">
                  <c:v>0.9977887869</c:v>
                </c:pt>
                <c:pt idx="73">
                  <c:v>0.9990689754</c:v>
                </c:pt>
                <c:pt idx="74">
                  <c:v>0.9987198114</c:v>
                </c:pt>
                <c:pt idx="75">
                  <c:v>0.9986616373</c:v>
                </c:pt>
                <c:pt idx="76">
                  <c:v>0.997672379</c:v>
                </c:pt>
                <c:pt idx="77">
                  <c:v>0.9983124733</c:v>
                </c:pt>
                <c:pt idx="78">
                  <c:v>0.9986034036</c:v>
                </c:pt>
                <c:pt idx="79">
                  <c:v>0.9983706474</c:v>
                </c:pt>
                <c:pt idx="80">
                  <c:v>0.9990107417</c:v>
                </c:pt>
                <c:pt idx="81">
                  <c:v>0.9977305532</c:v>
                </c:pt>
                <c:pt idx="82">
                  <c:v>0.9988362193</c:v>
                </c:pt>
                <c:pt idx="83">
                  <c:v>0.9976142049</c:v>
                </c:pt>
                <c:pt idx="84">
                  <c:v>0.9993017316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Data'!$G$2:$G$86</c:f>
              <c:numCache>
                <c:formatCode>General</c:formatCode>
                <c:ptCount val="8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</c:numCache>
            </c:numRef>
          </c:xVal>
          <c:yVal>
            <c:numRef>
              <c:f>'Chart Data'!$H$2:$H$86</c:f>
              <c:numCache>
                <c:formatCode>0%</c:formatCode>
                <c:ptCount val="85"/>
                <c:pt idx="0">
                  <c:v>0.5943956375</c:v>
                </c:pt>
                <c:pt idx="1">
                  <c:v>0.7385419011</c:v>
                </c:pt>
                <c:pt idx="2">
                  <c:v>0.836380899</c:v>
                </c:pt>
                <c:pt idx="3">
                  <c:v>0.7900736332</c:v>
                </c:pt>
                <c:pt idx="4">
                  <c:v>0.8667774796</c:v>
                </c:pt>
                <c:pt idx="5">
                  <c:v>0.8370933533</c:v>
                </c:pt>
                <c:pt idx="6">
                  <c:v>0.8579909801</c:v>
                </c:pt>
                <c:pt idx="7">
                  <c:v>0.8560912013</c:v>
                </c:pt>
                <c:pt idx="8">
                  <c:v>0.7549275756</c:v>
                </c:pt>
                <c:pt idx="9">
                  <c:v>0.8601282239</c:v>
                </c:pt>
                <c:pt idx="10">
                  <c:v>0.8541914225</c:v>
                </c:pt>
                <c:pt idx="11">
                  <c:v>0.8587033749</c:v>
                </c:pt>
                <c:pt idx="12">
                  <c:v>0.8750890493</c:v>
                </c:pt>
                <c:pt idx="13">
                  <c:v>0.7159819603</c:v>
                </c:pt>
                <c:pt idx="14">
                  <c:v>0.7867490053</c:v>
                </c:pt>
                <c:pt idx="15">
                  <c:v>0.8577535152</c:v>
                </c:pt>
                <c:pt idx="16">
                  <c:v>0.8758014441</c:v>
                </c:pt>
                <c:pt idx="17">
                  <c:v>0.8577535152</c:v>
                </c:pt>
                <c:pt idx="18">
                  <c:v>0.8430301547</c:v>
                </c:pt>
                <c:pt idx="19">
                  <c:v>0.862977922</c:v>
                </c:pt>
                <c:pt idx="20">
                  <c:v>0.862977922</c:v>
                </c:pt>
                <c:pt idx="21">
                  <c:v>0.8786511421</c:v>
                </c:pt>
                <c:pt idx="22">
                  <c:v>0.830206573</c:v>
                </c:pt>
                <c:pt idx="23">
                  <c:v>0.8710520267</c:v>
                </c:pt>
                <c:pt idx="24">
                  <c:v>0.6974590421</c:v>
                </c:pt>
                <c:pt idx="25">
                  <c:v>0.7907860279</c:v>
                </c:pt>
                <c:pt idx="26">
                  <c:v>0.7926858068</c:v>
                </c:pt>
                <c:pt idx="27">
                  <c:v>0.8739016652</c:v>
                </c:pt>
                <c:pt idx="28">
                  <c:v>0.8587033749</c:v>
                </c:pt>
                <c:pt idx="29">
                  <c:v>0.8589408398</c:v>
                </c:pt>
                <c:pt idx="30">
                  <c:v>0.7383044362</c:v>
                </c:pt>
                <c:pt idx="31">
                  <c:v>0.8446924686</c:v>
                </c:pt>
                <c:pt idx="32">
                  <c:v>0.8812633753</c:v>
                </c:pt>
                <c:pt idx="33">
                  <c:v>0.8541914225</c:v>
                </c:pt>
                <c:pt idx="34">
                  <c:v>0.8292567134</c:v>
                </c:pt>
                <c:pt idx="35">
                  <c:v>0.8701021075</c:v>
                </c:pt>
                <c:pt idx="36">
                  <c:v>0.8651151657</c:v>
                </c:pt>
                <c:pt idx="37">
                  <c:v>0.8660650849</c:v>
                </c:pt>
                <c:pt idx="38">
                  <c:v>0.8720018864</c:v>
                </c:pt>
                <c:pt idx="39">
                  <c:v>0.8734267354</c:v>
                </c:pt>
                <c:pt idx="40">
                  <c:v>0.8544288874</c:v>
                </c:pt>
                <c:pt idx="41">
                  <c:v>0.8473047018</c:v>
                </c:pt>
                <c:pt idx="42">
                  <c:v>0.855378747</c:v>
                </c:pt>
                <c:pt idx="43">
                  <c:v>0.8475421667</c:v>
                </c:pt>
                <c:pt idx="44">
                  <c:v>0.8539539576</c:v>
                </c:pt>
                <c:pt idx="45">
                  <c:v>0.8608406782</c:v>
                </c:pt>
                <c:pt idx="46">
                  <c:v>0.8511042595</c:v>
                </c:pt>
                <c:pt idx="47">
                  <c:v>0.8670149446</c:v>
                </c:pt>
                <c:pt idx="48">
                  <c:v>0.8271194696</c:v>
                </c:pt>
                <c:pt idx="49">
                  <c:v>0.8634528518</c:v>
                </c:pt>
                <c:pt idx="50">
                  <c:v>0.8696271777</c:v>
                </c:pt>
                <c:pt idx="51">
                  <c:v>0.8712894917</c:v>
                </c:pt>
                <c:pt idx="52">
                  <c:v>0.8551412821</c:v>
                </c:pt>
                <c:pt idx="53">
                  <c:v>0.8522916436</c:v>
                </c:pt>
                <c:pt idx="54">
                  <c:v>0.8560912013</c:v>
                </c:pt>
                <c:pt idx="55">
                  <c:v>0.7796248198</c:v>
                </c:pt>
                <c:pt idx="56">
                  <c:v>0.8575160503</c:v>
                </c:pt>
                <c:pt idx="57">
                  <c:v>0.8382806778</c:v>
                </c:pt>
                <c:pt idx="58">
                  <c:v>0.8577535152</c:v>
                </c:pt>
                <c:pt idx="59">
                  <c:v>0.8587033749</c:v>
                </c:pt>
                <c:pt idx="60">
                  <c:v>0.8603656888</c:v>
                </c:pt>
                <c:pt idx="61">
                  <c:v>0.8575160503</c:v>
                </c:pt>
                <c:pt idx="62">
                  <c:v>0.8532415032</c:v>
                </c:pt>
                <c:pt idx="63">
                  <c:v>0.8518166542</c:v>
                </c:pt>
                <c:pt idx="64">
                  <c:v>0.8646402359</c:v>
                </c:pt>
                <c:pt idx="65">
                  <c:v>0.8665400147</c:v>
                </c:pt>
                <c:pt idx="66">
                  <c:v>0.8558537364</c:v>
                </c:pt>
                <c:pt idx="67">
                  <c:v>0.8717644215</c:v>
                </c:pt>
                <c:pt idx="68">
                  <c:v>0.8522916436</c:v>
                </c:pt>
                <c:pt idx="69">
                  <c:v>0.8698646426</c:v>
                </c:pt>
                <c:pt idx="70">
                  <c:v>0.8572785854</c:v>
                </c:pt>
                <c:pt idx="71">
                  <c:v>0.8575160503</c:v>
                </c:pt>
                <c:pt idx="72">
                  <c:v>0.8722393513</c:v>
                </c:pt>
                <c:pt idx="73">
                  <c:v>0.8501543403</c:v>
                </c:pt>
                <c:pt idx="74">
                  <c:v>0.8641653061</c:v>
                </c:pt>
                <c:pt idx="75">
                  <c:v>0.8712894917</c:v>
                </c:pt>
                <c:pt idx="76">
                  <c:v>0.8691522479</c:v>
                </c:pt>
                <c:pt idx="77">
                  <c:v>0.8701021075</c:v>
                </c:pt>
                <c:pt idx="78">
                  <c:v>0.8655900955</c:v>
                </c:pt>
                <c:pt idx="79">
                  <c:v>0.867489934</c:v>
                </c:pt>
                <c:pt idx="80">
                  <c:v>0.8693897128</c:v>
                </c:pt>
                <c:pt idx="81">
                  <c:v>0.8684397936</c:v>
                </c:pt>
                <c:pt idx="82">
                  <c:v>0.862977922</c:v>
                </c:pt>
                <c:pt idx="83">
                  <c:v>0.8670149446</c:v>
                </c:pt>
                <c:pt idx="84">
                  <c:v>0.8641653061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0.00</c:formatCode>
                <c:ptCount val="84"/>
                <c:pt idx="0">
                  <c:v>0.8019593358</c:v>
                </c:pt>
                <c:pt idx="1">
                  <c:v>0.6127055883</c:v>
                </c:pt>
                <c:pt idx="2">
                  <c:v>0.5017532706</c:v>
                </c:pt>
                <c:pt idx="3">
                  <c:v>0.4349235892</c:v>
                </c:pt>
                <c:pt idx="4">
                  <c:v>0.3923449814</c:v>
                </c:pt>
                <c:pt idx="5">
                  <c:v>0.3514151573</c:v>
                </c:pt>
                <c:pt idx="6">
                  <c:v>0.3267811239</c:v>
                </c:pt>
                <c:pt idx="7">
                  <c:v>0.3071044385</c:v>
                </c:pt>
                <c:pt idx="8">
                  <c:v>0.2918770313</c:v>
                </c:pt>
                <c:pt idx="9">
                  <c:v>0.2838754058</c:v>
                </c:pt>
                <c:pt idx="10">
                  <c:v>0.2763632834</c:v>
                </c:pt>
                <c:pt idx="11">
                  <c:v>0.268111825</c:v>
                </c:pt>
                <c:pt idx="12">
                  <c:v>0.2604993284</c:v>
                </c:pt>
                <c:pt idx="13">
                  <c:v>0.2687870264</c:v>
                </c:pt>
                <c:pt idx="14">
                  <c:v>0.2538265288</c:v>
                </c:pt>
                <c:pt idx="15">
                  <c:v>0.2539697587</c:v>
                </c:pt>
                <c:pt idx="16">
                  <c:v>0.2453652918</c:v>
                </c:pt>
                <c:pt idx="17">
                  <c:v>0.2458129078</c:v>
                </c:pt>
                <c:pt idx="18">
                  <c:v>0.2426092327</c:v>
                </c:pt>
                <c:pt idx="19">
                  <c:v>0.2385824919</c:v>
                </c:pt>
                <c:pt idx="20">
                  <c:v>0.2382898629</c:v>
                </c:pt>
                <c:pt idx="21">
                  <c:v>0.2369918078</c:v>
                </c:pt>
                <c:pt idx="22">
                  <c:v>0.2354976684</c:v>
                </c:pt>
                <c:pt idx="23">
                  <c:v>0.2352885306</c:v>
                </c:pt>
                <c:pt idx="24">
                  <c:v>0.2315795422</c:v>
                </c:pt>
                <c:pt idx="25">
                  <c:v>0.232197389</c:v>
                </c:pt>
                <c:pt idx="26">
                  <c:v>0.2273919135</c:v>
                </c:pt>
                <c:pt idx="27">
                  <c:v>0.2328827381</c:v>
                </c:pt>
                <c:pt idx="28">
                  <c:v>0.2286908329</c:v>
                </c:pt>
                <c:pt idx="29">
                  <c:v>0.2282263339</c:v>
                </c:pt>
                <c:pt idx="30">
                  <c:v>0.2276925147</c:v>
                </c:pt>
                <c:pt idx="31">
                  <c:v>0.2280814499</c:v>
                </c:pt>
                <c:pt idx="32">
                  <c:v>0.2253599316</c:v>
                </c:pt>
                <c:pt idx="33">
                  <c:v>0.2268933952</c:v>
                </c:pt>
                <c:pt idx="34">
                  <c:v>0.2148561925</c:v>
                </c:pt>
                <c:pt idx="35">
                  <c:v>0.2136770636</c:v>
                </c:pt>
                <c:pt idx="36">
                  <c:v>0.2121440321</c:v>
                </c:pt>
                <c:pt idx="37">
                  <c:v>0.2127701342</c:v>
                </c:pt>
                <c:pt idx="38">
                  <c:v>0.2144354582</c:v>
                </c:pt>
                <c:pt idx="39">
                  <c:v>0.2112431973</c:v>
                </c:pt>
                <c:pt idx="40">
                  <c:v>0.2115322649</c:v>
                </c:pt>
                <c:pt idx="41">
                  <c:v>0.212714076</c:v>
                </c:pt>
                <c:pt idx="42">
                  <c:v>0.2131241113</c:v>
                </c:pt>
                <c:pt idx="43">
                  <c:v>0.2108561099</c:v>
                </c:pt>
                <c:pt idx="44">
                  <c:v>0.211442858</c:v>
                </c:pt>
                <c:pt idx="45">
                  <c:v>0.21030128</c:v>
                </c:pt>
                <c:pt idx="46">
                  <c:v>0.2087678164</c:v>
                </c:pt>
                <c:pt idx="47">
                  <c:v>0.2108807862</c:v>
                </c:pt>
                <c:pt idx="48">
                  <c:v>0.2111310512</c:v>
                </c:pt>
                <c:pt idx="49">
                  <c:v>0.2116408497</c:v>
                </c:pt>
                <c:pt idx="50">
                  <c:v>0.2126048356</c:v>
                </c:pt>
                <c:pt idx="51">
                  <c:v>0.210707739</c:v>
                </c:pt>
                <c:pt idx="52">
                  <c:v>0.2090885341</c:v>
                </c:pt>
                <c:pt idx="53">
                  <c:v>0.2114513665</c:v>
                </c:pt>
                <c:pt idx="54">
                  <c:v>0.213353008</c:v>
                </c:pt>
                <c:pt idx="55">
                  <c:v>0.2101812363</c:v>
                </c:pt>
                <c:pt idx="56">
                  <c:v>0.2086819559</c:v>
                </c:pt>
                <c:pt idx="57">
                  <c:v>0.2116208375</c:v>
                </c:pt>
                <c:pt idx="58">
                  <c:v>0.2117868513</c:v>
                </c:pt>
                <c:pt idx="59">
                  <c:v>0.2085587382</c:v>
                </c:pt>
                <c:pt idx="60">
                  <c:v>0.2103518993</c:v>
                </c:pt>
                <c:pt idx="61">
                  <c:v>0.2098999918</c:v>
                </c:pt>
                <c:pt idx="62">
                  <c:v>0.2112999558</c:v>
                </c:pt>
                <c:pt idx="63">
                  <c:v>0.2087461203</c:v>
                </c:pt>
                <c:pt idx="64">
                  <c:v>0.2068122476</c:v>
                </c:pt>
                <c:pt idx="65">
                  <c:v>0.2061162442</c:v>
                </c:pt>
                <c:pt idx="66">
                  <c:v>0.2062845677</c:v>
                </c:pt>
                <c:pt idx="67">
                  <c:v>0.2057536095</c:v>
                </c:pt>
                <c:pt idx="68">
                  <c:v>0.2055045962</c:v>
                </c:pt>
                <c:pt idx="69">
                  <c:v>0.2055006325</c:v>
                </c:pt>
                <c:pt idx="70">
                  <c:v>0.2060566992</c:v>
                </c:pt>
                <c:pt idx="71">
                  <c:v>0.2053262591</c:v>
                </c:pt>
                <c:pt idx="72">
                  <c:v>0.2054373026</c:v>
                </c:pt>
                <c:pt idx="73">
                  <c:v>0.2086933106</c:v>
                </c:pt>
                <c:pt idx="74">
                  <c:v>0.2058850378</c:v>
                </c:pt>
                <c:pt idx="75">
                  <c:v>0.2057748735</c:v>
                </c:pt>
                <c:pt idx="76">
                  <c:v>0.2053406388</c:v>
                </c:pt>
                <c:pt idx="77">
                  <c:v>0.2053824067</c:v>
                </c:pt>
                <c:pt idx="78">
                  <c:v>0.2054018527</c:v>
                </c:pt>
                <c:pt idx="79">
                  <c:v>0.2052777559</c:v>
                </c:pt>
                <c:pt idx="80">
                  <c:v>0.2058643848</c:v>
                </c:pt>
                <c:pt idx="81">
                  <c:v>0.2050965279</c:v>
                </c:pt>
                <c:pt idx="82">
                  <c:v>0.2051042318</c:v>
                </c:pt>
                <c:pt idx="83">
                  <c:v>0.2046806961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Data'!$D$2:$D$85</c:f>
              <c:numCache>
                <c:formatCode>0.00</c:formatCode>
                <c:ptCount val="84"/>
                <c:pt idx="0">
                  <c:v>0.6901740432</c:v>
                </c:pt>
                <c:pt idx="1">
                  <c:v>0.5490297675</c:v>
                </c:pt>
                <c:pt idx="2">
                  <c:v>0.5409748554</c:v>
                </c:pt>
                <c:pt idx="3">
                  <c:v>0.4685361087</c:v>
                </c:pt>
                <c:pt idx="4">
                  <c:v>0.5549173355</c:v>
                </c:pt>
                <c:pt idx="5">
                  <c:v>0.5011158586</c:v>
                </c:pt>
                <c:pt idx="6">
                  <c:v>0.5803985</c:v>
                </c:pt>
                <c:pt idx="7">
                  <c:v>0.498128742</c:v>
                </c:pt>
                <c:pt idx="8">
                  <c:v>0.532232523</c:v>
                </c:pt>
                <c:pt idx="9">
                  <c:v>0.4998286664</c:v>
                </c:pt>
                <c:pt idx="10">
                  <c:v>0.5376839638</c:v>
                </c:pt>
                <c:pt idx="11">
                  <c:v>0.5045223236</c:v>
                </c:pt>
                <c:pt idx="12">
                  <c:v>0.5491425395</c:v>
                </c:pt>
                <c:pt idx="13">
                  <c:v>0.5022379756</c:v>
                </c:pt>
                <c:pt idx="14">
                  <c:v>0.4937508404</c:v>
                </c:pt>
                <c:pt idx="15">
                  <c:v>0.4859579504</c:v>
                </c:pt>
                <c:pt idx="16">
                  <c:v>0.5526806116</c:v>
                </c:pt>
                <c:pt idx="17">
                  <c:v>0.5004617572</c:v>
                </c:pt>
                <c:pt idx="18">
                  <c:v>0.5425252318</c:v>
                </c:pt>
                <c:pt idx="19">
                  <c:v>0.5141018033</c:v>
                </c:pt>
                <c:pt idx="20">
                  <c:v>0.5232024789</c:v>
                </c:pt>
                <c:pt idx="21">
                  <c:v>0.6050370932</c:v>
                </c:pt>
                <c:pt idx="22">
                  <c:v>0.5255954266</c:v>
                </c:pt>
                <c:pt idx="23">
                  <c:v>0.5202332139</c:v>
                </c:pt>
                <c:pt idx="24">
                  <c:v>0.5167645812</c:v>
                </c:pt>
                <c:pt idx="25">
                  <c:v>0.5427421331</c:v>
                </c:pt>
                <c:pt idx="26">
                  <c:v>0.504565537</c:v>
                </c:pt>
                <c:pt idx="27">
                  <c:v>0.4879816771</c:v>
                </c:pt>
                <c:pt idx="28">
                  <c:v>0.5429221392</c:v>
                </c:pt>
                <c:pt idx="29">
                  <c:v>0.6212980151</c:v>
                </c:pt>
                <c:pt idx="30">
                  <c:v>0.5529788136</c:v>
                </c:pt>
                <c:pt idx="31">
                  <c:v>0.5110502839</c:v>
                </c:pt>
                <c:pt idx="32">
                  <c:v>0.4941391051</c:v>
                </c:pt>
                <c:pt idx="33">
                  <c:v>0.5111991167</c:v>
                </c:pt>
                <c:pt idx="34">
                  <c:v>0.5179072618</c:v>
                </c:pt>
                <c:pt idx="35">
                  <c:v>0.4898138642</c:v>
                </c:pt>
                <c:pt idx="36">
                  <c:v>0.4940676987</c:v>
                </c:pt>
                <c:pt idx="37">
                  <c:v>0.5145593882</c:v>
                </c:pt>
                <c:pt idx="38">
                  <c:v>0.5894173384</c:v>
                </c:pt>
                <c:pt idx="39">
                  <c:v>0.4858059585</c:v>
                </c:pt>
                <c:pt idx="40">
                  <c:v>0.5046184659</c:v>
                </c:pt>
                <c:pt idx="41">
                  <c:v>0.5855854154</c:v>
                </c:pt>
                <c:pt idx="42">
                  <c:v>0.5023639202</c:v>
                </c:pt>
                <c:pt idx="43">
                  <c:v>0.5279025435</c:v>
                </c:pt>
                <c:pt idx="44">
                  <c:v>0.4975593984</c:v>
                </c:pt>
                <c:pt idx="45">
                  <c:v>0.4893159568</c:v>
                </c:pt>
                <c:pt idx="46">
                  <c:v>0.505179584</c:v>
                </c:pt>
                <c:pt idx="47">
                  <c:v>0.5289053321</c:v>
                </c:pt>
                <c:pt idx="48">
                  <c:v>0.5188742876</c:v>
                </c:pt>
                <c:pt idx="49">
                  <c:v>0.5351403952</c:v>
                </c:pt>
                <c:pt idx="50">
                  <c:v>0.5265467167</c:v>
                </c:pt>
                <c:pt idx="51">
                  <c:v>0.4956939518</c:v>
                </c:pt>
                <c:pt idx="52">
                  <c:v>0.5000959039</c:v>
                </c:pt>
                <c:pt idx="53">
                  <c:v>0.5176983476</c:v>
                </c:pt>
                <c:pt idx="54">
                  <c:v>0.5299310684</c:v>
                </c:pt>
                <c:pt idx="55">
                  <c:v>0.5323852897</c:v>
                </c:pt>
                <c:pt idx="56">
                  <c:v>0.5468346477</c:v>
                </c:pt>
                <c:pt idx="57">
                  <c:v>0.561807394</c:v>
                </c:pt>
                <c:pt idx="58">
                  <c:v>0.5552771091</c:v>
                </c:pt>
                <c:pt idx="59">
                  <c:v>0.5322161317</c:v>
                </c:pt>
                <c:pt idx="60">
                  <c:v>0.5134332776</c:v>
                </c:pt>
                <c:pt idx="61">
                  <c:v>0.5085861683</c:v>
                </c:pt>
                <c:pt idx="62">
                  <c:v>0.5174037814</c:v>
                </c:pt>
                <c:pt idx="63">
                  <c:v>0.5457544327</c:v>
                </c:pt>
                <c:pt idx="64">
                  <c:v>0.5382533073</c:v>
                </c:pt>
                <c:pt idx="65">
                  <c:v>0.5678232312</c:v>
                </c:pt>
                <c:pt idx="66">
                  <c:v>0.5512834191</c:v>
                </c:pt>
                <c:pt idx="67">
                  <c:v>0.5091451406</c:v>
                </c:pt>
                <c:pt idx="68">
                  <c:v>0.5369586349</c:v>
                </c:pt>
                <c:pt idx="69">
                  <c:v>0.549690187</c:v>
                </c:pt>
                <c:pt idx="70">
                  <c:v>0.541180253</c:v>
                </c:pt>
                <c:pt idx="71">
                  <c:v>0.5563796163</c:v>
                </c:pt>
                <c:pt idx="72">
                  <c:v>0.5306455493</c:v>
                </c:pt>
                <c:pt idx="73">
                  <c:v>0.5191400647</c:v>
                </c:pt>
                <c:pt idx="74">
                  <c:v>0.5522071123</c:v>
                </c:pt>
                <c:pt idx="75">
                  <c:v>0.5314093232</c:v>
                </c:pt>
                <c:pt idx="76">
                  <c:v>0.5310200453</c:v>
                </c:pt>
                <c:pt idx="77">
                  <c:v>0.5520939827</c:v>
                </c:pt>
                <c:pt idx="78">
                  <c:v>0.5484931469</c:v>
                </c:pt>
                <c:pt idx="79">
                  <c:v>0.5649555326</c:v>
                </c:pt>
                <c:pt idx="80">
                  <c:v>0.5412203074</c:v>
                </c:pt>
                <c:pt idx="81">
                  <c:v>0.5455464125</c:v>
                </c:pt>
                <c:pt idx="82">
                  <c:v>0.5175303817</c:v>
                </c:pt>
                <c:pt idx="83">
                  <c:v>0.5234612226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Data'!$E$2:$E$86</c:f>
              <c:numCache>
                <c:formatCode>General</c:formatCode>
                <c:ptCount val="8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</c:numCache>
            </c:numRef>
          </c:xVal>
          <c:yVal>
            <c:numRef>
              <c:f>'Chart Data'!$F$2:$F$86</c:f>
              <c:numCache>
                <c:formatCode>0.00</c:formatCode>
                <c:ptCount val="85"/>
                <c:pt idx="0">
                  <c:v>0.8152394295</c:v>
                </c:pt>
                <c:pt idx="1">
                  <c:v>0.6149182916</c:v>
                </c:pt>
                <c:pt idx="2">
                  <c:v>0.450348109</c:v>
                </c:pt>
                <c:pt idx="3">
                  <c:v>0.3824496269</c:v>
                </c:pt>
                <c:pt idx="4">
                  <c:v>0.3451546431</c:v>
                </c:pt>
                <c:pt idx="5">
                  <c:v>0.3166619837</c:v>
                </c:pt>
                <c:pt idx="6">
                  <c:v>0.3050317764</c:v>
                </c:pt>
                <c:pt idx="7">
                  <c:v>0.2874555588</c:v>
                </c:pt>
                <c:pt idx="8">
                  <c:v>0.2769441605</c:v>
                </c:pt>
                <c:pt idx="9">
                  <c:v>0.2718427181</c:v>
                </c:pt>
                <c:pt idx="10">
                  <c:v>0.2635734379</c:v>
                </c:pt>
                <c:pt idx="11">
                  <c:v>0.2580772638</c:v>
                </c:pt>
                <c:pt idx="12">
                  <c:v>0.2593497932</c:v>
                </c:pt>
                <c:pt idx="13">
                  <c:v>0.2446433753</c:v>
                </c:pt>
                <c:pt idx="14">
                  <c:v>0.248897478</c:v>
                </c:pt>
                <c:pt idx="15">
                  <c:v>0.2485764474</c:v>
                </c:pt>
                <c:pt idx="16">
                  <c:v>0.2408388704</c:v>
                </c:pt>
                <c:pt idx="17">
                  <c:v>0.2383851856</c:v>
                </c:pt>
                <c:pt idx="18">
                  <c:v>0.2375252843</c:v>
                </c:pt>
                <c:pt idx="19">
                  <c:v>0.2519492507</c:v>
                </c:pt>
                <c:pt idx="20">
                  <c:v>0.2321485281</c:v>
                </c:pt>
                <c:pt idx="21">
                  <c:v>0.2310714275</c:v>
                </c:pt>
                <c:pt idx="22">
                  <c:v>0.2283278257</c:v>
                </c:pt>
                <c:pt idx="23">
                  <c:v>0.2370714992</c:v>
                </c:pt>
                <c:pt idx="24">
                  <c:v>0.2273221463</c:v>
                </c:pt>
                <c:pt idx="25">
                  <c:v>0.2311079949</c:v>
                </c:pt>
                <c:pt idx="26">
                  <c:v>0.226601243</c:v>
                </c:pt>
                <c:pt idx="27">
                  <c:v>0.235429287</c:v>
                </c:pt>
                <c:pt idx="28">
                  <c:v>0.2277397364</c:v>
                </c:pt>
                <c:pt idx="29">
                  <c:v>0.2628151178</c:v>
                </c:pt>
                <c:pt idx="30">
                  <c:v>0.2248703539</c:v>
                </c:pt>
                <c:pt idx="31">
                  <c:v>0.233204037</c:v>
                </c:pt>
                <c:pt idx="32">
                  <c:v>0.2199203372</c:v>
                </c:pt>
                <c:pt idx="33">
                  <c:v>0.2254790068</c:v>
                </c:pt>
                <c:pt idx="34">
                  <c:v>0.222650975</c:v>
                </c:pt>
                <c:pt idx="35">
                  <c:v>0.2240294814</c:v>
                </c:pt>
                <c:pt idx="36">
                  <c:v>0.212132141</c:v>
                </c:pt>
                <c:pt idx="37">
                  <c:v>0.2125543952</c:v>
                </c:pt>
                <c:pt idx="38">
                  <c:v>0.21141693</c:v>
                </c:pt>
                <c:pt idx="39">
                  <c:v>0.2175444514</c:v>
                </c:pt>
                <c:pt idx="40">
                  <c:v>0.2116588801</c:v>
                </c:pt>
                <c:pt idx="41">
                  <c:v>0.2116902918</c:v>
                </c:pt>
                <c:pt idx="42">
                  <c:v>0.2108978927</c:v>
                </c:pt>
                <c:pt idx="43">
                  <c:v>0.2121365666</c:v>
                </c:pt>
                <c:pt idx="44">
                  <c:v>0.2190042734</c:v>
                </c:pt>
                <c:pt idx="45">
                  <c:v>0.214770183</c:v>
                </c:pt>
                <c:pt idx="46">
                  <c:v>0.2101093233</c:v>
                </c:pt>
                <c:pt idx="47">
                  <c:v>0.2100438923</c:v>
                </c:pt>
                <c:pt idx="48">
                  <c:v>0.210614875</c:v>
                </c:pt>
                <c:pt idx="49">
                  <c:v>0.2101943195</c:v>
                </c:pt>
                <c:pt idx="50">
                  <c:v>0.2103064358</c:v>
                </c:pt>
                <c:pt idx="51">
                  <c:v>0.2100136578</c:v>
                </c:pt>
                <c:pt idx="52">
                  <c:v>0.2175685018</c:v>
                </c:pt>
                <c:pt idx="53">
                  <c:v>0.2098638564</c:v>
                </c:pt>
                <c:pt idx="54">
                  <c:v>0.2094946951</c:v>
                </c:pt>
                <c:pt idx="55">
                  <c:v>0.2081240565</c:v>
                </c:pt>
                <c:pt idx="56">
                  <c:v>0.2094418406</c:v>
                </c:pt>
                <c:pt idx="57">
                  <c:v>0.2110293657</c:v>
                </c:pt>
                <c:pt idx="58">
                  <c:v>0.2139607519</c:v>
                </c:pt>
                <c:pt idx="59">
                  <c:v>0.2088007331</c:v>
                </c:pt>
                <c:pt idx="60">
                  <c:v>0.2099924833</c:v>
                </c:pt>
                <c:pt idx="61">
                  <c:v>0.2123824358</c:v>
                </c:pt>
                <c:pt idx="62">
                  <c:v>0.2085245848</c:v>
                </c:pt>
                <c:pt idx="63">
                  <c:v>0.2141611576</c:v>
                </c:pt>
                <c:pt idx="64">
                  <c:v>0.2081592083</c:v>
                </c:pt>
                <c:pt idx="65">
                  <c:v>0.2089391649</c:v>
                </c:pt>
                <c:pt idx="66">
                  <c:v>0.2064460665</c:v>
                </c:pt>
                <c:pt idx="67">
                  <c:v>0.2088834643</c:v>
                </c:pt>
                <c:pt idx="68">
                  <c:v>0.2064804137</c:v>
                </c:pt>
                <c:pt idx="69">
                  <c:v>0.2066430748</c:v>
                </c:pt>
                <c:pt idx="70">
                  <c:v>0.206150353</c:v>
                </c:pt>
                <c:pt idx="71">
                  <c:v>0.2062595487</c:v>
                </c:pt>
                <c:pt idx="72">
                  <c:v>0.2081266195</c:v>
                </c:pt>
                <c:pt idx="73">
                  <c:v>0.205528006</c:v>
                </c:pt>
                <c:pt idx="74">
                  <c:v>0.2065446377</c:v>
                </c:pt>
                <c:pt idx="75">
                  <c:v>0.2062672824</c:v>
                </c:pt>
                <c:pt idx="76">
                  <c:v>0.208347708</c:v>
                </c:pt>
                <c:pt idx="77">
                  <c:v>0.2063335776</c:v>
                </c:pt>
                <c:pt idx="78">
                  <c:v>0.2061810493</c:v>
                </c:pt>
                <c:pt idx="79">
                  <c:v>0.2063919902</c:v>
                </c:pt>
                <c:pt idx="80">
                  <c:v>0.2056848258</c:v>
                </c:pt>
                <c:pt idx="81">
                  <c:v>0.2073789239</c:v>
                </c:pt>
                <c:pt idx="82">
                  <c:v>0.2061061263</c:v>
                </c:pt>
                <c:pt idx="83">
                  <c:v>0.2070750296</c:v>
                </c:pt>
                <c:pt idx="84">
                  <c:v>0.2049850076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Data'!$G$2:$G$86</c:f>
              <c:numCache>
                <c:formatCode>General</c:formatCode>
                <c:ptCount val="8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</c:numCache>
            </c:numRef>
          </c:xVal>
          <c:yVal>
            <c:numRef>
              <c:f>'Chart Data'!$H$2:$H$86</c:f>
              <c:numCache>
                <c:formatCode>0.00</c:formatCode>
                <c:ptCount val="85"/>
                <c:pt idx="0">
                  <c:v>0.6832305789</c:v>
                </c:pt>
                <c:pt idx="1">
                  <c:v>0.5632400513</c:v>
                </c:pt>
                <c:pt idx="2">
                  <c:v>0.462760061</c:v>
                </c:pt>
                <c:pt idx="3">
                  <c:v>0.6399714351</c:v>
                </c:pt>
                <c:pt idx="4">
                  <c:v>0.4278428555</c:v>
                </c:pt>
                <c:pt idx="5">
                  <c:v>0.5290896297</c:v>
                </c:pt>
                <c:pt idx="6">
                  <c:v>0.4709612429</c:v>
                </c:pt>
                <c:pt idx="7">
                  <c:v>0.4973785281</c:v>
                </c:pt>
                <c:pt idx="8">
                  <c:v>0.7194061875</c:v>
                </c:pt>
                <c:pt idx="9">
                  <c:v>0.5009310842</c:v>
                </c:pt>
                <c:pt idx="10">
                  <c:v>0.5113524199</c:v>
                </c:pt>
                <c:pt idx="11">
                  <c:v>0.5170910358</c:v>
                </c:pt>
                <c:pt idx="12">
                  <c:v>0.4568377435</c:v>
                </c:pt>
                <c:pt idx="13">
                  <c:v>0.8875098825</c:v>
                </c:pt>
                <c:pt idx="14">
                  <c:v>0.6838784218</c:v>
                </c:pt>
                <c:pt idx="15">
                  <c:v>0.4758620858</c:v>
                </c:pt>
                <c:pt idx="16">
                  <c:v>0.4462123811</c:v>
                </c:pt>
                <c:pt idx="17">
                  <c:v>0.4758979082</c:v>
                </c:pt>
                <c:pt idx="18">
                  <c:v>0.5391572714</c:v>
                </c:pt>
                <c:pt idx="19">
                  <c:v>0.4643098414</c:v>
                </c:pt>
                <c:pt idx="20">
                  <c:v>0.4741920829</c:v>
                </c:pt>
                <c:pt idx="21">
                  <c:v>0.4654431939</c:v>
                </c:pt>
                <c:pt idx="22">
                  <c:v>0.550149262</c:v>
                </c:pt>
                <c:pt idx="23">
                  <c:v>0.4589809179</c:v>
                </c:pt>
                <c:pt idx="24">
                  <c:v>0.8731526136</c:v>
                </c:pt>
                <c:pt idx="25">
                  <c:v>0.6627011299</c:v>
                </c:pt>
                <c:pt idx="26">
                  <c:v>0.6681619883</c:v>
                </c:pt>
                <c:pt idx="27">
                  <c:v>0.4638417959</c:v>
                </c:pt>
                <c:pt idx="28">
                  <c:v>0.4849200547</c:v>
                </c:pt>
                <c:pt idx="29">
                  <c:v>0.5033858418</c:v>
                </c:pt>
                <c:pt idx="30">
                  <c:v>0.7730397582</c:v>
                </c:pt>
                <c:pt idx="31">
                  <c:v>0.5252222419</c:v>
                </c:pt>
                <c:pt idx="32">
                  <c:v>0.4456485212</c:v>
                </c:pt>
                <c:pt idx="33">
                  <c:v>0.4799627364</c:v>
                </c:pt>
                <c:pt idx="34">
                  <c:v>0.5725585222</c:v>
                </c:pt>
                <c:pt idx="35">
                  <c:v>0.4740163088</c:v>
                </c:pt>
                <c:pt idx="36">
                  <c:v>0.4897350669</c:v>
                </c:pt>
                <c:pt idx="37">
                  <c:v>0.4879044592</c:v>
                </c:pt>
                <c:pt idx="38">
                  <c:v>0.4681168795</c:v>
                </c:pt>
                <c:pt idx="39">
                  <c:v>0.4717711806</c:v>
                </c:pt>
                <c:pt idx="40">
                  <c:v>0.5240872502</c:v>
                </c:pt>
                <c:pt idx="41">
                  <c:v>0.5288125277</c:v>
                </c:pt>
                <c:pt idx="42">
                  <c:v>0.5275514126</c:v>
                </c:pt>
                <c:pt idx="43">
                  <c:v>0.5380135775</c:v>
                </c:pt>
                <c:pt idx="44">
                  <c:v>0.5129573941</c:v>
                </c:pt>
                <c:pt idx="45">
                  <c:v>0.505407095</c:v>
                </c:pt>
                <c:pt idx="46">
                  <c:v>0.5157490373</c:v>
                </c:pt>
                <c:pt idx="47">
                  <c:v>0.4812592566</c:v>
                </c:pt>
                <c:pt idx="48">
                  <c:v>0.5873942375</c:v>
                </c:pt>
                <c:pt idx="49">
                  <c:v>0.504704833</c:v>
                </c:pt>
                <c:pt idx="50">
                  <c:v>0.4705169499</c:v>
                </c:pt>
                <c:pt idx="51">
                  <c:v>0.4600791633</c:v>
                </c:pt>
                <c:pt idx="52">
                  <c:v>0.5137240887</c:v>
                </c:pt>
                <c:pt idx="53">
                  <c:v>0.5151642561</c:v>
                </c:pt>
                <c:pt idx="54">
                  <c:v>0.5159561634</c:v>
                </c:pt>
                <c:pt idx="55">
                  <c:v>0.7157952785</c:v>
                </c:pt>
                <c:pt idx="56">
                  <c:v>0.509539485</c:v>
                </c:pt>
                <c:pt idx="57">
                  <c:v>0.5525144339</c:v>
                </c:pt>
                <c:pt idx="58">
                  <c:v>0.4969101846</c:v>
                </c:pt>
                <c:pt idx="59">
                  <c:v>0.513769269</c:v>
                </c:pt>
                <c:pt idx="60">
                  <c:v>0.4865502417</c:v>
                </c:pt>
                <c:pt idx="61">
                  <c:v>0.511879921</c:v>
                </c:pt>
                <c:pt idx="62">
                  <c:v>0.5363720059</c:v>
                </c:pt>
                <c:pt idx="63">
                  <c:v>0.5439524055</c:v>
                </c:pt>
                <c:pt idx="64">
                  <c:v>0.4901931584</c:v>
                </c:pt>
                <c:pt idx="65">
                  <c:v>0.4915164709</c:v>
                </c:pt>
                <c:pt idx="66">
                  <c:v>0.5306656361</c:v>
                </c:pt>
                <c:pt idx="67">
                  <c:v>0.4882003665</c:v>
                </c:pt>
                <c:pt idx="68">
                  <c:v>0.5350357294</c:v>
                </c:pt>
                <c:pt idx="69">
                  <c:v>0.4802679718</c:v>
                </c:pt>
                <c:pt idx="70">
                  <c:v>0.5151724219</c:v>
                </c:pt>
                <c:pt idx="71">
                  <c:v>0.5134890079</c:v>
                </c:pt>
                <c:pt idx="72">
                  <c:v>0.4782117605</c:v>
                </c:pt>
                <c:pt idx="73">
                  <c:v>0.5413181186</c:v>
                </c:pt>
                <c:pt idx="74">
                  <c:v>0.4887746871</c:v>
                </c:pt>
                <c:pt idx="75">
                  <c:v>0.4916431606</c:v>
                </c:pt>
                <c:pt idx="76">
                  <c:v>0.4922659397</c:v>
                </c:pt>
                <c:pt idx="77">
                  <c:v>0.4985026419</c:v>
                </c:pt>
                <c:pt idx="78">
                  <c:v>0.5002757311</c:v>
                </c:pt>
                <c:pt idx="79">
                  <c:v>0.4936199486</c:v>
                </c:pt>
                <c:pt idx="80">
                  <c:v>0.5013839602</c:v>
                </c:pt>
                <c:pt idx="81">
                  <c:v>0.4890528023</c:v>
                </c:pt>
                <c:pt idx="82">
                  <c:v>0.5019583702</c:v>
                </c:pt>
                <c:pt idx="83">
                  <c:v>0.4985655844</c:v>
                </c:pt>
                <c:pt idx="84">
                  <c:v>0.5125077963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0%</c:formatCode>
                <c:ptCount val="82"/>
                <c:pt idx="0">
                  <c:v>0.5294054747</c:v>
                </c:pt>
                <c:pt idx="1">
                  <c:v>0.7080125213</c:v>
                </c:pt>
                <c:pt idx="2">
                  <c:v>0.7841460109</c:v>
                </c:pt>
                <c:pt idx="3">
                  <c:v>0.8394639492</c:v>
                </c:pt>
                <c:pt idx="4">
                  <c:v>0.8760336637</c:v>
                </c:pt>
                <c:pt idx="5">
                  <c:v>0.900128305</c:v>
                </c:pt>
                <c:pt idx="6">
                  <c:v>0.9163815379</c:v>
                </c:pt>
                <c:pt idx="7">
                  <c:v>0.9285357594</c:v>
                </c:pt>
                <c:pt idx="8">
                  <c:v>0.9358425736</c:v>
                </c:pt>
                <c:pt idx="9">
                  <c:v>0.9433988929</c:v>
                </c:pt>
                <c:pt idx="10">
                  <c:v>0.9473552704</c:v>
                </c:pt>
                <c:pt idx="11">
                  <c:v>0.9518819451</c:v>
                </c:pt>
                <c:pt idx="12">
                  <c:v>0.9561591148</c:v>
                </c:pt>
                <c:pt idx="13">
                  <c:v>0.957869947</c:v>
                </c:pt>
                <c:pt idx="14">
                  <c:v>0.959723413</c:v>
                </c:pt>
                <c:pt idx="15">
                  <c:v>0.9646778107</c:v>
                </c:pt>
                <c:pt idx="16">
                  <c:v>0.965782702</c:v>
                </c:pt>
                <c:pt idx="17">
                  <c:v>0.9667450786</c:v>
                </c:pt>
                <c:pt idx="18">
                  <c:v>0.9707014561</c:v>
                </c:pt>
                <c:pt idx="19">
                  <c:v>0.968562901</c:v>
                </c:pt>
                <c:pt idx="20">
                  <c:v>0.9711648226</c:v>
                </c:pt>
                <c:pt idx="21">
                  <c:v>0.9732320905</c:v>
                </c:pt>
                <c:pt idx="22">
                  <c:v>0.9744083285</c:v>
                </c:pt>
                <c:pt idx="23">
                  <c:v>0.9730895162</c:v>
                </c:pt>
                <c:pt idx="24">
                  <c:v>0.9751924872</c:v>
                </c:pt>
                <c:pt idx="25">
                  <c:v>0.9762973785</c:v>
                </c:pt>
                <c:pt idx="26">
                  <c:v>0.9781864882</c:v>
                </c:pt>
                <c:pt idx="27">
                  <c:v>0.979041934</c:v>
                </c:pt>
                <c:pt idx="28">
                  <c:v>0.9771171808</c:v>
                </c:pt>
                <c:pt idx="29">
                  <c:v>0.9791132212</c:v>
                </c:pt>
                <c:pt idx="30">
                  <c:v>0.9791488647</c:v>
                </c:pt>
                <c:pt idx="31">
                  <c:v>0.9811804891</c:v>
                </c:pt>
                <c:pt idx="32">
                  <c:v>0.9878457189</c:v>
                </c:pt>
                <c:pt idx="33">
                  <c:v>0.9892001748</c:v>
                </c:pt>
                <c:pt idx="34">
                  <c:v>0.9895922542</c:v>
                </c:pt>
                <c:pt idx="35">
                  <c:v>0.989770472</c:v>
                </c:pt>
                <c:pt idx="36">
                  <c:v>0.9894496799</c:v>
                </c:pt>
                <c:pt idx="37">
                  <c:v>0.9910179377</c:v>
                </c:pt>
                <c:pt idx="38">
                  <c:v>0.9882734418</c:v>
                </c:pt>
                <c:pt idx="39">
                  <c:v>0.9912674427</c:v>
                </c:pt>
                <c:pt idx="40">
                  <c:v>0.9904120564</c:v>
                </c:pt>
                <c:pt idx="41">
                  <c:v>0.9924793243</c:v>
                </c:pt>
                <c:pt idx="42">
                  <c:v>0.9902694821</c:v>
                </c:pt>
                <c:pt idx="43">
                  <c:v>0.9917664528</c:v>
                </c:pt>
                <c:pt idx="44">
                  <c:v>0.9908041358</c:v>
                </c:pt>
                <c:pt idx="45">
                  <c:v>0.9911961555</c:v>
                </c:pt>
                <c:pt idx="46">
                  <c:v>0.9911248684</c:v>
                </c:pt>
                <c:pt idx="47">
                  <c:v>0.992764473</c:v>
                </c:pt>
                <c:pt idx="48">
                  <c:v>0.9915882349</c:v>
                </c:pt>
                <c:pt idx="49">
                  <c:v>0.9925149679</c:v>
                </c:pt>
                <c:pt idx="50">
                  <c:v>0.991410017</c:v>
                </c:pt>
                <c:pt idx="51">
                  <c:v>0.9933704138</c:v>
                </c:pt>
                <c:pt idx="52">
                  <c:v>0.9920159578</c:v>
                </c:pt>
                <c:pt idx="53">
                  <c:v>0.9930496216</c:v>
                </c:pt>
                <c:pt idx="54">
                  <c:v>0.9921941757</c:v>
                </c:pt>
                <c:pt idx="55">
                  <c:v>0.9926218987</c:v>
                </c:pt>
                <c:pt idx="56">
                  <c:v>0.9935486317</c:v>
                </c:pt>
                <c:pt idx="57">
                  <c:v>0.9921941757</c:v>
                </c:pt>
                <c:pt idx="58">
                  <c:v>0.9924793243</c:v>
                </c:pt>
                <c:pt idx="59">
                  <c:v>0.9926931858</c:v>
                </c:pt>
                <c:pt idx="60">
                  <c:v>0.9935486317</c:v>
                </c:pt>
                <c:pt idx="61">
                  <c:v>0.9933704138</c:v>
                </c:pt>
                <c:pt idx="62">
                  <c:v>0.9955089688</c:v>
                </c:pt>
                <c:pt idx="63">
                  <c:v>0.9957228303</c:v>
                </c:pt>
                <c:pt idx="64">
                  <c:v>0.9969347119</c:v>
                </c:pt>
                <c:pt idx="65">
                  <c:v>0.9952238202</c:v>
                </c:pt>
                <c:pt idx="66">
                  <c:v>0.9962218404</c:v>
                </c:pt>
                <c:pt idx="67">
                  <c:v>0.9962931275</c:v>
                </c:pt>
                <c:pt idx="68">
                  <c:v>0.9968634248</c:v>
                </c:pt>
                <c:pt idx="69">
                  <c:v>0.9952951074</c:v>
                </c:pt>
                <c:pt idx="70">
                  <c:v>0.9976119399</c:v>
                </c:pt>
                <c:pt idx="71">
                  <c:v>0.9963287711</c:v>
                </c:pt>
                <c:pt idx="72">
                  <c:v>0.9960079789</c:v>
                </c:pt>
                <c:pt idx="73">
                  <c:v>0.9966495633</c:v>
                </c:pt>
                <c:pt idx="74">
                  <c:v>0.9968277812</c:v>
                </c:pt>
                <c:pt idx="75">
                  <c:v>0.9968277812</c:v>
                </c:pt>
                <c:pt idx="76">
                  <c:v>0.9967208505</c:v>
                </c:pt>
                <c:pt idx="77">
                  <c:v>0.996506989</c:v>
                </c:pt>
                <c:pt idx="78">
                  <c:v>0.9970059991</c:v>
                </c:pt>
                <c:pt idx="79">
                  <c:v>0.9970059991</c:v>
                </c:pt>
                <c:pt idx="80">
                  <c:v>0.9970772862</c:v>
                </c:pt>
                <c:pt idx="81">
                  <c:v>0.9968634248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0%</c:formatCode>
                <c:ptCount val="82"/>
                <c:pt idx="0">
                  <c:v>0.6687907577</c:v>
                </c:pt>
                <c:pt idx="1">
                  <c:v>0.7707458138</c:v>
                </c:pt>
                <c:pt idx="2">
                  <c:v>0.7330919504</c:v>
                </c:pt>
                <c:pt idx="3">
                  <c:v>0.7871108055</c:v>
                </c:pt>
                <c:pt idx="4">
                  <c:v>0.7772628665</c:v>
                </c:pt>
                <c:pt idx="5">
                  <c:v>0.7965242863</c:v>
                </c:pt>
                <c:pt idx="6">
                  <c:v>0.7845039964</c:v>
                </c:pt>
                <c:pt idx="7">
                  <c:v>0.753077507</c:v>
                </c:pt>
                <c:pt idx="8">
                  <c:v>0.7998551726</c:v>
                </c:pt>
                <c:pt idx="9">
                  <c:v>0.7992758751</c:v>
                </c:pt>
                <c:pt idx="10">
                  <c:v>0.8081100583</c:v>
                </c:pt>
                <c:pt idx="11">
                  <c:v>0.8097031116</c:v>
                </c:pt>
                <c:pt idx="12">
                  <c:v>0.8002896309</c:v>
                </c:pt>
                <c:pt idx="13">
                  <c:v>0.7995655537</c:v>
                </c:pt>
                <c:pt idx="14">
                  <c:v>0.8049239516</c:v>
                </c:pt>
                <c:pt idx="15">
                  <c:v>0.806227386</c:v>
                </c:pt>
                <c:pt idx="16">
                  <c:v>0.8031861186</c:v>
                </c:pt>
                <c:pt idx="17">
                  <c:v>0.8179579973</c:v>
                </c:pt>
                <c:pt idx="18">
                  <c:v>0.8076756001</c:v>
                </c:pt>
                <c:pt idx="19">
                  <c:v>0.7885590196</c:v>
                </c:pt>
                <c:pt idx="20">
                  <c:v>0.7934829593</c:v>
                </c:pt>
                <c:pt idx="21">
                  <c:v>0.8249095082</c:v>
                </c:pt>
                <c:pt idx="22">
                  <c:v>0.8104272485</c:v>
                </c:pt>
                <c:pt idx="23">
                  <c:v>0.8236060739</c:v>
                </c:pt>
                <c:pt idx="24">
                  <c:v>0.8037654161</c:v>
                </c:pt>
                <c:pt idx="25">
                  <c:v>0.8102824092</c:v>
                </c:pt>
                <c:pt idx="26">
                  <c:v>0.8311368823</c:v>
                </c:pt>
                <c:pt idx="27">
                  <c:v>0.8234612346</c:v>
                </c:pt>
                <c:pt idx="28">
                  <c:v>0.7527878284</c:v>
                </c:pt>
                <c:pt idx="29">
                  <c:v>0.8269370198</c:v>
                </c:pt>
                <c:pt idx="30">
                  <c:v>0.8263577223</c:v>
                </c:pt>
                <c:pt idx="31">
                  <c:v>0.7988414168</c:v>
                </c:pt>
                <c:pt idx="32">
                  <c:v>0.8218682408</c:v>
                </c:pt>
                <c:pt idx="33">
                  <c:v>0.8280955553</c:v>
                </c:pt>
                <c:pt idx="34">
                  <c:v>0.8118754625</c:v>
                </c:pt>
                <c:pt idx="35">
                  <c:v>0.8220130205</c:v>
                </c:pt>
                <c:pt idx="36">
                  <c:v>0.8228819966</c:v>
                </c:pt>
                <c:pt idx="37">
                  <c:v>0.8056480885</c:v>
                </c:pt>
                <c:pt idx="38">
                  <c:v>0.8165097833</c:v>
                </c:pt>
                <c:pt idx="39">
                  <c:v>0.8301231265</c:v>
                </c:pt>
                <c:pt idx="40">
                  <c:v>0.8128892183</c:v>
                </c:pt>
                <c:pt idx="41">
                  <c:v>0.8263577223</c:v>
                </c:pt>
                <c:pt idx="42">
                  <c:v>0.8243302107</c:v>
                </c:pt>
                <c:pt idx="43">
                  <c:v>0.8205648065</c:v>
                </c:pt>
                <c:pt idx="44">
                  <c:v>0.8379434943</c:v>
                </c:pt>
                <c:pt idx="45">
                  <c:v>0.8231716156</c:v>
                </c:pt>
                <c:pt idx="46">
                  <c:v>0.8241853714</c:v>
                </c:pt>
                <c:pt idx="47">
                  <c:v>0.8364952803</c:v>
                </c:pt>
                <c:pt idx="48">
                  <c:v>0.8286748528</c:v>
                </c:pt>
                <c:pt idx="49">
                  <c:v>0.8156408668</c:v>
                </c:pt>
                <c:pt idx="50">
                  <c:v>0.8263577223</c:v>
                </c:pt>
                <c:pt idx="51">
                  <c:v>0.8302679062</c:v>
                </c:pt>
                <c:pt idx="52">
                  <c:v>0.821144104</c:v>
                </c:pt>
                <c:pt idx="53">
                  <c:v>0.825923264</c:v>
                </c:pt>
                <c:pt idx="54">
                  <c:v>0.8333091736</c:v>
                </c:pt>
                <c:pt idx="55">
                  <c:v>0.8257784247</c:v>
                </c:pt>
                <c:pt idx="56">
                  <c:v>0.8081100583</c:v>
                </c:pt>
                <c:pt idx="57">
                  <c:v>0.8185372949</c:v>
                </c:pt>
                <c:pt idx="58">
                  <c:v>0.8140478134</c:v>
                </c:pt>
                <c:pt idx="59">
                  <c:v>0.8208544254</c:v>
                </c:pt>
                <c:pt idx="60">
                  <c:v>0.8353366852</c:v>
                </c:pt>
                <c:pt idx="61">
                  <c:v>0.834612608</c:v>
                </c:pt>
                <c:pt idx="62">
                  <c:v>0.8364952803</c:v>
                </c:pt>
                <c:pt idx="63">
                  <c:v>0.8314265013</c:v>
                </c:pt>
                <c:pt idx="64">
                  <c:v>0.8337436914</c:v>
                </c:pt>
                <c:pt idx="65">
                  <c:v>0.8344677687</c:v>
                </c:pt>
                <c:pt idx="66">
                  <c:v>0.8349022269</c:v>
                </c:pt>
                <c:pt idx="67">
                  <c:v>0.8349022269</c:v>
                </c:pt>
                <c:pt idx="68">
                  <c:v>0.8424330354</c:v>
                </c:pt>
                <c:pt idx="69">
                  <c:v>0.8351919055</c:v>
                </c:pt>
                <c:pt idx="70">
                  <c:v>0.830992043</c:v>
                </c:pt>
                <c:pt idx="71">
                  <c:v>0.8324402571</c:v>
                </c:pt>
                <c:pt idx="72">
                  <c:v>0.8246198297</c:v>
                </c:pt>
                <c:pt idx="73">
                  <c:v>0.8379434943</c:v>
                </c:pt>
                <c:pt idx="74">
                  <c:v>0.8373642564</c:v>
                </c:pt>
                <c:pt idx="75">
                  <c:v>0.8349022269</c:v>
                </c:pt>
                <c:pt idx="76">
                  <c:v>0.8302679062</c:v>
                </c:pt>
                <c:pt idx="77">
                  <c:v>0.830992043</c:v>
                </c:pt>
                <c:pt idx="78">
                  <c:v>0.8366401196</c:v>
                </c:pt>
                <c:pt idx="79">
                  <c:v>0.8328747153</c:v>
                </c:pt>
                <c:pt idx="80">
                  <c:v>0.8334540129</c:v>
                </c:pt>
                <c:pt idx="81">
                  <c:v>0.8265025616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Data'!$F$2:$F$85</c:f>
              <c:numCache>
                <c:formatCode>0%</c:formatCode>
                <c:ptCount val="84"/>
                <c:pt idx="0">
                  <c:v>0.5217065811</c:v>
                </c:pt>
                <c:pt idx="1">
                  <c:v>0.7279013395</c:v>
                </c:pt>
                <c:pt idx="2">
                  <c:v>0.8293056488</c:v>
                </c:pt>
                <c:pt idx="3">
                  <c:v>0.8814870119</c:v>
                </c:pt>
                <c:pt idx="4">
                  <c:v>0.9087182879</c:v>
                </c:pt>
                <c:pt idx="5">
                  <c:v>0.9240804315</c:v>
                </c:pt>
                <c:pt idx="6">
                  <c:v>0.9371257424</c:v>
                </c:pt>
                <c:pt idx="7">
                  <c:v>0.9438266158</c:v>
                </c:pt>
                <c:pt idx="8">
                  <c:v>0.949493885</c:v>
                </c:pt>
                <c:pt idx="9">
                  <c:v>0.9544482231</c:v>
                </c:pt>
                <c:pt idx="10">
                  <c:v>0.9600442052</c:v>
                </c:pt>
                <c:pt idx="11">
                  <c:v>0.9640005827</c:v>
                </c:pt>
                <c:pt idx="12">
                  <c:v>0.9649986029</c:v>
                </c:pt>
                <c:pt idx="13">
                  <c:v>0.9687767029</c:v>
                </c:pt>
                <c:pt idx="14">
                  <c:v>0.9705588818</c:v>
                </c:pt>
                <c:pt idx="15">
                  <c:v>0.9716638327</c:v>
                </c:pt>
                <c:pt idx="16">
                  <c:v>0.9740518928</c:v>
                </c:pt>
                <c:pt idx="17">
                  <c:v>0.9761548042</c:v>
                </c:pt>
                <c:pt idx="18">
                  <c:v>0.9767963886</c:v>
                </c:pt>
                <c:pt idx="19">
                  <c:v>0.9780439138</c:v>
                </c:pt>
                <c:pt idx="20">
                  <c:v>0.9798973203</c:v>
                </c:pt>
                <c:pt idx="21">
                  <c:v>0.9810379148</c:v>
                </c:pt>
                <c:pt idx="22">
                  <c:v>0.9811092019</c:v>
                </c:pt>
                <c:pt idx="23">
                  <c:v>0.9820002913</c:v>
                </c:pt>
                <c:pt idx="24">
                  <c:v>0.9817151427</c:v>
                </c:pt>
                <c:pt idx="25">
                  <c:v>0.983746767</c:v>
                </c:pt>
                <c:pt idx="26">
                  <c:v>0.9850655794</c:v>
                </c:pt>
                <c:pt idx="27">
                  <c:v>0.9848517179</c:v>
                </c:pt>
                <c:pt idx="28">
                  <c:v>0.9860635996</c:v>
                </c:pt>
                <c:pt idx="29">
                  <c:v>0.9851725101</c:v>
                </c:pt>
                <c:pt idx="30">
                  <c:v>0.9866338968</c:v>
                </c:pt>
                <c:pt idx="31">
                  <c:v>0.9859923124</c:v>
                </c:pt>
                <c:pt idx="32">
                  <c:v>0.9875605702</c:v>
                </c:pt>
                <c:pt idx="33">
                  <c:v>0.9881665111</c:v>
                </c:pt>
                <c:pt idx="34">
                  <c:v>0.9935486317</c:v>
                </c:pt>
                <c:pt idx="35">
                  <c:v>0.9941902161</c:v>
                </c:pt>
                <c:pt idx="36">
                  <c:v>0.9934773445</c:v>
                </c:pt>
                <c:pt idx="37">
                  <c:v>0.9942971468</c:v>
                </c:pt>
                <c:pt idx="38">
                  <c:v>0.9954376817</c:v>
                </c:pt>
                <c:pt idx="39">
                  <c:v>0.9949743152</c:v>
                </c:pt>
                <c:pt idx="40">
                  <c:v>0.9945465922</c:v>
                </c:pt>
                <c:pt idx="41">
                  <c:v>0.9941189289</c:v>
                </c:pt>
                <c:pt idx="42">
                  <c:v>0.993940711</c:v>
                </c:pt>
                <c:pt idx="43">
                  <c:v>0.994653523</c:v>
                </c:pt>
                <c:pt idx="44">
                  <c:v>0.9945109487</c:v>
                </c:pt>
                <c:pt idx="45">
                  <c:v>0.9964000583</c:v>
                </c:pt>
                <c:pt idx="46">
                  <c:v>0.9938694239</c:v>
                </c:pt>
                <c:pt idx="47">
                  <c:v>0.9949743152</c:v>
                </c:pt>
                <c:pt idx="48">
                  <c:v>0.9954733253</c:v>
                </c:pt>
                <c:pt idx="49">
                  <c:v>0.9959010482</c:v>
                </c:pt>
                <c:pt idx="50">
                  <c:v>0.9954376817</c:v>
                </c:pt>
                <c:pt idx="51">
                  <c:v>0.995580256</c:v>
                </c:pt>
                <c:pt idx="52">
                  <c:v>0.9954020381</c:v>
                </c:pt>
                <c:pt idx="53">
                  <c:v>0.9961861968</c:v>
                </c:pt>
                <c:pt idx="54">
                  <c:v>0.9958654046</c:v>
                </c:pt>
                <c:pt idx="55">
                  <c:v>0.9965426326</c:v>
                </c:pt>
                <c:pt idx="56">
                  <c:v>0.9953307509</c:v>
                </c:pt>
                <c:pt idx="57">
                  <c:v>0.9967208505</c:v>
                </c:pt>
                <c:pt idx="58">
                  <c:v>0.9961505532</c:v>
                </c:pt>
                <c:pt idx="59">
                  <c:v>0.996506989</c:v>
                </c:pt>
                <c:pt idx="60">
                  <c:v>0.9949386716</c:v>
                </c:pt>
                <c:pt idx="61">
                  <c:v>0.9968990684</c:v>
                </c:pt>
                <c:pt idx="62">
                  <c:v>0.9961861968</c:v>
                </c:pt>
                <c:pt idx="63">
                  <c:v>0.9958654046</c:v>
                </c:pt>
                <c:pt idx="64">
                  <c:v>0.9967921376</c:v>
                </c:pt>
                <c:pt idx="65">
                  <c:v>0.9979327321</c:v>
                </c:pt>
                <c:pt idx="66">
                  <c:v>0.9980040193</c:v>
                </c:pt>
                <c:pt idx="67">
                  <c:v>0.9985029697</c:v>
                </c:pt>
                <c:pt idx="68">
                  <c:v>0.9981465936</c:v>
                </c:pt>
                <c:pt idx="69">
                  <c:v>0.9987168312</c:v>
                </c:pt>
                <c:pt idx="70">
                  <c:v>0.998396039</c:v>
                </c:pt>
                <c:pt idx="71">
                  <c:v>0.9979327321</c:v>
                </c:pt>
                <c:pt idx="72">
                  <c:v>0.998396039</c:v>
                </c:pt>
                <c:pt idx="73">
                  <c:v>0.9986455441</c:v>
                </c:pt>
                <c:pt idx="74">
                  <c:v>0.9986099005</c:v>
                </c:pt>
                <c:pt idx="75">
                  <c:v>0.9988594055</c:v>
                </c:pt>
                <c:pt idx="76">
                  <c:v>0.9985029697</c:v>
                </c:pt>
                <c:pt idx="77">
                  <c:v>0.9986811876</c:v>
                </c:pt>
                <c:pt idx="78">
                  <c:v>0.9982891083</c:v>
                </c:pt>
                <c:pt idx="79">
                  <c:v>0.9985029697</c:v>
                </c:pt>
                <c:pt idx="80">
                  <c:v>0.9978970885</c:v>
                </c:pt>
                <c:pt idx="81">
                  <c:v>0.9981821775</c:v>
                </c:pt>
                <c:pt idx="82">
                  <c:v>0.9986811876</c:v>
                </c:pt>
                <c:pt idx="83">
                  <c:v>0.9985386133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Data'!$H$2:$H$85</c:f>
              <c:numCache>
                <c:formatCode>0%</c:formatCode>
                <c:ptCount val="84"/>
                <c:pt idx="0">
                  <c:v>0.6871832013</c:v>
                </c:pt>
                <c:pt idx="1">
                  <c:v>0.7394641638</c:v>
                </c:pt>
                <c:pt idx="2">
                  <c:v>0.7527878284</c:v>
                </c:pt>
                <c:pt idx="3">
                  <c:v>0.7875452638</c:v>
                </c:pt>
                <c:pt idx="4">
                  <c:v>0.8052136302</c:v>
                </c:pt>
                <c:pt idx="5">
                  <c:v>0.7862418294</c:v>
                </c:pt>
                <c:pt idx="6">
                  <c:v>0.7874004245</c:v>
                </c:pt>
                <c:pt idx="7">
                  <c:v>0.7862418294</c:v>
                </c:pt>
                <c:pt idx="8">
                  <c:v>0.806227386</c:v>
                </c:pt>
                <c:pt idx="9">
                  <c:v>0.7535119653</c:v>
                </c:pt>
                <c:pt idx="10">
                  <c:v>0.7968139052</c:v>
                </c:pt>
                <c:pt idx="11">
                  <c:v>0.7989862561</c:v>
                </c:pt>
                <c:pt idx="12">
                  <c:v>0.7827661037</c:v>
                </c:pt>
                <c:pt idx="13">
                  <c:v>0.7614771724</c:v>
                </c:pt>
                <c:pt idx="14">
                  <c:v>0.768283844</c:v>
                </c:pt>
                <c:pt idx="15">
                  <c:v>0.8070963025</c:v>
                </c:pt>
                <c:pt idx="16">
                  <c:v>0.8043446541</c:v>
                </c:pt>
                <c:pt idx="17">
                  <c:v>0.8007240891</c:v>
                </c:pt>
                <c:pt idx="18">
                  <c:v>0.8007240891</c:v>
                </c:pt>
                <c:pt idx="19">
                  <c:v>0.7688631415</c:v>
                </c:pt>
                <c:pt idx="20">
                  <c:v>0.811006546</c:v>
                </c:pt>
                <c:pt idx="21">
                  <c:v>0.7947863936</c:v>
                </c:pt>
                <c:pt idx="22">
                  <c:v>0.8099927306</c:v>
                </c:pt>
                <c:pt idx="23">
                  <c:v>0.8108617067</c:v>
                </c:pt>
                <c:pt idx="24">
                  <c:v>0.8031861186</c:v>
                </c:pt>
                <c:pt idx="25">
                  <c:v>0.8053584099</c:v>
                </c:pt>
                <c:pt idx="26">
                  <c:v>0.7937726378</c:v>
                </c:pt>
                <c:pt idx="27">
                  <c:v>0.8033308983</c:v>
                </c:pt>
                <c:pt idx="28">
                  <c:v>0.7794352174</c:v>
                </c:pt>
                <c:pt idx="29">
                  <c:v>0.7995655537</c:v>
                </c:pt>
                <c:pt idx="30">
                  <c:v>0.8081100583</c:v>
                </c:pt>
                <c:pt idx="31">
                  <c:v>0.8134685159</c:v>
                </c:pt>
                <c:pt idx="32">
                  <c:v>0.7965242863</c:v>
                </c:pt>
                <c:pt idx="33">
                  <c:v>0.7763938904</c:v>
                </c:pt>
                <c:pt idx="34">
                  <c:v>0.793048501</c:v>
                </c:pt>
                <c:pt idx="35">
                  <c:v>0.8053584099</c:v>
                </c:pt>
                <c:pt idx="36">
                  <c:v>0.7972483635</c:v>
                </c:pt>
                <c:pt idx="37">
                  <c:v>0.8060825467</c:v>
                </c:pt>
                <c:pt idx="38">
                  <c:v>0.8069514632</c:v>
                </c:pt>
                <c:pt idx="39">
                  <c:v>0.7994207144</c:v>
                </c:pt>
                <c:pt idx="40">
                  <c:v>0.8017378449</c:v>
                </c:pt>
                <c:pt idx="41">
                  <c:v>0.79811728</c:v>
                </c:pt>
                <c:pt idx="42">
                  <c:v>0.8027516007</c:v>
                </c:pt>
                <c:pt idx="43">
                  <c:v>0.791600287</c:v>
                </c:pt>
                <c:pt idx="44">
                  <c:v>0.7995655537</c:v>
                </c:pt>
                <c:pt idx="45">
                  <c:v>0.8085445166</c:v>
                </c:pt>
                <c:pt idx="46">
                  <c:v>0.7856625915</c:v>
                </c:pt>
                <c:pt idx="47">
                  <c:v>0.8000000119</c:v>
                </c:pt>
                <c:pt idx="48">
                  <c:v>0.8150615692</c:v>
                </c:pt>
                <c:pt idx="49">
                  <c:v>0.8098479509</c:v>
                </c:pt>
                <c:pt idx="50">
                  <c:v>0.8107168674</c:v>
                </c:pt>
                <c:pt idx="51">
                  <c:v>0.8027516007</c:v>
                </c:pt>
                <c:pt idx="52">
                  <c:v>0.7902969122</c:v>
                </c:pt>
                <c:pt idx="53">
                  <c:v>0.8247646689</c:v>
                </c:pt>
                <c:pt idx="54">
                  <c:v>0.797827661</c:v>
                </c:pt>
                <c:pt idx="55">
                  <c:v>0.8043446541</c:v>
                </c:pt>
                <c:pt idx="56">
                  <c:v>0.8150615692</c:v>
                </c:pt>
                <c:pt idx="57">
                  <c:v>0.8037654161</c:v>
                </c:pt>
                <c:pt idx="58">
                  <c:v>0.8070963025</c:v>
                </c:pt>
                <c:pt idx="59">
                  <c:v>0.8117306232</c:v>
                </c:pt>
                <c:pt idx="60">
                  <c:v>0.7960897684</c:v>
                </c:pt>
                <c:pt idx="61">
                  <c:v>0.7989862561</c:v>
                </c:pt>
                <c:pt idx="62">
                  <c:v>0.8091238141</c:v>
                </c:pt>
                <c:pt idx="63">
                  <c:v>0.8134685159</c:v>
                </c:pt>
                <c:pt idx="64">
                  <c:v>0.8133236766</c:v>
                </c:pt>
                <c:pt idx="65">
                  <c:v>0.8125995398</c:v>
                </c:pt>
                <c:pt idx="66">
                  <c:v>0.7952208519</c:v>
                </c:pt>
                <c:pt idx="67">
                  <c:v>0.7958001494</c:v>
                </c:pt>
                <c:pt idx="68">
                  <c:v>0.8076756001</c:v>
                </c:pt>
                <c:pt idx="69">
                  <c:v>0.8095582724</c:v>
                </c:pt>
                <c:pt idx="70">
                  <c:v>0.8098479509</c:v>
                </c:pt>
                <c:pt idx="71">
                  <c:v>0.8094134927</c:v>
                </c:pt>
                <c:pt idx="72">
                  <c:v>0.8104272485</c:v>
                </c:pt>
                <c:pt idx="73">
                  <c:v>0.8130340576</c:v>
                </c:pt>
                <c:pt idx="74">
                  <c:v>0.811006546</c:v>
                </c:pt>
                <c:pt idx="75">
                  <c:v>0.8005793095</c:v>
                </c:pt>
                <c:pt idx="76">
                  <c:v>0.8078204393</c:v>
                </c:pt>
                <c:pt idx="77">
                  <c:v>0.8102824092</c:v>
                </c:pt>
                <c:pt idx="78">
                  <c:v>0.8111513257</c:v>
                </c:pt>
                <c:pt idx="79">
                  <c:v>0.8052136302</c:v>
                </c:pt>
                <c:pt idx="80">
                  <c:v>0.8015930653</c:v>
                </c:pt>
                <c:pt idx="81">
                  <c:v>0.7958001494</c:v>
                </c:pt>
                <c:pt idx="82">
                  <c:v>0.8069514632</c:v>
                </c:pt>
                <c:pt idx="83">
                  <c:v>0.8034757376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0.00</c:formatCode>
                <c:ptCount val="82"/>
                <c:pt idx="0">
                  <c:v>0.7695534825</c:v>
                </c:pt>
                <c:pt idx="1">
                  <c:v>0.5975649953</c:v>
                </c:pt>
                <c:pt idx="2">
                  <c:v>0.5129806399</c:v>
                </c:pt>
                <c:pt idx="3">
                  <c:v>0.4446103871</c:v>
                </c:pt>
                <c:pt idx="4">
                  <c:v>0.3931851089</c:v>
                </c:pt>
                <c:pt idx="5">
                  <c:v>0.3607467115</c:v>
                </c:pt>
                <c:pt idx="6">
                  <c:v>0.3348113298</c:v>
                </c:pt>
                <c:pt idx="7">
                  <c:v>0.3162122965</c:v>
                </c:pt>
                <c:pt idx="8">
                  <c:v>0.3084070683</c:v>
                </c:pt>
                <c:pt idx="9">
                  <c:v>0.2966111302</c:v>
                </c:pt>
                <c:pt idx="10">
                  <c:v>0.2884872258</c:v>
                </c:pt>
                <c:pt idx="11">
                  <c:v>0.281989783</c:v>
                </c:pt>
                <c:pt idx="12">
                  <c:v>0.2787435949</c:v>
                </c:pt>
                <c:pt idx="13">
                  <c:v>0.2740473449</c:v>
                </c:pt>
                <c:pt idx="14">
                  <c:v>0.2706313431</c:v>
                </c:pt>
                <c:pt idx="15">
                  <c:v>0.2658544481</c:v>
                </c:pt>
                <c:pt idx="16">
                  <c:v>0.2616774738</c:v>
                </c:pt>
                <c:pt idx="17">
                  <c:v>0.2591591179</c:v>
                </c:pt>
                <c:pt idx="18">
                  <c:v>0.2549589872</c:v>
                </c:pt>
                <c:pt idx="19">
                  <c:v>0.2567417026</c:v>
                </c:pt>
                <c:pt idx="20">
                  <c:v>0.2528590262</c:v>
                </c:pt>
                <c:pt idx="21">
                  <c:v>0.2506585121</c:v>
                </c:pt>
                <c:pt idx="22">
                  <c:v>0.2486015558</c:v>
                </c:pt>
                <c:pt idx="23">
                  <c:v>0.2493823767</c:v>
                </c:pt>
                <c:pt idx="24">
                  <c:v>0.2480448037</c:v>
                </c:pt>
                <c:pt idx="25">
                  <c:v>0.2453502417</c:v>
                </c:pt>
                <c:pt idx="26">
                  <c:v>0.2421846837</c:v>
                </c:pt>
                <c:pt idx="27">
                  <c:v>0.2411867082</c:v>
                </c:pt>
                <c:pt idx="28">
                  <c:v>0.2431328446</c:v>
                </c:pt>
                <c:pt idx="29">
                  <c:v>0.2396239042</c:v>
                </c:pt>
                <c:pt idx="30">
                  <c:v>0.2399448603</c:v>
                </c:pt>
                <c:pt idx="31">
                  <c:v>0.2373522222</c:v>
                </c:pt>
                <c:pt idx="32">
                  <c:v>0.2256542295</c:v>
                </c:pt>
                <c:pt idx="33">
                  <c:v>0.2232388407</c:v>
                </c:pt>
                <c:pt idx="34">
                  <c:v>0.2223873734</c:v>
                </c:pt>
                <c:pt idx="35">
                  <c:v>0.2219807357</c:v>
                </c:pt>
                <c:pt idx="36">
                  <c:v>0.2235812843</c:v>
                </c:pt>
                <c:pt idx="37">
                  <c:v>0.2200458199</c:v>
                </c:pt>
                <c:pt idx="38">
                  <c:v>0.2238314599</c:v>
                </c:pt>
                <c:pt idx="39">
                  <c:v>0.2194290161</c:v>
                </c:pt>
                <c:pt idx="40">
                  <c:v>0.2197258323</c:v>
                </c:pt>
                <c:pt idx="41">
                  <c:v>0.217928648</c:v>
                </c:pt>
                <c:pt idx="42">
                  <c:v>0.2199464589</c:v>
                </c:pt>
                <c:pt idx="43">
                  <c:v>0.2189904451</c:v>
                </c:pt>
                <c:pt idx="44">
                  <c:v>0.2200563997</c:v>
                </c:pt>
                <c:pt idx="45">
                  <c:v>0.2201951146</c:v>
                </c:pt>
                <c:pt idx="46">
                  <c:v>0.2191563845</c:v>
                </c:pt>
                <c:pt idx="47">
                  <c:v>0.2170497626</c:v>
                </c:pt>
                <c:pt idx="48">
                  <c:v>0.2184713185</c:v>
                </c:pt>
                <c:pt idx="49">
                  <c:v>0.2166654021</c:v>
                </c:pt>
                <c:pt idx="50">
                  <c:v>0.2185821682</c:v>
                </c:pt>
                <c:pt idx="51">
                  <c:v>0.2152701914</c:v>
                </c:pt>
                <c:pt idx="52">
                  <c:v>0.2182007879</c:v>
                </c:pt>
                <c:pt idx="53">
                  <c:v>0.2158851177</c:v>
                </c:pt>
                <c:pt idx="54">
                  <c:v>0.2168785185</c:v>
                </c:pt>
                <c:pt idx="55">
                  <c:v>0.2164105624</c:v>
                </c:pt>
                <c:pt idx="56">
                  <c:v>0.2153338641</c:v>
                </c:pt>
                <c:pt idx="57">
                  <c:v>0.2161349356</c:v>
                </c:pt>
                <c:pt idx="58">
                  <c:v>0.2172887921</c:v>
                </c:pt>
                <c:pt idx="59">
                  <c:v>0.2161169946</c:v>
                </c:pt>
                <c:pt idx="60">
                  <c:v>0.2150289416</c:v>
                </c:pt>
                <c:pt idx="61">
                  <c:v>0.2150670737</c:v>
                </c:pt>
                <c:pt idx="62">
                  <c:v>0.211205259</c:v>
                </c:pt>
                <c:pt idx="63">
                  <c:v>0.2104565799</c:v>
                </c:pt>
                <c:pt idx="64">
                  <c:v>0.2091353983</c:v>
                </c:pt>
                <c:pt idx="65">
                  <c:v>0.2115399539</c:v>
                </c:pt>
                <c:pt idx="66">
                  <c:v>0.2099683881</c:v>
                </c:pt>
                <c:pt idx="67">
                  <c:v>0.2093491405</c:v>
                </c:pt>
                <c:pt idx="68">
                  <c:v>0.2092478573</c:v>
                </c:pt>
                <c:pt idx="69">
                  <c:v>0.2106571645</c:v>
                </c:pt>
                <c:pt idx="70">
                  <c:v>0.2077052593</c:v>
                </c:pt>
                <c:pt idx="71">
                  <c:v>0.2092616707</c:v>
                </c:pt>
                <c:pt idx="72">
                  <c:v>0.2094649673</c:v>
                </c:pt>
                <c:pt idx="73">
                  <c:v>0.2090617716</c:v>
                </c:pt>
                <c:pt idx="74">
                  <c:v>0.2086345106</c:v>
                </c:pt>
                <c:pt idx="75">
                  <c:v>0.208648026</c:v>
                </c:pt>
                <c:pt idx="76">
                  <c:v>0.2086000293</c:v>
                </c:pt>
                <c:pt idx="77">
                  <c:v>0.2094758004</c:v>
                </c:pt>
                <c:pt idx="78">
                  <c:v>0.2085428089</c:v>
                </c:pt>
                <c:pt idx="79">
                  <c:v>0.2082245201</c:v>
                </c:pt>
                <c:pt idx="80">
                  <c:v>0.2078404874</c:v>
                </c:pt>
                <c:pt idx="81">
                  <c:v>0.2081142366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0.00</c:formatCode>
                <c:ptCount val="82"/>
                <c:pt idx="0">
                  <c:v>0.6178881526</c:v>
                </c:pt>
                <c:pt idx="1">
                  <c:v>0.5233410597</c:v>
                </c:pt>
                <c:pt idx="2">
                  <c:v>0.5834773779</c:v>
                </c:pt>
                <c:pt idx="3">
                  <c:v>0.5308294296</c:v>
                </c:pt>
                <c:pt idx="4">
                  <c:v>0.6357463002</c:v>
                </c:pt>
                <c:pt idx="5">
                  <c:v>0.5593329072</c:v>
                </c:pt>
                <c:pt idx="6">
                  <c:v>0.6254863143</c:v>
                </c:pt>
                <c:pt idx="7">
                  <c:v>0.6959218383</c:v>
                </c:pt>
                <c:pt idx="8">
                  <c:v>0.604013443</c:v>
                </c:pt>
                <c:pt idx="9">
                  <c:v>0.5974538922</c:v>
                </c:pt>
                <c:pt idx="10">
                  <c:v>0.5727565885</c:v>
                </c:pt>
                <c:pt idx="11">
                  <c:v>0.5641178489</c:v>
                </c:pt>
                <c:pt idx="12">
                  <c:v>0.6196827888</c:v>
                </c:pt>
                <c:pt idx="13">
                  <c:v>0.6577197909</c:v>
                </c:pt>
                <c:pt idx="14">
                  <c:v>0.6027889252</c:v>
                </c:pt>
                <c:pt idx="15">
                  <c:v>0.6469727755</c:v>
                </c:pt>
                <c:pt idx="16">
                  <c:v>0.6418967843</c:v>
                </c:pt>
                <c:pt idx="17">
                  <c:v>0.5618738532</c:v>
                </c:pt>
                <c:pt idx="18">
                  <c:v>0.5991514921</c:v>
                </c:pt>
                <c:pt idx="19">
                  <c:v>0.6333324909</c:v>
                </c:pt>
                <c:pt idx="20">
                  <c:v>0.6817131639</c:v>
                </c:pt>
                <c:pt idx="21">
                  <c:v>0.560082376</c:v>
                </c:pt>
                <c:pt idx="22">
                  <c:v>0.6119570732</c:v>
                </c:pt>
                <c:pt idx="23">
                  <c:v>0.5717951655</c:v>
                </c:pt>
                <c:pt idx="24">
                  <c:v>0.6205362678</c:v>
                </c:pt>
                <c:pt idx="25">
                  <c:v>0.5558073521</c:v>
                </c:pt>
                <c:pt idx="26">
                  <c:v>0.5626232028</c:v>
                </c:pt>
                <c:pt idx="27">
                  <c:v>0.596549809</c:v>
                </c:pt>
                <c:pt idx="28">
                  <c:v>0.7835945487</c:v>
                </c:pt>
                <c:pt idx="29">
                  <c:v>0.5853449702</c:v>
                </c:pt>
                <c:pt idx="30">
                  <c:v>0.5715031028</c:v>
                </c:pt>
                <c:pt idx="31">
                  <c:v>0.6235731244</c:v>
                </c:pt>
                <c:pt idx="32">
                  <c:v>0.5800396204</c:v>
                </c:pt>
                <c:pt idx="33">
                  <c:v>0.576179862</c:v>
                </c:pt>
                <c:pt idx="34">
                  <c:v>0.626975894</c:v>
                </c:pt>
                <c:pt idx="35">
                  <c:v>0.6129515767</c:v>
                </c:pt>
                <c:pt idx="36">
                  <c:v>0.5950137973</c:v>
                </c:pt>
                <c:pt idx="37">
                  <c:v>0.6527020335</c:v>
                </c:pt>
                <c:pt idx="38">
                  <c:v>0.6122605205</c:v>
                </c:pt>
                <c:pt idx="39">
                  <c:v>0.5940143466</c:v>
                </c:pt>
                <c:pt idx="40">
                  <c:v>0.6278318167</c:v>
                </c:pt>
                <c:pt idx="41">
                  <c:v>0.5934014916</c:v>
                </c:pt>
                <c:pt idx="42">
                  <c:v>0.5962072015</c:v>
                </c:pt>
                <c:pt idx="43">
                  <c:v>0.6095836163</c:v>
                </c:pt>
                <c:pt idx="44">
                  <c:v>0.5645725727</c:v>
                </c:pt>
                <c:pt idx="45">
                  <c:v>0.6069160104</c:v>
                </c:pt>
                <c:pt idx="46">
                  <c:v>0.5906252265</c:v>
                </c:pt>
                <c:pt idx="47">
                  <c:v>0.5726549625</c:v>
                </c:pt>
                <c:pt idx="48">
                  <c:v>0.5912066102</c:v>
                </c:pt>
                <c:pt idx="49">
                  <c:v>0.6176022291</c:v>
                </c:pt>
                <c:pt idx="50">
                  <c:v>0.593693316</c:v>
                </c:pt>
                <c:pt idx="51">
                  <c:v>0.5728448629</c:v>
                </c:pt>
                <c:pt idx="52">
                  <c:v>0.6229935288</c:v>
                </c:pt>
                <c:pt idx="53">
                  <c:v>0.6060245037</c:v>
                </c:pt>
                <c:pt idx="54">
                  <c:v>0.5691367388</c:v>
                </c:pt>
                <c:pt idx="55">
                  <c:v>0.5848930478</c:v>
                </c:pt>
                <c:pt idx="56">
                  <c:v>0.6512227058</c:v>
                </c:pt>
                <c:pt idx="57">
                  <c:v>0.605171442</c:v>
                </c:pt>
                <c:pt idx="58">
                  <c:v>0.6228786707</c:v>
                </c:pt>
                <c:pt idx="59">
                  <c:v>0.6046688557</c:v>
                </c:pt>
                <c:pt idx="60">
                  <c:v>0.5681813359</c:v>
                </c:pt>
                <c:pt idx="61">
                  <c:v>0.5709023476</c:v>
                </c:pt>
                <c:pt idx="62">
                  <c:v>0.5739062428</c:v>
                </c:pt>
                <c:pt idx="63">
                  <c:v>0.5975256562</c:v>
                </c:pt>
                <c:pt idx="64">
                  <c:v>0.5925657749</c:v>
                </c:pt>
                <c:pt idx="65">
                  <c:v>0.5803902149</c:v>
                </c:pt>
                <c:pt idx="66">
                  <c:v>0.5898792744</c:v>
                </c:pt>
                <c:pt idx="67">
                  <c:v>0.5952213407</c:v>
                </c:pt>
                <c:pt idx="68">
                  <c:v>0.5723501444</c:v>
                </c:pt>
                <c:pt idx="69">
                  <c:v>0.574439466</c:v>
                </c:pt>
                <c:pt idx="70">
                  <c:v>0.597282052</c:v>
                </c:pt>
                <c:pt idx="71">
                  <c:v>0.5843934417</c:v>
                </c:pt>
                <c:pt idx="72">
                  <c:v>0.6023364067</c:v>
                </c:pt>
                <c:pt idx="73">
                  <c:v>0.5846473575</c:v>
                </c:pt>
                <c:pt idx="74">
                  <c:v>0.5791192651</c:v>
                </c:pt>
                <c:pt idx="75">
                  <c:v>0.5852651596</c:v>
                </c:pt>
                <c:pt idx="76">
                  <c:v>0.5875803232</c:v>
                </c:pt>
                <c:pt idx="77">
                  <c:v>0.5968109965</c:v>
                </c:pt>
                <c:pt idx="78">
                  <c:v>0.583152771</c:v>
                </c:pt>
                <c:pt idx="79">
                  <c:v>0.605738759</c:v>
                </c:pt>
                <c:pt idx="80">
                  <c:v>0.5990052819</c:v>
                </c:pt>
                <c:pt idx="81">
                  <c:v>0.6082666516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Data'!$F$2:$F$85</c:f>
              <c:numCache>
                <c:formatCode>0.00</c:formatCode>
                <c:ptCount val="84"/>
                <c:pt idx="0">
                  <c:v>0.7853096724</c:v>
                </c:pt>
                <c:pt idx="1">
                  <c:v>0.5753791332</c:v>
                </c:pt>
                <c:pt idx="2">
                  <c:v>0.4574738145</c:v>
                </c:pt>
                <c:pt idx="3">
                  <c:v>0.3873203993</c:v>
                </c:pt>
                <c:pt idx="4">
                  <c:v>0.3479001224</c:v>
                </c:pt>
                <c:pt idx="5">
                  <c:v>0.3242794871</c:v>
                </c:pt>
                <c:pt idx="6">
                  <c:v>0.3065654635</c:v>
                </c:pt>
                <c:pt idx="7">
                  <c:v>0.2946284413</c:v>
                </c:pt>
                <c:pt idx="8">
                  <c:v>0.2871766388</c:v>
                </c:pt>
                <c:pt idx="9">
                  <c:v>0.2781855464</c:v>
                </c:pt>
                <c:pt idx="10">
                  <c:v>0.2687214017</c:v>
                </c:pt>
                <c:pt idx="11">
                  <c:v>0.2646608949</c:v>
                </c:pt>
                <c:pt idx="12">
                  <c:v>0.2628932595</c:v>
                </c:pt>
                <c:pt idx="13">
                  <c:v>0.25753057</c:v>
                </c:pt>
                <c:pt idx="14">
                  <c:v>0.2536570728</c:v>
                </c:pt>
                <c:pt idx="15">
                  <c:v>0.2513621747</c:v>
                </c:pt>
                <c:pt idx="16">
                  <c:v>0.2479715645</c:v>
                </c:pt>
                <c:pt idx="17">
                  <c:v>0.2449762225</c:v>
                </c:pt>
                <c:pt idx="18">
                  <c:v>0.2449853718</c:v>
                </c:pt>
                <c:pt idx="19">
                  <c:v>0.2419093549</c:v>
                </c:pt>
                <c:pt idx="20">
                  <c:v>0.2389653474</c:v>
                </c:pt>
                <c:pt idx="21">
                  <c:v>0.237833932</c:v>
                </c:pt>
                <c:pt idx="22">
                  <c:v>0.2379738986</c:v>
                </c:pt>
                <c:pt idx="23">
                  <c:v>0.2338223606</c:v>
                </c:pt>
                <c:pt idx="24">
                  <c:v>0.2361754626</c:v>
                </c:pt>
                <c:pt idx="25">
                  <c:v>0.232900396</c:v>
                </c:pt>
                <c:pt idx="26">
                  <c:v>0.2308813781</c:v>
                </c:pt>
                <c:pt idx="27">
                  <c:v>0.2319416106</c:v>
                </c:pt>
                <c:pt idx="28">
                  <c:v>0.2285234928</c:v>
                </c:pt>
                <c:pt idx="29">
                  <c:v>0.2309365273</c:v>
                </c:pt>
                <c:pt idx="30">
                  <c:v>0.2276982963</c:v>
                </c:pt>
                <c:pt idx="31">
                  <c:v>0.2277424783</c:v>
                </c:pt>
                <c:pt idx="32">
                  <c:v>0.2257416844</c:v>
                </c:pt>
                <c:pt idx="33">
                  <c:v>0.2250226438</c:v>
                </c:pt>
                <c:pt idx="34">
                  <c:v>0.2162060887</c:v>
                </c:pt>
                <c:pt idx="35">
                  <c:v>0.2146683335</c:v>
                </c:pt>
                <c:pt idx="36">
                  <c:v>0.2150518894</c:v>
                </c:pt>
                <c:pt idx="37">
                  <c:v>0.2138122469</c:v>
                </c:pt>
                <c:pt idx="38">
                  <c:v>0.2129464447</c:v>
                </c:pt>
                <c:pt idx="39">
                  <c:v>0.2134851068</c:v>
                </c:pt>
                <c:pt idx="40">
                  <c:v>0.2133523673</c:v>
                </c:pt>
                <c:pt idx="41">
                  <c:v>0.2138000429</c:v>
                </c:pt>
                <c:pt idx="42">
                  <c:v>0.214786306</c:v>
                </c:pt>
                <c:pt idx="43">
                  <c:v>0.2131757587</c:v>
                </c:pt>
                <c:pt idx="44">
                  <c:v>0.2137196362</c:v>
                </c:pt>
                <c:pt idx="45">
                  <c:v>0.2105627805</c:v>
                </c:pt>
                <c:pt idx="46">
                  <c:v>0.2143782228</c:v>
                </c:pt>
                <c:pt idx="47">
                  <c:v>0.2122573406</c:v>
                </c:pt>
                <c:pt idx="48">
                  <c:v>0.2118344158</c:v>
                </c:pt>
                <c:pt idx="49">
                  <c:v>0.2113531828</c:v>
                </c:pt>
                <c:pt idx="50">
                  <c:v>0.212075308</c:v>
                </c:pt>
                <c:pt idx="51">
                  <c:v>0.2118117809</c:v>
                </c:pt>
                <c:pt idx="52">
                  <c:v>0.2119132578</c:v>
                </c:pt>
                <c:pt idx="53">
                  <c:v>0.2105164528</c:v>
                </c:pt>
                <c:pt idx="54">
                  <c:v>0.2107272446</c:v>
                </c:pt>
                <c:pt idx="55">
                  <c:v>0.2104053944</c:v>
                </c:pt>
                <c:pt idx="56">
                  <c:v>0.211699456</c:v>
                </c:pt>
                <c:pt idx="57">
                  <c:v>0.2099381387</c:v>
                </c:pt>
                <c:pt idx="58">
                  <c:v>0.2106115818</c:v>
                </c:pt>
                <c:pt idx="59">
                  <c:v>0.209834367</c:v>
                </c:pt>
                <c:pt idx="60">
                  <c:v>0.2124700099</c:v>
                </c:pt>
                <c:pt idx="61">
                  <c:v>0.2085414529</c:v>
                </c:pt>
                <c:pt idx="62">
                  <c:v>0.2101925611</c:v>
                </c:pt>
                <c:pt idx="63">
                  <c:v>0.2110254467</c:v>
                </c:pt>
                <c:pt idx="64">
                  <c:v>0.2080939859</c:v>
                </c:pt>
                <c:pt idx="65">
                  <c:v>0.2067178041</c:v>
                </c:pt>
                <c:pt idx="66">
                  <c:v>0.2065660805</c:v>
                </c:pt>
                <c:pt idx="67">
                  <c:v>0.2056665123</c:v>
                </c:pt>
                <c:pt idx="68">
                  <c:v>0.2061680555</c:v>
                </c:pt>
                <c:pt idx="69">
                  <c:v>0.2056310028</c:v>
                </c:pt>
                <c:pt idx="70">
                  <c:v>0.2058546245</c:v>
                </c:pt>
                <c:pt idx="71">
                  <c:v>0.2067123652</c:v>
                </c:pt>
                <c:pt idx="72">
                  <c:v>0.2059605867</c:v>
                </c:pt>
                <c:pt idx="73">
                  <c:v>0.2052782625</c:v>
                </c:pt>
                <c:pt idx="74">
                  <c:v>0.2050388306</c:v>
                </c:pt>
                <c:pt idx="75">
                  <c:v>0.2050504386</c:v>
                </c:pt>
                <c:pt idx="76">
                  <c:v>0.2053707987</c:v>
                </c:pt>
                <c:pt idx="77">
                  <c:v>0.2055304497</c:v>
                </c:pt>
                <c:pt idx="78">
                  <c:v>0.2061849087</c:v>
                </c:pt>
                <c:pt idx="79">
                  <c:v>0.2051535696</c:v>
                </c:pt>
                <c:pt idx="80">
                  <c:v>0.2065319121</c:v>
                </c:pt>
                <c:pt idx="81">
                  <c:v>0.2056788802</c:v>
                </c:pt>
                <c:pt idx="82">
                  <c:v>0.204937607</c:v>
                </c:pt>
                <c:pt idx="83">
                  <c:v>0.2049253732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Data'!$H$2:$H$85</c:f>
              <c:numCache>
                <c:formatCode>0.00</c:formatCode>
                <c:ptCount val="84"/>
                <c:pt idx="0">
                  <c:v>0.6162552238</c:v>
                </c:pt>
                <c:pt idx="1">
                  <c:v>0.5794412494</c:v>
                </c:pt>
                <c:pt idx="2">
                  <c:v>0.5987042189</c:v>
                </c:pt>
                <c:pt idx="3">
                  <c:v>0.5677931905</c:v>
                </c:pt>
                <c:pt idx="4">
                  <c:v>0.6107955575</c:v>
                </c:pt>
                <c:pt idx="5">
                  <c:v>0.6801787019</c:v>
                </c:pt>
                <c:pt idx="6">
                  <c:v>0.6040737629</c:v>
                </c:pt>
                <c:pt idx="7">
                  <c:v>0.6659783721</c:v>
                </c:pt>
                <c:pt idx="8">
                  <c:v>0.5718882084</c:v>
                </c:pt>
                <c:pt idx="9">
                  <c:v>0.7685968876</c:v>
                </c:pt>
                <c:pt idx="10">
                  <c:v>0.6566257477</c:v>
                </c:pt>
                <c:pt idx="11">
                  <c:v>0.6169996262</c:v>
                </c:pt>
                <c:pt idx="12">
                  <c:v>0.6496078968</c:v>
                </c:pt>
                <c:pt idx="13">
                  <c:v>0.7144078612</c:v>
                </c:pt>
                <c:pt idx="14">
                  <c:v>0.6756849885</c:v>
                </c:pt>
                <c:pt idx="15">
                  <c:v>0.6194478273</c:v>
                </c:pt>
                <c:pt idx="16">
                  <c:v>0.5893756151</c:v>
                </c:pt>
                <c:pt idx="17">
                  <c:v>0.6032345295</c:v>
                </c:pt>
                <c:pt idx="18">
                  <c:v>0.6079347134</c:v>
                </c:pt>
                <c:pt idx="19">
                  <c:v>0.6927748322</c:v>
                </c:pt>
                <c:pt idx="20">
                  <c:v>0.6063517332</c:v>
                </c:pt>
                <c:pt idx="21">
                  <c:v>0.6013086438</c:v>
                </c:pt>
                <c:pt idx="22">
                  <c:v>0.6171489358</c:v>
                </c:pt>
                <c:pt idx="23">
                  <c:v>0.5961116552</c:v>
                </c:pt>
                <c:pt idx="24">
                  <c:v>0.6265059114</c:v>
                </c:pt>
                <c:pt idx="25">
                  <c:v>0.6366249323</c:v>
                </c:pt>
                <c:pt idx="26">
                  <c:v>0.6299254298</c:v>
                </c:pt>
                <c:pt idx="27">
                  <c:v>0.6297556162</c:v>
                </c:pt>
                <c:pt idx="28">
                  <c:v>0.6534745693</c:v>
                </c:pt>
                <c:pt idx="29">
                  <c:v>0.6434982419</c:v>
                </c:pt>
                <c:pt idx="30">
                  <c:v>0.5980890393</c:v>
                </c:pt>
                <c:pt idx="31">
                  <c:v>0.6043611765</c:v>
                </c:pt>
                <c:pt idx="32">
                  <c:v>0.6333412528</c:v>
                </c:pt>
                <c:pt idx="33">
                  <c:v>0.7041287422</c:v>
                </c:pt>
                <c:pt idx="34">
                  <c:v>0.6560865641</c:v>
                </c:pt>
                <c:pt idx="35">
                  <c:v>0.6168042421</c:v>
                </c:pt>
                <c:pt idx="36">
                  <c:v>0.6581846476</c:v>
                </c:pt>
                <c:pt idx="37">
                  <c:v>0.6407992244</c:v>
                </c:pt>
                <c:pt idx="38">
                  <c:v>0.6428263187</c:v>
                </c:pt>
                <c:pt idx="39">
                  <c:v>0.6490163207</c:v>
                </c:pt>
                <c:pt idx="40">
                  <c:v>0.6432780623</c:v>
                </c:pt>
                <c:pt idx="41">
                  <c:v>0.6549586654</c:v>
                </c:pt>
                <c:pt idx="42">
                  <c:v>0.6368333697</c:v>
                </c:pt>
                <c:pt idx="43">
                  <c:v>0.6567174196</c:v>
                </c:pt>
                <c:pt idx="44">
                  <c:v>0.6306298971</c:v>
                </c:pt>
                <c:pt idx="45">
                  <c:v>0.6431558728</c:v>
                </c:pt>
                <c:pt idx="46">
                  <c:v>0.6568104029</c:v>
                </c:pt>
                <c:pt idx="47">
                  <c:v>0.6583446264</c:v>
                </c:pt>
                <c:pt idx="48">
                  <c:v>0.6273235083</c:v>
                </c:pt>
                <c:pt idx="49">
                  <c:v>0.6283428073</c:v>
                </c:pt>
                <c:pt idx="50">
                  <c:v>0.6160109043</c:v>
                </c:pt>
                <c:pt idx="51">
                  <c:v>0.6451582909</c:v>
                </c:pt>
                <c:pt idx="52">
                  <c:v>0.6592536569</c:v>
                </c:pt>
                <c:pt idx="53">
                  <c:v>0.5779168606</c:v>
                </c:pt>
                <c:pt idx="54">
                  <c:v>0.6421251893</c:v>
                </c:pt>
                <c:pt idx="55">
                  <c:v>0.636819005</c:v>
                </c:pt>
                <c:pt idx="56">
                  <c:v>0.6112229228</c:v>
                </c:pt>
                <c:pt idx="57">
                  <c:v>0.6323829293</c:v>
                </c:pt>
                <c:pt idx="58">
                  <c:v>0.6184464097</c:v>
                </c:pt>
                <c:pt idx="59">
                  <c:v>0.6332369447</c:v>
                </c:pt>
                <c:pt idx="60">
                  <c:v>0.6478475928</c:v>
                </c:pt>
                <c:pt idx="61">
                  <c:v>0.6415039301</c:v>
                </c:pt>
                <c:pt idx="62">
                  <c:v>0.6186232567</c:v>
                </c:pt>
                <c:pt idx="63">
                  <c:v>0.604642272</c:v>
                </c:pt>
                <c:pt idx="64">
                  <c:v>0.6169806123</c:v>
                </c:pt>
                <c:pt idx="65">
                  <c:v>0.6251782775</c:v>
                </c:pt>
                <c:pt idx="66">
                  <c:v>0.6747744679</c:v>
                </c:pt>
                <c:pt idx="67">
                  <c:v>0.6582624316</c:v>
                </c:pt>
                <c:pt idx="68">
                  <c:v>0.6368653178</c:v>
                </c:pt>
                <c:pt idx="69">
                  <c:v>0.6301251054</c:v>
                </c:pt>
                <c:pt idx="70">
                  <c:v>0.6369326711</c:v>
                </c:pt>
                <c:pt idx="71">
                  <c:v>0.6293632984</c:v>
                </c:pt>
                <c:pt idx="72">
                  <c:v>0.6339643598</c:v>
                </c:pt>
                <c:pt idx="73">
                  <c:v>0.6354478002</c:v>
                </c:pt>
                <c:pt idx="74">
                  <c:v>0.645106256</c:v>
                </c:pt>
                <c:pt idx="75">
                  <c:v>0.6807134748</c:v>
                </c:pt>
                <c:pt idx="76">
                  <c:v>0.6484060287</c:v>
                </c:pt>
                <c:pt idx="77">
                  <c:v>0.6465685964</c:v>
                </c:pt>
                <c:pt idx="78">
                  <c:v>0.6310918927</c:v>
                </c:pt>
                <c:pt idx="79">
                  <c:v>0.6477254629</c:v>
                </c:pt>
                <c:pt idx="80">
                  <c:v>0.6452130079</c:v>
                </c:pt>
                <c:pt idx="81">
                  <c:v>0.6511570811</c:v>
                </c:pt>
                <c:pt idx="82">
                  <c:v>0.6527626514</c:v>
                </c:pt>
                <c:pt idx="83">
                  <c:v>0.6465229392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0%</c:formatCode>
                <c:ptCount val="82"/>
                <c:pt idx="0">
                  <c:v>0.5897274017</c:v>
                </c:pt>
                <c:pt idx="1">
                  <c:v>0.7548756003</c:v>
                </c:pt>
                <c:pt idx="2">
                  <c:v>0.8191199303</c:v>
                </c:pt>
                <c:pt idx="3">
                  <c:v>0.8585938811</c:v>
                </c:pt>
                <c:pt idx="4">
                  <c:v>0.8869725466</c:v>
                </c:pt>
                <c:pt idx="5">
                  <c:v>0.9029208422</c:v>
                </c:pt>
                <c:pt idx="6">
                  <c:v>0.9130960107</c:v>
                </c:pt>
                <c:pt idx="7">
                  <c:v>0.9229645133</c:v>
                </c:pt>
                <c:pt idx="8">
                  <c:v>0.9282505512</c:v>
                </c:pt>
                <c:pt idx="9">
                  <c:v>0.9348355532</c:v>
                </c:pt>
                <c:pt idx="10">
                  <c:v>0.9357376099</c:v>
                </c:pt>
                <c:pt idx="11">
                  <c:v>0.9419978857</c:v>
                </c:pt>
                <c:pt idx="12">
                  <c:v>0.9452092052</c:v>
                </c:pt>
                <c:pt idx="13">
                  <c:v>0.9489076138</c:v>
                </c:pt>
                <c:pt idx="14">
                  <c:v>0.9505854249</c:v>
                </c:pt>
                <c:pt idx="15">
                  <c:v>0.953291595</c:v>
                </c:pt>
                <c:pt idx="16">
                  <c:v>0.9542838335</c:v>
                </c:pt>
                <c:pt idx="17">
                  <c:v>0.9572606683</c:v>
                </c:pt>
                <c:pt idx="18">
                  <c:v>0.9594436288</c:v>
                </c:pt>
                <c:pt idx="19">
                  <c:v>0.9619513154</c:v>
                </c:pt>
                <c:pt idx="20">
                  <c:v>0.9618070126</c:v>
                </c:pt>
                <c:pt idx="21">
                  <c:v>0.9642605782</c:v>
                </c:pt>
                <c:pt idx="22">
                  <c:v>0.9650543928</c:v>
                </c:pt>
                <c:pt idx="23">
                  <c:v>0.9660105705</c:v>
                </c:pt>
                <c:pt idx="24">
                  <c:v>0.9670389295</c:v>
                </c:pt>
                <c:pt idx="25">
                  <c:v>0.9684641361</c:v>
                </c:pt>
                <c:pt idx="26">
                  <c:v>0.9691497087</c:v>
                </c:pt>
                <c:pt idx="27">
                  <c:v>0.9707192779</c:v>
                </c:pt>
                <c:pt idx="28">
                  <c:v>0.9716213346</c:v>
                </c:pt>
                <c:pt idx="29">
                  <c:v>0.9720182419</c:v>
                </c:pt>
                <c:pt idx="30">
                  <c:v>0.9729202986</c:v>
                </c:pt>
                <c:pt idx="31">
                  <c:v>0.9721084833</c:v>
                </c:pt>
                <c:pt idx="32">
                  <c:v>0.980335176</c:v>
                </c:pt>
                <c:pt idx="33">
                  <c:v>0.9812733531</c:v>
                </c:pt>
                <c:pt idx="34">
                  <c:v>0.9826083779</c:v>
                </c:pt>
                <c:pt idx="35">
                  <c:v>0.984015584</c:v>
                </c:pt>
                <c:pt idx="36">
                  <c:v>0.9841960073</c:v>
                </c:pt>
                <c:pt idx="37">
                  <c:v>0.9842501283</c:v>
                </c:pt>
                <c:pt idx="38">
                  <c:v>0.9840516448</c:v>
                </c:pt>
                <c:pt idx="39">
                  <c:v>0.9842501283</c:v>
                </c:pt>
                <c:pt idx="40">
                  <c:v>0.9849176407</c:v>
                </c:pt>
                <c:pt idx="41">
                  <c:v>0.9853867292</c:v>
                </c:pt>
                <c:pt idx="42">
                  <c:v>0.9859459996</c:v>
                </c:pt>
                <c:pt idx="43">
                  <c:v>0.9855310321</c:v>
                </c:pt>
                <c:pt idx="44">
                  <c:v>0.9849176407</c:v>
                </c:pt>
                <c:pt idx="45">
                  <c:v>0.9871367216</c:v>
                </c:pt>
                <c:pt idx="46">
                  <c:v>0.9866676331</c:v>
                </c:pt>
                <c:pt idx="47">
                  <c:v>0.9869562984</c:v>
                </c:pt>
                <c:pt idx="48">
                  <c:v>0.9865954518</c:v>
                </c:pt>
                <c:pt idx="49">
                  <c:v>0.9864330888</c:v>
                </c:pt>
                <c:pt idx="50">
                  <c:v>0.9875336289</c:v>
                </c:pt>
                <c:pt idx="51">
                  <c:v>0.9878402948</c:v>
                </c:pt>
                <c:pt idx="52">
                  <c:v>0.9873532057</c:v>
                </c:pt>
                <c:pt idx="53">
                  <c:v>0.9874614477</c:v>
                </c:pt>
                <c:pt idx="54">
                  <c:v>0.9877139926</c:v>
                </c:pt>
                <c:pt idx="55">
                  <c:v>0.9872269034</c:v>
                </c:pt>
                <c:pt idx="56">
                  <c:v>0.9881650209</c:v>
                </c:pt>
                <c:pt idx="57">
                  <c:v>0.9879304767</c:v>
                </c:pt>
                <c:pt idx="58">
                  <c:v>0.9877861738</c:v>
                </c:pt>
                <c:pt idx="59">
                  <c:v>0.9884717464</c:v>
                </c:pt>
                <c:pt idx="60">
                  <c:v>0.9877320528</c:v>
                </c:pt>
                <c:pt idx="61">
                  <c:v>0.9893376827</c:v>
                </c:pt>
                <c:pt idx="62">
                  <c:v>0.9915387034</c:v>
                </c:pt>
                <c:pt idx="63">
                  <c:v>0.9924046993</c:v>
                </c:pt>
                <c:pt idx="64">
                  <c:v>0.9925490022</c:v>
                </c:pt>
                <c:pt idx="65">
                  <c:v>0.9932165742</c:v>
                </c:pt>
                <c:pt idx="66">
                  <c:v>0.9929098487</c:v>
                </c:pt>
                <c:pt idx="67">
                  <c:v>0.9922423363</c:v>
                </c:pt>
                <c:pt idx="68">
                  <c:v>0.9931624532</c:v>
                </c:pt>
                <c:pt idx="69">
                  <c:v>0.9926933646</c:v>
                </c:pt>
                <c:pt idx="70">
                  <c:v>0.9935593009</c:v>
                </c:pt>
                <c:pt idx="71">
                  <c:v>0.992170155</c:v>
                </c:pt>
                <c:pt idx="72">
                  <c:v>0.9934510589</c:v>
                </c:pt>
                <c:pt idx="73">
                  <c:v>0.9936134219</c:v>
                </c:pt>
                <c:pt idx="74">
                  <c:v>0.993360877</c:v>
                </c:pt>
                <c:pt idx="75">
                  <c:v>0.9938479662</c:v>
                </c:pt>
                <c:pt idx="76">
                  <c:v>0.9930180907</c:v>
                </c:pt>
                <c:pt idx="77">
                  <c:v>0.9928196669</c:v>
                </c:pt>
                <c:pt idx="78">
                  <c:v>0.9935773611</c:v>
                </c:pt>
                <c:pt idx="79">
                  <c:v>0.9939562082</c:v>
                </c:pt>
                <c:pt idx="80">
                  <c:v>0.9933428168</c:v>
                </c:pt>
                <c:pt idx="81">
                  <c:v>0.994335115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0%</c:formatCode>
                <c:ptCount val="82"/>
                <c:pt idx="0">
                  <c:v>0.7230609059</c:v>
                </c:pt>
                <c:pt idx="1">
                  <c:v>0.7481222749</c:v>
                </c:pt>
                <c:pt idx="2">
                  <c:v>0.758682251</c:v>
                </c:pt>
                <c:pt idx="3">
                  <c:v>0.743437171</c:v>
                </c:pt>
                <c:pt idx="4">
                  <c:v>0.737859726</c:v>
                </c:pt>
                <c:pt idx="5">
                  <c:v>0.7505763173</c:v>
                </c:pt>
                <c:pt idx="6">
                  <c:v>0.7150293589</c:v>
                </c:pt>
                <c:pt idx="7">
                  <c:v>0.7545921206</c:v>
                </c:pt>
                <c:pt idx="8">
                  <c:v>0.731687367</c:v>
                </c:pt>
                <c:pt idx="9">
                  <c:v>0.7560794353</c:v>
                </c:pt>
                <c:pt idx="10">
                  <c:v>0.7589053512</c:v>
                </c:pt>
                <c:pt idx="11">
                  <c:v>0.7499070168</c:v>
                </c:pt>
                <c:pt idx="12">
                  <c:v>0.743362844</c:v>
                </c:pt>
                <c:pt idx="13">
                  <c:v>0.7514687181</c:v>
                </c:pt>
                <c:pt idx="14">
                  <c:v>0.7533279061</c:v>
                </c:pt>
                <c:pt idx="15">
                  <c:v>0.7540715337</c:v>
                </c:pt>
                <c:pt idx="16">
                  <c:v>0.7555588484</c:v>
                </c:pt>
                <c:pt idx="17">
                  <c:v>0.7584591508</c:v>
                </c:pt>
                <c:pt idx="18">
                  <c:v>0.7371160984</c:v>
                </c:pt>
                <c:pt idx="19">
                  <c:v>0.7624748945</c:v>
                </c:pt>
                <c:pt idx="20">
                  <c:v>0.7564512491</c:v>
                </c:pt>
                <c:pt idx="21">
                  <c:v>0.7760838866</c:v>
                </c:pt>
                <c:pt idx="22">
                  <c:v>0.7380828261</c:v>
                </c:pt>
                <c:pt idx="23">
                  <c:v>0.7645571232</c:v>
                </c:pt>
                <c:pt idx="24">
                  <c:v>0.7591284513</c:v>
                </c:pt>
                <c:pt idx="25">
                  <c:v>0.7351825833</c:v>
                </c:pt>
                <c:pt idx="26">
                  <c:v>0.7211273909</c:v>
                </c:pt>
                <c:pt idx="27">
                  <c:v>0.7641109824</c:v>
                </c:pt>
                <c:pt idx="28">
                  <c:v>0.7405369282</c:v>
                </c:pt>
                <c:pt idx="29">
                  <c:v>0.764259696</c:v>
                </c:pt>
                <c:pt idx="30">
                  <c:v>0.7633672953</c:v>
                </c:pt>
                <c:pt idx="31">
                  <c:v>0.7553357482</c:v>
                </c:pt>
                <c:pt idx="32">
                  <c:v>0.7708038688</c:v>
                </c:pt>
                <c:pt idx="33">
                  <c:v>0.7656726241</c:v>
                </c:pt>
                <c:pt idx="34">
                  <c:v>0.7651520967</c:v>
                </c:pt>
                <c:pt idx="35">
                  <c:v>0.7654495239</c:v>
                </c:pt>
                <c:pt idx="36">
                  <c:v>0.7777943015</c:v>
                </c:pt>
                <c:pt idx="37">
                  <c:v>0.7432884574</c:v>
                </c:pt>
                <c:pt idx="38">
                  <c:v>0.7725143433</c:v>
                </c:pt>
                <c:pt idx="39">
                  <c:v>0.7776455879</c:v>
                </c:pt>
                <c:pt idx="40">
                  <c:v>0.771026969</c:v>
                </c:pt>
                <c:pt idx="41">
                  <c:v>0.7763813734</c:v>
                </c:pt>
                <c:pt idx="42">
                  <c:v>0.7687216401</c:v>
                </c:pt>
                <c:pt idx="43">
                  <c:v>0.7656726241</c:v>
                </c:pt>
                <c:pt idx="44">
                  <c:v>0.770432055</c:v>
                </c:pt>
                <c:pt idx="45">
                  <c:v>0.7599464655</c:v>
                </c:pt>
                <c:pt idx="46">
                  <c:v>0.7507250905</c:v>
                </c:pt>
                <c:pt idx="47">
                  <c:v>0.7683498263</c:v>
                </c:pt>
                <c:pt idx="48">
                  <c:v>0.7621774077</c:v>
                </c:pt>
                <c:pt idx="49">
                  <c:v>0.7564512491</c:v>
                </c:pt>
                <c:pt idx="50">
                  <c:v>0.7532535195</c:v>
                </c:pt>
                <c:pt idx="51">
                  <c:v>0.769837141</c:v>
                </c:pt>
                <c:pt idx="52">
                  <c:v>0.7669368386</c:v>
                </c:pt>
                <c:pt idx="53">
                  <c:v>0.764334023</c:v>
                </c:pt>
                <c:pt idx="54">
                  <c:v>0.7680523396</c:v>
                </c:pt>
                <c:pt idx="55">
                  <c:v>0.7480478883</c:v>
                </c:pt>
                <c:pt idx="56">
                  <c:v>0.7592771649</c:v>
                </c:pt>
                <c:pt idx="57">
                  <c:v>0.7597977519</c:v>
                </c:pt>
                <c:pt idx="58">
                  <c:v>0.7713988423</c:v>
                </c:pt>
                <c:pt idx="59">
                  <c:v>0.7264817357</c:v>
                </c:pt>
                <c:pt idx="60">
                  <c:v>0.7687960267</c:v>
                </c:pt>
                <c:pt idx="61">
                  <c:v>0.7607644796</c:v>
                </c:pt>
                <c:pt idx="62">
                  <c:v>0.7638134956</c:v>
                </c:pt>
                <c:pt idx="63">
                  <c:v>0.764334023</c:v>
                </c:pt>
                <c:pt idx="64">
                  <c:v>0.7687960267</c:v>
                </c:pt>
                <c:pt idx="65">
                  <c:v>0.7576411366</c:v>
                </c:pt>
                <c:pt idx="66">
                  <c:v>0.767308712</c:v>
                </c:pt>
                <c:pt idx="67">
                  <c:v>0.7644084096</c:v>
                </c:pt>
                <c:pt idx="68">
                  <c:v>0.7721424699</c:v>
                </c:pt>
                <c:pt idx="69">
                  <c:v>0.7653751969</c:v>
                </c:pt>
                <c:pt idx="70">
                  <c:v>0.7725143433</c:v>
                </c:pt>
                <c:pt idx="71">
                  <c:v>0.7737785578</c:v>
                </c:pt>
                <c:pt idx="72">
                  <c:v>0.761805594</c:v>
                </c:pt>
                <c:pt idx="73">
                  <c:v>0.7568230629</c:v>
                </c:pt>
                <c:pt idx="74">
                  <c:v>0.7683498263</c:v>
                </c:pt>
                <c:pt idx="75">
                  <c:v>0.7668625116</c:v>
                </c:pt>
                <c:pt idx="76">
                  <c:v>0.7675318122</c:v>
                </c:pt>
                <c:pt idx="77">
                  <c:v>0.7650033236</c:v>
                </c:pt>
                <c:pt idx="78">
                  <c:v>0.7609875798</c:v>
                </c:pt>
                <c:pt idx="79">
                  <c:v>0.7678292394</c:v>
                </c:pt>
                <c:pt idx="80">
                  <c:v>0.7669368386</c:v>
                </c:pt>
                <c:pt idx="81">
                  <c:v>0.766788125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0%</c:formatCode>
                <c:ptCount val="82"/>
                <c:pt idx="0">
                  <c:v>0.5794078708</c:v>
                </c:pt>
                <c:pt idx="1">
                  <c:v>0.7804398537</c:v>
                </c:pt>
                <c:pt idx="2">
                  <c:v>0.855725348</c:v>
                </c:pt>
                <c:pt idx="3">
                  <c:v>0.8934853673</c:v>
                </c:pt>
                <c:pt idx="4">
                  <c:v>0.9151707888</c:v>
                </c:pt>
                <c:pt idx="5">
                  <c:v>0.9295675755</c:v>
                </c:pt>
                <c:pt idx="6">
                  <c:v>0.9377221465</c:v>
                </c:pt>
                <c:pt idx="7">
                  <c:v>0.9440184832</c:v>
                </c:pt>
                <c:pt idx="8">
                  <c:v>0.950801909</c:v>
                </c:pt>
                <c:pt idx="9">
                  <c:v>0.9547529221</c:v>
                </c:pt>
                <c:pt idx="10">
                  <c:v>0.9579642415</c:v>
                </c:pt>
                <c:pt idx="11">
                  <c:v>0.9595698714</c:v>
                </c:pt>
                <c:pt idx="12">
                  <c:v>0.9636471868</c:v>
                </c:pt>
                <c:pt idx="13">
                  <c:v>0.9634487629</c:v>
                </c:pt>
                <c:pt idx="14">
                  <c:v>0.9662270546</c:v>
                </c:pt>
                <c:pt idx="15">
                  <c:v>0.9690414667</c:v>
                </c:pt>
                <c:pt idx="16">
                  <c:v>0.9692038298</c:v>
                </c:pt>
                <c:pt idx="17">
                  <c:v>0.9718558788</c:v>
                </c:pt>
                <c:pt idx="18">
                  <c:v>0.9715130925</c:v>
                </c:pt>
                <c:pt idx="19">
                  <c:v>0.9732270241</c:v>
                </c:pt>
                <c:pt idx="20">
                  <c:v>0.9736780524</c:v>
                </c:pt>
                <c:pt idx="21">
                  <c:v>0.9744898677</c:v>
                </c:pt>
                <c:pt idx="22">
                  <c:v>0.9746883512</c:v>
                </c:pt>
                <c:pt idx="23">
                  <c:v>0.9762939811</c:v>
                </c:pt>
                <c:pt idx="24">
                  <c:v>0.9773042798</c:v>
                </c:pt>
                <c:pt idx="25">
                  <c:v>0.9776651263</c:v>
                </c:pt>
                <c:pt idx="26">
                  <c:v>0.9778816104</c:v>
                </c:pt>
                <c:pt idx="27">
                  <c:v>0.9787476063</c:v>
                </c:pt>
                <c:pt idx="28">
                  <c:v>0.9790001512</c:v>
                </c:pt>
                <c:pt idx="29">
                  <c:v>0.979812026</c:v>
                </c:pt>
                <c:pt idx="30">
                  <c:v>0.9793789983</c:v>
                </c:pt>
                <c:pt idx="31">
                  <c:v>0.9802991152</c:v>
                </c:pt>
                <c:pt idx="32">
                  <c:v>0.9879665971</c:v>
                </c:pt>
                <c:pt idx="33">
                  <c:v>0.9886160493</c:v>
                </c:pt>
                <c:pt idx="34">
                  <c:v>0.9891211987</c:v>
                </c:pt>
                <c:pt idx="35">
                  <c:v>0.9890851378</c:v>
                </c:pt>
                <c:pt idx="36">
                  <c:v>0.9903480411</c:v>
                </c:pt>
                <c:pt idx="37">
                  <c:v>0.9901676178</c:v>
                </c:pt>
                <c:pt idx="38">
                  <c:v>0.9905104041</c:v>
                </c:pt>
                <c:pt idx="39">
                  <c:v>0.9914304614</c:v>
                </c:pt>
                <c:pt idx="40">
                  <c:v>0.9909614325</c:v>
                </c:pt>
                <c:pt idx="41">
                  <c:v>0.9907990694</c:v>
                </c:pt>
                <c:pt idx="42">
                  <c:v>0.9919356108</c:v>
                </c:pt>
                <c:pt idx="43">
                  <c:v>0.9914665818</c:v>
                </c:pt>
                <c:pt idx="44">
                  <c:v>0.9911779165</c:v>
                </c:pt>
                <c:pt idx="45">
                  <c:v>0.9923686385</c:v>
                </c:pt>
                <c:pt idx="46">
                  <c:v>0.9917010665</c:v>
                </c:pt>
                <c:pt idx="47">
                  <c:v>0.9916830659</c:v>
                </c:pt>
                <c:pt idx="48">
                  <c:v>0.9923145175</c:v>
                </c:pt>
                <c:pt idx="49">
                  <c:v>0.9918814898</c:v>
                </c:pt>
                <c:pt idx="50">
                  <c:v>0.9913042188</c:v>
                </c:pt>
                <c:pt idx="51">
                  <c:v>0.9929639697</c:v>
                </c:pt>
                <c:pt idx="52">
                  <c:v>0.9929459095</c:v>
                </c:pt>
                <c:pt idx="53">
                  <c:v>0.9926031232</c:v>
                </c:pt>
                <c:pt idx="54">
                  <c:v>0.9918273687</c:v>
                </c:pt>
                <c:pt idx="55">
                  <c:v>0.9929639697</c:v>
                </c:pt>
                <c:pt idx="56">
                  <c:v>0.9928917885</c:v>
                </c:pt>
                <c:pt idx="57">
                  <c:v>0.9928196669</c:v>
                </c:pt>
                <c:pt idx="58">
                  <c:v>0.9925129414</c:v>
                </c:pt>
                <c:pt idx="59">
                  <c:v>0.9931263328</c:v>
                </c:pt>
                <c:pt idx="60">
                  <c:v>0.9931082726</c:v>
                </c:pt>
                <c:pt idx="61">
                  <c:v>0.9929820299</c:v>
                </c:pt>
                <c:pt idx="62">
                  <c:v>0.9957242608</c:v>
                </c:pt>
                <c:pt idx="63">
                  <c:v>0.9952010512</c:v>
                </c:pt>
                <c:pt idx="64">
                  <c:v>0.9965541363</c:v>
                </c:pt>
                <c:pt idx="65">
                  <c:v>0.9962474704</c:v>
                </c:pt>
                <c:pt idx="66">
                  <c:v>0.9962294102</c:v>
                </c:pt>
                <c:pt idx="67">
                  <c:v>0.9967164993</c:v>
                </c:pt>
                <c:pt idx="68">
                  <c:v>0.9960489869</c:v>
                </c:pt>
                <c:pt idx="69">
                  <c:v>0.996427834</c:v>
                </c:pt>
                <c:pt idx="70">
                  <c:v>0.9964639544</c:v>
                </c:pt>
                <c:pt idx="71">
                  <c:v>0.9963917732</c:v>
                </c:pt>
                <c:pt idx="72">
                  <c:v>0.9967886806</c:v>
                </c:pt>
                <c:pt idx="73">
                  <c:v>0.9964458942</c:v>
                </c:pt>
                <c:pt idx="74">
                  <c:v>0.9966443777</c:v>
                </c:pt>
                <c:pt idx="75">
                  <c:v>0.9969149828</c:v>
                </c:pt>
                <c:pt idx="76">
                  <c:v>0.9967164993</c:v>
                </c:pt>
                <c:pt idx="77">
                  <c:v>0.9967886806</c:v>
                </c:pt>
                <c:pt idx="78">
                  <c:v>0.9968608618</c:v>
                </c:pt>
                <c:pt idx="79">
                  <c:v>0.9966984987</c:v>
                </c:pt>
                <c:pt idx="80">
                  <c:v>0.9965180755</c:v>
                </c:pt>
                <c:pt idx="81">
                  <c:v>0.9969510436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Data'!$H$2:$H$83</c:f>
              <c:numCache>
                <c:formatCode>0%</c:formatCode>
                <c:ptCount val="82"/>
                <c:pt idx="0">
                  <c:v>0.7166654468</c:v>
                </c:pt>
                <c:pt idx="1">
                  <c:v>0.7419498563</c:v>
                </c:pt>
                <c:pt idx="2">
                  <c:v>0.7136907578</c:v>
                </c:pt>
                <c:pt idx="3">
                  <c:v>0.7585334778</c:v>
                </c:pt>
                <c:pt idx="4">
                  <c:v>0.7686472535</c:v>
                </c:pt>
                <c:pt idx="5">
                  <c:v>0.7440321445</c:v>
                </c:pt>
                <c:pt idx="6">
                  <c:v>0.7806202173</c:v>
                </c:pt>
                <c:pt idx="7">
                  <c:v>0.7719193697</c:v>
                </c:pt>
                <c:pt idx="8">
                  <c:v>0.786272049</c:v>
                </c:pt>
                <c:pt idx="9">
                  <c:v>0.7799509168</c:v>
                </c:pt>
                <c:pt idx="10">
                  <c:v>0.7672343254</c:v>
                </c:pt>
                <c:pt idx="11">
                  <c:v>0.7780917883</c:v>
                </c:pt>
                <c:pt idx="12">
                  <c:v>0.7707295418</c:v>
                </c:pt>
                <c:pt idx="13">
                  <c:v>0.7731835842</c:v>
                </c:pt>
                <c:pt idx="14">
                  <c:v>0.7522124052</c:v>
                </c:pt>
                <c:pt idx="15">
                  <c:v>0.7110136151</c:v>
                </c:pt>
                <c:pt idx="16">
                  <c:v>0.7383803129</c:v>
                </c:pt>
                <c:pt idx="17">
                  <c:v>0.7745965719</c:v>
                </c:pt>
                <c:pt idx="18">
                  <c:v>0.7443295717</c:v>
                </c:pt>
                <c:pt idx="19">
                  <c:v>0.7859001756</c:v>
                </c:pt>
                <c:pt idx="20">
                  <c:v>0.7590540648</c:v>
                </c:pt>
                <c:pt idx="21">
                  <c:v>0.7806202173</c:v>
                </c:pt>
                <c:pt idx="22">
                  <c:v>0.7388265133</c:v>
                </c:pt>
                <c:pt idx="23">
                  <c:v>0.7932624221</c:v>
                </c:pt>
                <c:pt idx="24">
                  <c:v>0.7725886703</c:v>
                </c:pt>
                <c:pt idx="25">
                  <c:v>0.7837435603</c:v>
                </c:pt>
                <c:pt idx="26">
                  <c:v>0.7828512192</c:v>
                </c:pt>
                <c:pt idx="27">
                  <c:v>0.7513943911</c:v>
                </c:pt>
                <c:pt idx="28">
                  <c:v>0.7597977519</c:v>
                </c:pt>
                <c:pt idx="29">
                  <c:v>0.7699115276</c:v>
                </c:pt>
                <c:pt idx="30">
                  <c:v>0.7809177041</c:v>
                </c:pt>
                <c:pt idx="31">
                  <c:v>0.7719193697</c:v>
                </c:pt>
                <c:pt idx="32">
                  <c:v>0.7798765302</c:v>
                </c:pt>
                <c:pt idx="33">
                  <c:v>0.7719937563</c:v>
                </c:pt>
                <c:pt idx="34">
                  <c:v>0.7662675977</c:v>
                </c:pt>
                <c:pt idx="35">
                  <c:v>0.7846359611</c:v>
                </c:pt>
                <c:pt idx="36">
                  <c:v>0.7904365063</c:v>
                </c:pt>
                <c:pt idx="37">
                  <c:v>0.7668625116</c:v>
                </c:pt>
                <c:pt idx="38">
                  <c:v>0.7906596065</c:v>
                </c:pt>
                <c:pt idx="39">
                  <c:v>0.7653751969</c:v>
                </c:pt>
                <c:pt idx="40">
                  <c:v>0.7776455879</c:v>
                </c:pt>
                <c:pt idx="41">
                  <c:v>0.7748939991</c:v>
                </c:pt>
                <c:pt idx="42">
                  <c:v>0.7674574256</c:v>
                </c:pt>
                <c:pt idx="43">
                  <c:v>0.7930393219</c:v>
                </c:pt>
                <c:pt idx="44">
                  <c:v>0.7891722918</c:v>
                </c:pt>
                <c:pt idx="45">
                  <c:v>0.7934855223</c:v>
                </c:pt>
                <c:pt idx="46">
                  <c:v>0.797426939</c:v>
                </c:pt>
                <c:pt idx="47">
                  <c:v>0.7861232758</c:v>
                </c:pt>
                <c:pt idx="48">
                  <c:v>0.7840410471</c:v>
                </c:pt>
                <c:pt idx="49">
                  <c:v>0.782702446</c:v>
                </c:pt>
                <c:pt idx="50">
                  <c:v>0.7660444975</c:v>
                </c:pt>
                <c:pt idx="51">
                  <c:v>0.7576411366</c:v>
                </c:pt>
                <c:pt idx="52">
                  <c:v>0.7793560028</c:v>
                </c:pt>
                <c:pt idx="53">
                  <c:v>0.7829255462</c:v>
                </c:pt>
                <c:pt idx="54">
                  <c:v>0.7762326002</c:v>
                </c:pt>
                <c:pt idx="55">
                  <c:v>0.7841154337</c:v>
                </c:pt>
                <c:pt idx="56">
                  <c:v>0.7769019008</c:v>
                </c:pt>
                <c:pt idx="57">
                  <c:v>0.7829255462</c:v>
                </c:pt>
                <c:pt idx="58">
                  <c:v>0.776530087</c:v>
                </c:pt>
                <c:pt idx="59">
                  <c:v>0.7229121923</c:v>
                </c:pt>
                <c:pt idx="60">
                  <c:v>0.7856770754</c:v>
                </c:pt>
                <c:pt idx="61">
                  <c:v>0.7805458307</c:v>
                </c:pt>
                <c:pt idx="62">
                  <c:v>0.7817357183</c:v>
                </c:pt>
                <c:pt idx="63">
                  <c:v>0.7846359611</c:v>
                </c:pt>
                <c:pt idx="64">
                  <c:v>0.7772737145</c:v>
                </c:pt>
                <c:pt idx="65">
                  <c:v>0.7910314798</c:v>
                </c:pt>
                <c:pt idx="66">
                  <c:v>0.7814382315</c:v>
                </c:pt>
                <c:pt idx="67">
                  <c:v>0.7867925763</c:v>
                </c:pt>
                <c:pt idx="68">
                  <c:v>0.7675318122</c:v>
                </c:pt>
                <c:pt idx="69">
                  <c:v>0.7792072296</c:v>
                </c:pt>
                <c:pt idx="70">
                  <c:v>0.7794303298</c:v>
                </c:pt>
                <c:pt idx="71">
                  <c:v>0.788205564</c:v>
                </c:pt>
                <c:pt idx="72">
                  <c:v>0.7872387767</c:v>
                </c:pt>
                <c:pt idx="73">
                  <c:v>0.7837435603</c:v>
                </c:pt>
                <c:pt idx="74">
                  <c:v>0.7806202173</c:v>
                </c:pt>
                <c:pt idx="75">
                  <c:v>0.782107532</c:v>
                </c:pt>
                <c:pt idx="76">
                  <c:v>0.7873875499</c:v>
                </c:pt>
                <c:pt idx="77">
                  <c:v>0.7837435603</c:v>
                </c:pt>
                <c:pt idx="78">
                  <c:v>0.7841154337</c:v>
                </c:pt>
                <c:pt idx="79">
                  <c:v>0.7742990851</c:v>
                </c:pt>
                <c:pt idx="80">
                  <c:v>0.7908827066</c:v>
                </c:pt>
                <c:pt idx="81">
                  <c:v>0.7947497368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0.00</c:formatCode>
                <c:ptCount val="82"/>
                <c:pt idx="0">
                  <c:v>0.7039245367</c:v>
                </c:pt>
                <c:pt idx="1">
                  <c:v>0.5519950986</c:v>
                </c:pt>
                <c:pt idx="2">
                  <c:v>0.4760672152</c:v>
                </c:pt>
                <c:pt idx="3">
                  <c:v>0.4226586521</c:v>
                </c:pt>
                <c:pt idx="4">
                  <c:v>0.3800766766</c:v>
                </c:pt>
                <c:pt idx="5">
                  <c:v>0.3571797311</c:v>
                </c:pt>
                <c:pt idx="6">
                  <c:v>0.3411872685</c:v>
                </c:pt>
                <c:pt idx="7">
                  <c:v>0.3270386159</c:v>
                </c:pt>
                <c:pt idx="8">
                  <c:v>0.3193461001</c:v>
                </c:pt>
                <c:pt idx="9">
                  <c:v>0.307753861</c:v>
                </c:pt>
                <c:pt idx="10">
                  <c:v>0.3063338697</c:v>
                </c:pt>
                <c:pt idx="11">
                  <c:v>0.2972020209</c:v>
                </c:pt>
                <c:pt idx="12">
                  <c:v>0.2927176952</c:v>
                </c:pt>
                <c:pt idx="13">
                  <c:v>0.2866774201</c:v>
                </c:pt>
                <c:pt idx="14">
                  <c:v>0.2847338617</c:v>
                </c:pt>
                <c:pt idx="15">
                  <c:v>0.2803417146</c:v>
                </c:pt>
                <c:pt idx="16">
                  <c:v>0.2784061432</c:v>
                </c:pt>
                <c:pt idx="17">
                  <c:v>0.2743567526</c:v>
                </c:pt>
                <c:pt idx="18">
                  <c:v>0.2719346583</c:v>
                </c:pt>
                <c:pt idx="19">
                  <c:v>0.2671663463</c:v>
                </c:pt>
                <c:pt idx="20">
                  <c:v>0.2663984299</c:v>
                </c:pt>
                <c:pt idx="21">
                  <c:v>0.2646900713</c:v>
                </c:pt>
                <c:pt idx="22">
                  <c:v>0.2615728378</c:v>
                </c:pt>
                <c:pt idx="23">
                  <c:v>0.2600740492</c:v>
                </c:pt>
                <c:pt idx="24">
                  <c:v>0.2591090798</c:v>
                </c:pt>
                <c:pt idx="25">
                  <c:v>0.2574185431</c:v>
                </c:pt>
                <c:pt idx="26">
                  <c:v>0.2570531666</c:v>
                </c:pt>
                <c:pt idx="27">
                  <c:v>0.253990382</c:v>
                </c:pt>
                <c:pt idx="28">
                  <c:v>0.2517772019</c:v>
                </c:pt>
                <c:pt idx="29">
                  <c:v>0.2526267469</c:v>
                </c:pt>
                <c:pt idx="30">
                  <c:v>0.25052163</c:v>
                </c:pt>
                <c:pt idx="31">
                  <c:v>0.2505381107</c:v>
                </c:pt>
                <c:pt idx="32">
                  <c:v>0.237016499</c:v>
                </c:pt>
                <c:pt idx="33">
                  <c:v>0.2350858748</c:v>
                </c:pt>
                <c:pt idx="34">
                  <c:v>0.2331724018</c:v>
                </c:pt>
                <c:pt idx="35">
                  <c:v>0.2316141278</c:v>
                </c:pt>
                <c:pt idx="36">
                  <c:v>0.2314718217</c:v>
                </c:pt>
                <c:pt idx="37">
                  <c:v>0.2300755978</c:v>
                </c:pt>
                <c:pt idx="38">
                  <c:v>0.2301590145</c:v>
                </c:pt>
                <c:pt idx="39">
                  <c:v>0.2295874953</c:v>
                </c:pt>
                <c:pt idx="40">
                  <c:v>0.2289098203</c:v>
                </c:pt>
                <c:pt idx="41">
                  <c:v>0.2277182043</c:v>
                </c:pt>
                <c:pt idx="42">
                  <c:v>0.2279491872</c:v>
                </c:pt>
                <c:pt idx="43">
                  <c:v>0.2281710356</c:v>
                </c:pt>
                <c:pt idx="44">
                  <c:v>0.2281451821</c:v>
                </c:pt>
                <c:pt idx="45">
                  <c:v>0.2256242335</c:v>
                </c:pt>
                <c:pt idx="46">
                  <c:v>0.2263815999</c:v>
                </c:pt>
                <c:pt idx="47">
                  <c:v>0.2257692963</c:v>
                </c:pt>
                <c:pt idx="48">
                  <c:v>0.2255542427</c:v>
                </c:pt>
                <c:pt idx="49">
                  <c:v>0.226895541</c:v>
                </c:pt>
                <c:pt idx="50">
                  <c:v>0.2247903347</c:v>
                </c:pt>
                <c:pt idx="51">
                  <c:v>0.2244958282</c:v>
                </c:pt>
                <c:pt idx="52">
                  <c:v>0.2248506546</c:v>
                </c:pt>
                <c:pt idx="53">
                  <c:v>0.2252507508</c:v>
                </c:pt>
                <c:pt idx="54">
                  <c:v>0.2239111066</c:v>
                </c:pt>
                <c:pt idx="55">
                  <c:v>0.2251026332</c:v>
                </c:pt>
                <c:pt idx="56">
                  <c:v>0.2231568396</c:v>
                </c:pt>
                <c:pt idx="57">
                  <c:v>0.22361812</c:v>
                </c:pt>
                <c:pt idx="58">
                  <c:v>0.2242016941</c:v>
                </c:pt>
                <c:pt idx="59">
                  <c:v>0.2229482383</c:v>
                </c:pt>
                <c:pt idx="60">
                  <c:v>0.2241425961</c:v>
                </c:pt>
                <c:pt idx="61">
                  <c:v>0.2215669006</c:v>
                </c:pt>
                <c:pt idx="62">
                  <c:v>0.2179364264</c:v>
                </c:pt>
                <c:pt idx="63">
                  <c:v>0.2161471993</c:v>
                </c:pt>
                <c:pt idx="64">
                  <c:v>0.2161220312</c:v>
                </c:pt>
                <c:pt idx="65">
                  <c:v>0.2147326469</c:v>
                </c:pt>
                <c:pt idx="66">
                  <c:v>0.2151003033</c:v>
                </c:pt>
                <c:pt idx="67">
                  <c:v>0.2163187563</c:v>
                </c:pt>
                <c:pt idx="68">
                  <c:v>0.2146474123</c:v>
                </c:pt>
                <c:pt idx="69">
                  <c:v>0.2154730111</c:v>
                </c:pt>
                <c:pt idx="70">
                  <c:v>0.2140956074</c:v>
                </c:pt>
                <c:pt idx="71">
                  <c:v>0.2158887088</c:v>
                </c:pt>
                <c:pt idx="72">
                  <c:v>0.2141699642</c:v>
                </c:pt>
                <c:pt idx="73">
                  <c:v>0.2138257325</c:v>
                </c:pt>
                <c:pt idx="74">
                  <c:v>0.2138772458</c:v>
                </c:pt>
                <c:pt idx="75">
                  <c:v>0.2132850438</c:v>
                </c:pt>
                <c:pt idx="76">
                  <c:v>0.2148046941</c:v>
                </c:pt>
                <c:pt idx="77">
                  <c:v>0.2150210291</c:v>
                </c:pt>
                <c:pt idx="78">
                  <c:v>0.2138080448</c:v>
                </c:pt>
                <c:pt idx="79">
                  <c:v>0.213198632</c:v>
                </c:pt>
                <c:pt idx="80">
                  <c:v>0.2133452594</c:v>
                </c:pt>
                <c:pt idx="81">
                  <c:v>0.2128989547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0.00</c:formatCode>
                <c:ptCount val="82"/>
                <c:pt idx="0">
                  <c:v>0.5750304461</c:v>
                </c:pt>
                <c:pt idx="1">
                  <c:v>0.5512194037</c:v>
                </c:pt>
                <c:pt idx="2">
                  <c:v>0.5857726336</c:v>
                </c:pt>
                <c:pt idx="3">
                  <c:v>0.6244969964</c:v>
                </c:pt>
                <c:pt idx="4">
                  <c:v>0.6803911924</c:v>
                </c:pt>
                <c:pt idx="5">
                  <c:v>0.6167809367</c:v>
                </c:pt>
                <c:pt idx="6">
                  <c:v>0.7169370651</c:v>
                </c:pt>
                <c:pt idx="7">
                  <c:v>0.6749067903</c:v>
                </c:pt>
                <c:pt idx="8">
                  <c:v>0.6697984338</c:v>
                </c:pt>
                <c:pt idx="9">
                  <c:v>0.6780346036</c:v>
                </c:pt>
                <c:pt idx="10">
                  <c:v>0.6815807819</c:v>
                </c:pt>
                <c:pt idx="11">
                  <c:v>0.668676734</c:v>
                </c:pt>
                <c:pt idx="12">
                  <c:v>0.7178273201</c:v>
                </c:pt>
                <c:pt idx="13">
                  <c:v>0.7352259159</c:v>
                </c:pt>
                <c:pt idx="14">
                  <c:v>0.7407295108</c:v>
                </c:pt>
                <c:pt idx="15">
                  <c:v>0.6942569017</c:v>
                </c:pt>
                <c:pt idx="16">
                  <c:v>0.6898009777</c:v>
                </c:pt>
                <c:pt idx="17">
                  <c:v>0.6491972804</c:v>
                </c:pt>
                <c:pt idx="18">
                  <c:v>0.7663059235</c:v>
                </c:pt>
                <c:pt idx="19">
                  <c:v>0.716006577</c:v>
                </c:pt>
                <c:pt idx="20">
                  <c:v>0.7011666894</c:v>
                </c:pt>
                <c:pt idx="21">
                  <c:v>0.6514718533</c:v>
                </c:pt>
                <c:pt idx="22">
                  <c:v>0.7691179514</c:v>
                </c:pt>
                <c:pt idx="23">
                  <c:v>0.6799299121</c:v>
                </c:pt>
                <c:pt idx="24">
                  <c:v>0.729118228</c:v>
                </c:pt>
                <c:pt idx="25">
                  <c:v>0.7478835583</c:v>
                </c:pt>
                <c:pt idx="26">
                  <c:v>0.7511911392</c:v>
                </c:pt>
                <c:pt idx="27">
                  <c:v>0.6981757283</c:v>
                </c:pt>
                <c:pt idx="28">
                  <c:v>0.740113318</c:v>
                </c:pt>
                <c:pt idx="29">
                  <c:v>0.6933298111</c:v>
                </c:pt>
                <c:pt idx="30">
                  <c:v>0.7039636374</c:v>
                </c:pt>
                <c:pt idx="31">
                  <c:v>0.7084115148</c:v>
                </c:pt>
                <c:pt idx="32">
                  <c:v>0.7075430155</c:v>
                </c:pt>
                <c:pt idx="33">
                  <c:v>0.7065194845</c:v>
                </c:pt>
                <c:pt idx="34">
                  <c:v>0.708850801</c:v>
                </c:pt>
                <c:pt idx="35">
                  <c:v>0.67459023</c:v>
                </c:pt>
                <c:pt idx="36">
                  <c:v>0.7015940547</c:v>
                </c:pt>
                <c:pt idx="37">
                  <c:v>0.7510508299</c:v>
                </c:pt>
                <c:pt idx="38">
                  <c:v>0.6893571615</c:v>
                </c:pt>
                <c:pt idx="39">
                  <c:v>0.6899276972</c:v>
                </c:pt>
                <c:pt idx="40">
                  <c:v>0.7000952959</c:v>
                </c:pt>
                <c:pt idx="41">
                  <c:v>0.6885008812</c:v>
                </c:pt>
                <c:pt idx="42">
                  <c:v>0.7218049169</c:v>
                </c:pt>
                <c:pt idx="43">
                  <c:v>0.7092956305</c:v>
                </c:pt>
                <c:pt idx="44">
                  <c:v>0.7203550339</c:v>
                </c:pt>
                <c:pt idx="45">
                  <c:v>0.7219336033</c:v>
                </c:pt>
                <c:pt idx="46">
                  <c:v>0.7454040647</c:v>
                </c:pt>
                <c:pt idx="47">
                  <c:v>0.7185224891</c:v>
                </c:pt>
                <c:pt idx="48">
                  <c:v>0.7128517628</c:v>
                </c:pt>
                <c:pt idx="49">
                  <c:v>0.7300748229</c:v>
                </c:pt>
                <c:pt idx="50">
                  <c:v>0.7112885118</c:v>
                </c:pt>
                <c:pt idx="51">
                  <c:v>0.6901649833</c:v>
                </c:pt>
                <c:pt idx="52">
                  <c:v>0.7039663196</c:v>
                </c:pt>
                <c:pt idx="53">
                  <c:v>0.6655246019</c:v>
                </c:pt>
                <c:pt idx="54">
                  <c:v>0.7213404775</c:v>
                </c:pt>
                <c:pt idx="55">
                  <c:v>0.7393824458</c:v>
                </c:pt>
                <c:pt idx="56">
                  <c:v>0.7085511684</c:v>
                </c:pt>
                <c:pt idx="57">
                  <c:v>0.7392756939</c:v>
                </c:pt>
                <c:pt idx="58">
                  <c:v>0.718898654</c:v>
                </c:pt>
                <c:pt idx="59">
                  <c:v>0.817130208</c:v>
                </c:pt>
                <c:pt idx="60">
                  <c:v>0.7197362185</c:v>
                </c:pt>
                <c:pt idx="61">
                  <c:v>0.7059423327</c:v>
                </c:pt>
                <c:pt idx="62">
                  <c:v>0.7163014412</c:v>
                </c:pt>
                <c:pt idx="63">
                  <c:v>0.7399700284</c:v>
                </c:pt>
                <c:pt idx="64">
                  <c:v>0.735553503</c:v>
                </c:pt>
                <c:pt idx="65">
                  <c:v>0.7611717582</c:v>
                </c:pt>
                <c:pt idx="66">
                  <c:v>0.7291694283</c:v>
                </c:pt>
                <c:pt idx="67">
                  <c:v>0.7205389142</c:v>
                </c:pt>
                <c:pt idx="68">
                  <c:v>0.7008928657</c:v>
                </c:pt>
                <c:pt idx="69">
                  <c:v>0.732947886</c:v>
                </c:pt>
                <c:pt idx="70">
                  <c:v>0.7037366033</c:v>
                </c:pt>
                <c:pt idx="71">
                  <c:v>0.7077414989</c:v>
                </c:pt>
                <c:pt idx="72">
                  <c:v>0.7262819409</c:v>
                </c:pt>
                <c:pt idx="73">
                  <c:v>0.769513011</c:v>
                </c:pt>
                <c:pt idx="74">
                  <c:v>0.7226809263</c:v>
                </c:pt>
                <c:pt idx="75">
                  <c:v>0.7065247297</c:v>
                </c:pt>
                <c:pt idx="76">
                  <c:v>0.708037436</c:v>
                </c:pt>
                <c:pt idx="77">
                  <c:v>0.7416314483</c:v>
                </c:pt>
                <c:pt idx="78">
                  <c:v>0.7287755609</c:v>
                </c:pt>
                <c:pt idx="79">
                  <c:v>0.7133774161</c:v>
                </c:pt>
                <c:pt idx="80">
                  <c:v>0.7143598795</c:v>
                </c:pt>
                <c:pt idx="81">
                  <c:v>0.735912919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0.00</c:formatCode>
                <c:ptCount val="82"/>
                <c:pt idx="0">
                  <c:v>0.7145770788</c:v>
                </c:pt>
                <c:pt idx="1">
                  <c:v>0.521658659</c:v>
                </c:pt>
                <c:pt idx="2">
                  <c:v>0.4261102676</c:v>
                </c:pt>
                <c:pt idx="3">
                  <c:v>0.3720444739</c:v>
                </c:pt>
                <c:pt idx="4">
                  <c:v>0.3384338915</c:v>
                </c:pt>
                <c:pt idx="5">
                  <c:v>0.3176493347</c:v>
                </c:pt>
                <c:pt idx="6">
                  <c:v>0.3046123385</c:v>
                </c:pt>
                <c:pt idx="7">
                  <c:v>0.2948815227</c:v>
                </c:pt>
                <c:pt idx="8">
                  <c:v>0.2861804068</c:v>
                </c:pt>
                <c:pt idx="9">
                  <c:v>0.2789474726</c:v>
                </c:pt>
                <c:pt idx="10">
                  <c:v>0.2749783993</c:v>
                </c:pt>
                <c:pt idx="11">
                  <c:v>0.2705807686</c:v>
                </c:pt>
                <c:pt idx="12">
                  <c:v>0.2652134895</c:v>
                </c:pt>
                <c:pt idx="13">
                  <c:v>0.2644625306</c:v>
                </c:pt>
                <c:pt idx="14">
                  <c:v>0.2606121004</c:v>
                </c:pt>
                <c:pt idx="15">
                  <c:v>0.2563855052</c:v>
                </c:pt>
                <c:pt idx="16">
                  <c:v>0.2542335093</c:v>
                </c:pt>
                <c:pt idx="17">
                  <c:v>0.252429992</c:v>
                </c:pt>
                <c:pt idx="18">
                  <c:v>0.2523517311</c:v>
                </c:pt>
                <c:pt idx="19">
                  <c:v>0.2493439913</c:v>
                </c:pt>
                <c:pt idx="20">
                  <c:v>0.2488221377</c:v>
                </c:pt>
                <c:pt idx="21">
                  <c:v>0.2474793047</c:v>
                </c:pt>
                <c:pt idx="22">
                  <c:v>0.2470221221</c:v>
                </c:pt>
                <c:pt idx="23">
                  <c:v>0.2441870719</c:v>
                </c:pt>
                <c:pt idx="24">
                  <c:v>0.242601037</c:v>
                </c:pt>
                <c:pt idx="25">
                  <c:v>0.242465511</c:v>
                </c:pt>
                <c:pt idx="26">
                  <c:v>0.2414239496</c:v>
                </c:pt>
                <c:pt idx="27">
                  <c:v>0.2401603609</c:v>
                </c:pt>
                <c:pt idx="28">
                  <c:v>0.2407135218</c:v>
                </c:pt>
                <c:pt idx="29">
                  <c:v>0.2393667996</c:v>
                </c:pt>
                <c:pt idx="30">
                  <c:v>0.2393814921</c:v>
                </c:pt>
                <c:pt idx="31">
                  <c:v>0.2377120107</c:v>
                </c:pt>
                <c:pt idx="32">
                  <c:v>0.2244573832</c:v>
                </c:pt>
                <c:pt idx="33">
                  <c:v>0.2242003977</c:v>
                </c:pt>
                <c:pt idx="34">
                  <c:v>0.2226566225</c:v>
                </c:pt>
                <c:pt idx="35">
                  <c:v>0.2226383835</c:v>
                </c:pt>
                <c:pt idx="36">
                  <c:v>0.2204819769</c:v>
                </c:pt>
                <c:pt idx="37">
                  <c:v>0.2205877751</c:v>
                </c:pt>
                <c:pt idx="38">
                  <c:v>0.2203658968</c:v>
                </c:pt>
                <c:pt idx="39">
                  <c:v>0.2194063216</c:v>
                </c:pt>
                <c:pt idx="40">
                  <c:v>0.2197331339</c:v>
                </c:pt>
                <c:pt idx="41">
                  <c:v>0.2197054029</c:v>
                </c:pt>
                <c:pt idx="42">
                  <c:v>0.2179752439</c:v>
                </c:pt>
                <c:pt idx="43">
                  <c:v>0.2190827578</c:v>
                </c:pt>
                <c:pt idx="44">
                  <c:v>0.2190939635</c:v>
                </c:pt>
                <c:pt idx="45">
                  <c:v>0.2172747999</c:v>
                </c:pt>
                <c:pt idx="46">
                  <c:v>0.2181766629</c:v>
                </c:pt>
                <c:pt idx="47">
                  <c:v>0.2177446485</c:v>
                </c:pt>
                <c:pt idx="48">
                  <c:v>0.21665591</c:v>
                </c:pt>
                <c:pt idx="49">
                  <c:v>0.2179215252</c:v>
                </c:pt>
                <c:pt idx="50">
                  <c:v>0.2182438076</c:v>
                </c:pt>
                <c:pt idx="51">
                  <c:v>0.2160938531</c:v>
                </c:pt>
                <c:pt idx="52">
                  <c:v>0.2160837054</c:v>
                </c:pt>
                <c:pt idx="53">
                  <c:v>0.2164151967</c:v>
                </c:pt>
                <c:pt idx="54">
                  <c:v>0.2176137418</c:v>
                </c:pt>
                <c:pt idx="55">
                  <c:v>0.2159651816</c:v>
                </c:pt>
                <c:pt idx="56">
                  <c:v>0.2158411443</c:v>
                </c:pt>
                <c:pt idx="57">
                  <c:v>0.2161260843</c:v>
                </c:pt>
                <c:pt idx="58">
                  <c:v>0.2163694948</c:v>
                </c:pt>
                <c:pt idx="59">
                  <c:v>0.2149519473</c:v>
                </c:pt>
                <c:pt idx="60">
                  <c:v>0.2152400315</c:v>
                </c:pt>
                <c:pt idx="61">
                  <c:v>0.2159218639</c:v>
                </c:pt>
                <c:pt idx="62">
                  <c:v>0.2108211368</c:v>
                </c:pt>
                <c:pt idx="63">
                  <c:v>0.2114328444</c:v>
                </c:pt>
                <c:pt idx="64">
                  <c:v>0.2094109952</c:v>
                </c:pt>
                <c:pt idx="65">
                  <c:v>0.209323287</c:v>
                </c:pt>
                <c:pt idx="66">
                  <c:v>0.209115386</c:v>
                </c:pt>
                <c:pt idx="67">
                  <c:v>0.2086900473</c:v>
                </c:pt>
                <c:pt idx="68">
                  <c:v>0.2100049853</c:v>
                </c:pt>
                <c:pt idx="69">
                  <c:v>0.2090817094</c:v>
                </c:pt>
                <c:pt idx="70">
                  <c:v>0.2093546242</c:v>
                </c:pt>
                <c:pt idx="71">
                  <c:v>0.2089877278</c:v>
                </c:pt>
                <c:pt idx="72">
                  <c:v>0.2085295469</c:v>
                </c:pt>
                <c:pt idx="73">
                  <c:v>0.2086154521</c:v>
                </c:pt>
                <c:pt idx="74">
                  <c:v>0.2081848383</c:v>
                </c:pt>
                <c:pt idx="75">
                  <c:v>0.2082335055</c:v>
                </c:pt>
                <c:pt idx="76">
                  <c:v>0.2083210498</c:v>
                </c:pt>
                <c:pt idx="77">
                  <c:v>0.2079632431</c:v>
                </c:pt>
                <c:pt idx="78">
                  <c:v>0.2080646008</c:v>
                </c:pt>
                <c:pt idx="79">
                  <c:v>0.2081244588</c:v>
                </c:pt>
                <c:pt idx="80">
                  <c:v>0.2087538391</c:v>
                </c:pt>
                <c:pt idx="81">
                  <c:v>0.2080193013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Data'!$H$2:$H$83</c:f>
              <c:numCache>
                <c:formatCode>0.00</c:formatCode>
                <c:ptCount val="82"/>
                <c:pt idx="0">
                  <c:v>0.5802345872</c:v>
                </c:pt>
                <c:pt idx="1">
                  <c:v>0.5591331124</c:v>
                </c:pt>
                <c:pt idx="2">
                  <c:v>0.6368091702</c:v>
                </c:pt>
                <c:pt idx="3">
                  <c:v>0.6018479466</c:v>
                </c:pt>
                <c:pt idx="4">
                  <c:v>0.6457343698</c:v>
                </c:pt>
                <c:pt idx="5">
                  <c:v>0.7051716447</c:v>
                </c:pt>
                <c:pt idx="6">
                  <c:v>0.6329340935</c:v>
                </c:pt>
                <c:pt idx="7">
                  <c:v>0.6582612991</c:v>
                </c:pt>
                <c:pt idx="8">
                  <c:v>0.5933668613</c:v>
                </c:pt>
                <c:pt idx="9">
                  <c:v>0.619938612</c:v>
                </c:pt>
                <c:pt idx="10">
                  <c:v>0.6872498393</c:v>
                </c:pt>
                <c:pt idx="11">
                  <c:v>0.6270865202</c:v>
                </c:pt>
                <c:pt idx="12">
                  <c:v>0.6742190719</c:v>
                </c:pt>
                <c:pt idx="13">
                  <c:v>0.6416559815</c:v>
                </c:pt>
                <c:pt idx="14">
                  <c:v>0.7326996326</c:v>
                </c:pt>
                <c:pt idx="15">
                  <c:v>0.8565767407</c:v>
                </c:pt>
                <c:pt idx="16">
                  <c:v>0.7786595225</c:v>
                </c:pt>
                <c:pt idx="17">
                  <c:v>0.6447088718</c:v>
                </c:pt>
                <c:pt idx="18">
                  <c:v>0.6904808879</c:v>
                </c:pt>
                <c:pt idx="19">
                  <c:v>0.6397007108</c:v>
                </c:pt>
                <c:pt idx="20">
                  <c:v>0.6840057373</c:v>
                </c:pt>
                <c:pt idx="21">
                  <c:v>0.6421462297</c:v>
                </c:pt>
                <c:pt idx="22">
                  <c:v>0.8230748177</c:v>
                </c:pt>
                <c:pt idx="23">
                  <c:v>0.6271833181</c:v>
                </c:pt>
                <c:pt idx="24">
                  <c:v>0.6885277629</c:v>
                </c:pt>
                <c:pt idx="25">
                  <c:v>0.6438711286</c:v>
                </c:pt>
                <c:pt idx="26">
                  <c:v>0.6383051276</c:v>
                </c:pt>
                <c:pt idx="27">
                  <c:v>0.7414424419</c:v>
                </c:pt>
                <c:pt idx="28">
                  <c:v>0.7069630027</c:v>
                </c:pt>
                <c:pt idx="29">
                  <c:v>0.6707413793</c:v>
                </c:pt>
                <c:pt idx="30">
                  <c:v>0.6502777934</c:v>
                </c:pt>
                <c:pt idx="31">
                  <c:v>0.7047975659</c:v>
                </c:pt>
                <c:pt idx="32">
                  <c:v>0.677508831</c:v>
                </c:pt>
                <c:pt idx="33">
                  <c:v>0.6775595546</c:v>
                </c:pt>
                <c:pt idx="34">
                  <c:v>0.7017546892</c:v>
                </c:pt>
                <c:pt idx="35">
                  <c:v>0.6666021347</c:v>
                </c:pt>
                <c:pt idx="36">
                  <c:v>0.6496134996</c:v>
                </c:pt>
                <c:pt idx="37">
                  <c:v>0.7146630883</c:v>
                </c:pt>
                <c:pt idx="38">
                  <c:v>0.6546723247</c:v>
                </c:pt>
                <c:pt idx="39">
                  <c:v>0.7190282941</c:v>
                </c:pt>
                <c:pt idx="40">
                  <c:v>0.6736822724</c:v>
                </c:pt>
                <c:pt idx="41">
                  <c:v>0.6851561069</c:v>
                </c:pt>
                <c:pt idx="42">
                  <c:v>0.6903328896</c:v>
                </c:pt>
                <c:pt idx="43">
                  <c:v>0.6574610472</c:v>
                </c:pt>
                <c:pt idx="44">
                  <c:v>0.6568235755</c:v>
                </c:pt>
                <c:pt idx="45">
                  <c:v>0.6457821727</c:v>
                </c:pt>
                <c:pt idx="46">
                  <c:v>0.6233720183</c:v>
                </c:pt>
                <c:pt idx="47">
                  <c:v>0.6601604819</c:v>
                </c:pt>
                <c:pt idx="48">
                  <c:v>0.6771271825</c:v>
                </c:pt>
                <c:pt idx="49">
                  <c:v>0.6711352468</c:v>
                </c:pt>
                <c:pt idx="50">
                  <c:v>0.7017241716</c:v>
                </c:pt>
                <c:pt idx="51">
                  <c:v>0.7043878436</c:v>
                </c:pt>
                <c:pt idx="52">
                  <c:v>0.682697773</c:v>
                </c:pt>
                <c:pt idx="53">
                  <c:v>0.675467968</c:v>
                </c:pt>
                <c:pt idx="54">
                  <c:v>0.7022843957</c:v>
                </c:pt>
                <c:pt idx="55">
                  <c:v>0.6717339158</c:v>
                </c:pt>
                <c:pt idx="56">
                  <c:v>0.6684837937</c:v>
                </c:pt>
                <c:pt idx="57">
                  <c:v>0.6663035154</c:v>
                </c:pt>
                <c:pt idx="58">
                  <c:v>0.6968054771</c:v>
                </c:pt>
                <c:pt idx="59">
                  <c:v>0.8186039925</c:v>
                </c:pt>
                <c:pt idx="60">
                  <c:v>0.6589899063</c:v>
                </c:pt>
                <c:pt idx="61">
                  <c:v>0.6604428887</c:v>
                </c:pt>
                <c:pt idx="62">
                  <c:v>0.6893285513</c:v>
                </c:pt>
                <c:pt idx="63">
                  <c:v>0.6676055789</c:v>
                </c:pt>
                <c:pt idx="64">
                  <c:v>0.6983057261</c:v>
                </c:pt>
                <c:pt idx="65">
                  <c:v>0.6735891104</c:v>
                </c:pt>
                <c:pt idx="66">
                  <c:v>0.7032586932</c:v>
                </c:pt>
                <c:pt idx="67">
                  <c:v>0.6757519245</c:v>
                </c:pt>
                <c:pt idx="68">
                  <c:v>0.7319084406</c:v>
                </c:pt>
                <c:pt idx="69">
                  <c:v>0.6979663372</c:v>
                </c:pt>
                <c:pt idx="70">
                  <c:v>0.694104135</c:v>
                </c:pt>
                <c:pt idx="71">
                  <c:v>0.6741228104</c:v>
                </c:pt>
                <c:pt idx="72">
                  <c:v>0.6862501502</c:v>
                </c:pt>
                <c:pt idx="73">
                  <c:v>0.6942648888</c:v>
                </c:pt>
                <c:pt idx="74">
                  <c:v>0.688118875</c:v>
                </c:pt>
                <c:pt idx="75">
                  <c:v>0.6873634458</c:v>
                </c:pt>
                <c:pt idx="76">
                  <c:v>0.6747024059</c:v>
                </c:pt>
                <c:pt idx="77">
                  <c:v>0.6847711205</c:v>
                </c:pt>
                <c:pt idx="78">
                  <c:v>0.6816350222</c:v>
                </c:pt>
                <c:pt idx="79">
                  <c:v>0.7103536129</c:v>
                </c:pt>
                <c:pt idx="80">
                  <c:v>0.6719537377</c:v>
                </c:pt>
                <c:pt idx="81">
                  <c:v>0.6564661264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Data'!$B$2:$B$84</c:f>
              <c:numCache>
                <c:formatCode>0%</c:formatCode>
                <c:ptCount val="83"/>
                <c:pt idx="0">
                  <c:v>0.6120098829</c:v>
                </c:pt>
                <c:pt idx="1">
                  <c:v>0.7627900839</c:v>
                </c:pt>
                <c:pt idx="2">
                  <c:v>0.8321632147</c:v>
                </c:pt>
                <c:pt idx="3">
                  <c:v>0.8672845364</c:v>
                </c:pt>
                <c:pt idx="4">
                  <c:v>0.887948513</c:v>
                </c:pt>
                <c:pt idx="5">
                  <c:v>0.9006021619</c:v>
                </c:pt>
                <c:pt idx="6">
                  <c:v>0.9096761942</c:v>
                </c:pt>
                <c:pt idx="7">
                  <c:v>0.9170297384</c:v>
                </c:pt>
                <c:pt idx="8">
                  <c:v>0.9228570461</c:v>
                </c:pt>
                <c:pt idx="9">
                  <c:v>0.9295076132</c:v>
                </c:pt>
                <c:pt idx="10">
                  <c:v>0.9317646027</c:v>
                </c:pt>
                <c:pt idx="11">
                  <c:v>0.9357142448</c:v>
                </c:pt>
                <c:pt idx="12">
                  <c:v>0.9397193789</c:v>
                </c:pt>
                <c:pt idx="13">
                  <c:v>0.9406535625</c:v>
                </c:pt>
                <c:pt idx="14">
                  <c:v>0.9432435036</c:v>
                </c:pt>
                <c:pt idx="15">
                  <c:v>0.9456021786</c:v>
                </c:pt>
                <c:pt idx="16">
                  <c:v>0.9476741552</c:v>
                </c:pt>
                <c:pt idx="17">
                  <c:v>0.9483031034</c:v>
                </c:pt>
                <c:pt idx="18">
                  <c:v>0.9520400167</c:v>
                </c:pt>
                <c:pt idx="19">
                  <c:v>0.9514942765</c:v>
                </c:pt>
                <c:pt idx="20">
                  <c:v>0.9536032677</c:v>
                </c:pt>
                <c:pt idx="21">
                  <c:v>0.9548889399</c:v>
                </c:pt>
                <c:pt idx="22">
                  <c:v>0.9553607106</c:v>
                </c:pt>
                <c:pt idx="23">
                  <c:v>0.9567574263</c:v>
                </c:pt>
                <c:pt idx="24">
                  <c:v>0.9571644068</c:v>
                </c:pt>
                <c:pt idx="25">
                  <c:v>0.9594120979</c:v>
                </c:pt>
                <c:pt idx="26">
                  <c:v>0.9597358108</c:v>
                </c:pt>
                <c:pt idx="27">
                  <c:v>0.9616135359</c:v>
                </c:pt>
                <c:pt idx="28">
                  <c:v>0.9618817568</c:v>
                </c:pt>
                <c:pt idx="29">
                  <c:v>0.9628252387</c:v>
                </c:pt>
                <c:pt idx="30">
                  <c:v>0.9626957774</c:v>
                </c:pt>
                <c:pt idx="31">
                  <c:v>0.9633987546</c:v>
                </c:pt>
                <c:pt idx="32">
                  <c:v>0.9651284218</c:v>
                </c:pt>
                <c:pt idx="33">
                  <c:v>0.9730739594</c:v>
                </c:pt>
                <c:pt idx="34">
                  <c:v>0.9742024541</c:v>
                </c:pt>
                <c:pt idx="35">
                  <c:v>0.9750441909</c:v>
                </c:pt>
                <c:pt idx="36">
                  <c:v>0.9765056372</c:v>
                </c:pt>
                <c:pt idx="37">
                  <c:v>0.9762743711</c:v>
                </c:pt>
                <c:pt idx="38">
                  <c:v>0.975959897</c:v>
                </c:pt>
                <c:pt idx="39">
                  <c:v>0.9762558937</c:v>
                </c:pt>
                <c:pt idx="40">
                  <c:v>0.9770698547</c:v>
                </c:pt>
                <c:pt idx="41">
                  <c:v>0.977273345</c:v>
                </c:pt>
                <c:pt idx="42">
                  <c:v>0.9777820706</c:v>
                </c:pt>
                <c:pt idx="43">
                  <c:v>0.9778468609</c:v>
                </c:pt>
                <c:pt idx="44">
                  <c:v>0.9783000946</c:v>
                </c:pt>
                <c:pt idx="45">
                  <c:v>0.9778653383</c:v>
                </c:pt>
                <c:pt idx="46">
                  <c:v>0.9784018397</c:v>
                </c:pt>
                <c:pt idx="47">
                  <c:v>0.9786608219</c:v>
                </c:pt>
                <c:pt idx="48">
                  <c:v>0.9790307879</c:v>
                </c:pt>
                <c:pt idx="49">
                  <c:v>0.9786423445</c:v>
                </c:pt>
                <c:pt idx="50">
                  <c:v>0.9796135426</c:v>
                </c:pt>
                <c:pt idx="51">
                  <c:v>0.9789105654</c:v>
                </c:pt>
                <c:pt idx="52">
                  <c:v>0.9791973233</c:v>
                </c:pt>
                <c:pt idx="53">
                  <c:v>0.9800297618</c:v>
                </c:pt>
                <c:pt idx="54">
                  <c:v>0.9798077941</c:v>
                </c:pt>
                <c:pt idx="55">
                  <c:v>0.9800112844</c:v>
                </c:pt>
                <c:pt idx="56">
                  <c:v>0.9800020456</c:v>
                </c:pt>
                <c:pt idx="57">
                  <c:v>0.9801592827</c:v>
                </c:pt>
                <c:pt idx="58">
                  <c:v>0.9807420373</c:v>
                </c:pt>
                <c:pt idx="59">
                  <c:v>0.9803905487</c:v>
                </c:pt>
                <c:pt idx="60">
                  <c:v>0.9810842276</c:v>
                </c:pt>
                <c:pt idx="61">
                  <c:v>0.9802795053</c:v>
                </c:pt>
                <c:pt idx="62">
                  <c:v>0.9813617468</c:v>
                </c:pt>
                <c:pt idx="63">
                  <c:v>0.9844974279</c:v>
                </c:pt>
                <c:pt idx="64">
                  <c:v>0.9858849049</c:v>
                </c:pt>
                <c:pt idx="65">
                  <c:v>0.9854409099</c:v>
                </c:pt>
                <c:pt idx="66">
                  <c:v>0.9854593873</c:v>
                </c:pt>
                <c:pt idx="67">
                  <c:v>0.985912621</c:v>
                </c:pt>
                <c:pt idx="68">
                  <c:v>0.9859496355</c:v>
                </c:pt>
                <c:pt idx="69">
                  <c:v>0.98612535</c:v>
                </c:pt>
                <c:pt idx="70">
                  <c:v>0.9861161113</c:v>
                </c:pt>
                <c:pt idx="71">
                  <c:v>0.9862548709</c:v>
                </c:pt>
                <c:pt idx="72">
                  <c:v>0.9867081046</c:v>
                </c:pt>
                <c:pt idx="73">
                  <c:v>0.9859681129</c:v>
                </c:pt>
                <c:pt idx="74">
                  <c:v>0.9868098497</c:v>
                </c:pt>
                <c:pt idx="75">
                  <c:v>0.986643374</c:v>
                </c:pt>
                <c:pt idx="76">
                  <c:v>0.9869486094</c:v>
                </c:pt>
                <c:pt idx="77">
                  <c:v>0.9864861369</c:v>
                </c:pt>
                <c:pt idx="78">
                  <c:v>0.9869393706</c:v>
                </c:pt>
                <c:pt idx="79">
                  <c:v>0.9874203205</c:v>
                </c:pt>
                <c:pt idx="80">
                  <c:v>0.9870225787</c:v>
                </c:pt>
                <c:pt idx="81">
                  <c:v>0.9863843918</c:v>
                </c:pt>
                <c:pt idx="82">
                  <c:v>0.9874295592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Data'!$D$2:$D$84</c:f>
              <c:numCache>
                <c:formatCode>0%</c:formatCode>
                <c:ptCount val="83"/>
                <c:pt idx="0">
                  <c:v>0.6933158636</c:v>
                </c:pt>
                <c:pt idx="1">
                  <c:v>0.7223740816</c:v>
                </c:pt>
                <c:pt idx="2">
                  <c:v>0.7290769815</c:v>
                </c:pt>
                <c:pt idx="3">
                  <c:v>0.7220745087</c:v>
                </c:pt>
                <c:pt idx="4">
                  <c:v>0.7098296285</c:v>
                </c:pt>
                <c:pt idx="5">
                  <c:v>0.7450290322</c:v>
                </c:pt>
                <c:pt idx="6">
                  <c:v>0.727766335</c:v>
                </c:pt>
                <c:pt idx="7">
                  <c:v>0.7381763458</c:v>
                </c:pt>
                <c:pt idx="8">
                  <c:v>0.7355176806</c:v>
                </c:pt>
                <c:pt idx="9">
                  <c:v>0.7448043227</c:v>
                </c:pt>
                <c:pt idx="10">
                  <c:v>0.745141387</c:v>
                </c:pt>
                <c:pt idx="11">
                  <c:v>0.7547650337</c:v>
                </c:pt>
                <c:pt idx="12">
                  <c:v>0.7317730784</c:v>
                </c:pt>
                <c:pt idx="13">
                  <c:v>0.7477251291</c:v>
                </c:pt>
                <c:pt idx="14">
                  <c:v>0.7316607237</c:v>
                </c:pt>
                <c:pt idx="15">
                  <c:v>0.7293016315</c:v>
                </c:pt>
                <c:pt idx="16">
                  <c:v>0.7616176605</c:v>
                </c:pt>
                <c:pt idx="17">
                  <c:v>0.7457404733</c:v>
                </c:pt>
                <c:pt idx="18">
                  <c:v>0.7313611507</c:v>
                </c:pt>
                <c:pt idx="19">
                  <c:v>0.7281033397</c:v>
                </c:pt>
                <c:pt idx="20">
                  <c:v>0.7464894056</c:v>
                </c:pt>
                <c:pt idx="21">
                  <c:v>0.7395993471</c:v>
                </c:pt>
                <c:pt idx="22">
                  <c:v>0.7546901107</c:v>
                </c:pt>
                <c:pt idx="23">
                  <c:v>0.7493727803</c:v>
                </c:pt>
                <c:pt idx="24">
                  <c:v>0.7535293102</c:v>
                </c:pt>
                <c:pt idx="25">
                  <c:v>0.7405354977</c:v>
                </c:pt>
                <c:pt idx="26">
                  <c:v>0.7542407513</c:v>
                </c:pt>
                <c:pt idx="27">
                  <c:v>0.7562254071</c:v>
                </c:pt>
                <c:pt idx="28">
                  <c:v>0.7598202825</c:v>
                </c:pt>
                <c:pt idx="29">
                  <c:v>0.7430818081</c:v>
                </c:pt>
                <c:pt idx="30">
                  <c:v>0.7509829402</c:v>
                </c:pt>
                <c:pt idx="31">
                  <c:v>0.7512825131</c:v>
                </c:pt>
                <c:pt idx="32">
                  <c:v>0.7275416851</c:v>
                </c:pt>
                <c:pt idx="33">
                  <c:v>0.7557760477</c:v>
                </c:pt>
                <c:pt idx="34">
                  <c:v>0.7552518249</c:v>
                </c:pt>
                <c:pt idx="35">
                  <c:v>0.750870645</c:v>
                </c:pt>
                <c:pt idx="36">
                  <c:v>0.7396367788</c:v>
                </c:pt>
                <c:pt idx="37">
                  <c:v>0.7539037466</c:v>
                </c:pt>
                <c:pt idx="38">
                  <c:v>0.7673094869</c:v>
                </c:pt>
                <c:pt idx="39">
                  <c:v>0.7456656098</c:v>
                </c:pt>
                <c:pt idx="40">
                  <c:v>0.758210063</c:v>
                </c:pt>
                <c:pt idx="41">
                  <c:v>0.7598202825</c:v>
                </c:pt>
                <c:pt idx="42">
                  <c:v>0.7612806559</c:v>
                </c:pt>
                <c:pt idx="43">
                  <c:v>0.7573488355</c:v>
                </c:pt>
                <c:pt idx="44">
                  <c:v>0.7621044517</c:v>
                </c:pt>
                <c:pt idx="45">
                  <c:v>0.7634150982</c:v>
                </c:pt>
                <c:pt idx="46">
                  <c:v>0.7569369078</c:v>
                </c:pt>
                <c:pt idx="47">
                  <c:v>0.7563003302</c:v>
                </c:pt>
                <c:pt idx="48">
                  <c:v>0.760756433</c:v>
                </c:pt>
                <c:pt idx="49">
                  <c:v>0.7609810829</c:v>
                </c:pt>
                <c:pt idx="50">
                  <c:v>0.751095295</c:v>
                </c:pt>
                <c:pt idx="51">
                  <c:v>0.7481744885</c:v>
                </c:pt>
                <c:pt idx="52">
                  <c:v>0.7579854131</c:v>
                </c:pt>
                <c:pt idx="53">
                  <c:v>0.7549896836</c:v>
                </c:pt>
                <c:pt idx="54">
                  <c:v>0.7506085038</c:v>
                </c:pt>
                <c:pt idx="55">
                  <c:v>0.7505335808</c:v>
                </c:pt>
                <c:pt idx="56">
                  <c:v>0.7591087818</c:v>
                </c:pt>
                <c:pt idx="57">
                  <c:v>0.7476502657</c:v>
                </c:pt>
                <c:pt idx="58">
                  <c:v>0.7588841319</c:v>
                </c:pt>
                <c:pt idx="59">
                  <c:v>0.7615427971</c:v>
                </c:pt>
                <c:pt idx="60">
                  <c:v>0.759296</c:v>
                </c:pt>
                <c:pt idx="61">
                  <c:v>0.7585096359</c:v>
                </c:pt>
                <c:pt idx="62">
                  <c:v>0.743381381</c:v>
                </c:pt>
                <c:pt idx="63">
                  <c:v>0.7597827911</c:v>
                </c:pt>
                <c:pt idx="64">
                  <c:v>0.7611308694</c:v>
                </c:pt>
                <c:pt idx="65">
                  <c:v>0.7538663149</c:v>
                </c:pt>
                <c:pt idx="66">
                  <c:v>0.7554016113</c:v>
                </c:pt>
                <c:pt idx="67">
                  <c:v>0.761056006</c:v>
                </c:pt>
                <c:pt idx="68">
                  <c:v>0.7577981949</c:v>
                </c:pt>
                <c:pt idx="69">
                  <c:v>0.755813539</c:v>
                </c:pt>
                <c:pt idx="70">
                  <c:v>0.7574236989</c:v>
                </c:pt>
                <c:pt idx="71">
                  <c:v>0.7592211366</c:v>
                </c:pt>
                <c:pt idx="72">
                  <c:v>0.7609810829</c:v>
                </c:pt>
                <c:pt idx="73">
                  <c:v>0.757124126</c:v>
                </c:pt>
                <c:pt idx="74">
                  <c:v>0.7605691552</c:v>
                </c:pt>
                <c:pt idx="75">
                  <c:v>0.7596330047</c:v>
                </c:pt>
                <c:pt idx="76">
                  <c:v>0.7586968541</c:v>
                </c:pt>
                <c:pt idx="77">
                  <c:v>0.7594083548</c:v>
                </c:pt>
                <c:pt idx="78">
                  <c:v>0.7634150982</c:v>
                </c:pt>
                <c:pt idx="79">
                  <c:v>0.7586594224</c:v>
                </c:pt>
                <c:pt idx="80">
                  <c:v>0.7576109171</c:v>
                </c:pt>
                <c:pt idx="81">
                  <c:v>0.7583972812</c:v>
                </c:pt>
                <c:pt idx="82">
                  <c:v>0.7524808049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Data'!$F$2:$F$82</c:f>
              <c:numCache>
                <c:formatCode>0%</c:formatCode>
                <c:ptCount val="81"/>
                <c:pt idx="0">
                  <c:v>0.6159595251</c:v>
                </c:pt>
                <c:pt idx="1">
                  <c:v>0.7820110917</c:v>
                </c:pt>
                <c:pt idx="2">
                  <c:v>0.847961843</c:v>
                </c:pt>
                <c:pt idx="3">
                  <c:v>0.8855620623</c:v>
                </c:pt>
                <c:pt idx="4">
                  <c:v>0.9082146883</c:v>
                </c:pt>
                <c:pt idx="5">
                  <c:v>0.9203689098</c:v>
                </c:pt>
                <c:pt idx="6">
                  <c:v>0.9300996065</c:v>
                </c:pt>
                <c:pt idx="7">
                  <c:v>0.9360934496</c:v>
                </c:pt>
                <c:pt idx="8">
                  <c:v>0.9419022799</c:v>
                </c:pt>
                <c:pt idx="9">
                  <c:v>0.9469804168</c:v>
                </c:pt>
                <c:pt idx="10">
                  <c:v>0.9491263628</c:v>
                </c:pt>
                <c:pt idx="11">
                  <c:v>0.9508560896</c:v>
                </c:pt>
                <c:pt idx="12">
                  <c:v>0.9537605047</c:v>
                </c:pt>
                <c:pt idx="13">
                  <c:v>0.9552497268</c:v>
                </c:pt>
                <c:pt idx="14">
                  <c:v>0.9558971524</c:v>
                </c:pt>
                <c:pt idx="15">
                  <c:v>0.9583761096</c:v>
                </c:pt>
                <c:pt idx="16">
                  <c:v>0.9600595832</c:v>
                </c:pt>
                <c:pt idx="17">
                  <c:v>0.9607255459</c:v>
                </c:pt>
                <c:pt idx="18">
                  <c:v>0.9628807306</c:v>
                </c:pt>
                <c:pt idx="19">
                  <c:v>0.962140739</c:v>
                </c:pt>
                <c:pt idx="20">
                  <c:v>0.96370399</c:v>
                </c:pt>
                <c:pt idx="21">
                  <c:v>0.9643236995</c:v>
                </c:pt>
                <c:pt idx="22">
                  <c:v>0.9653596878</c:v>
                </c:pt>
                <c:pt idx="23">
                  <c:v>0.9669413567</c:v>
                </c:pt>
                <c:pt idx="24">
                  <c:v>0.9667656422</c:v>
                </c:pt>
                <c:pt idx="25">
                  <c:v>0.967320621</c:v>
                </c:pt>
                <c:pt idx="26">
                  <c:v>0.9689948559</c:v>
                </c:pt>
                <c:pt idx="27">
                  <c:v>0.9693740606</c:v>
                </c:pt>
                <c:pt idx="28">
                  <c:v>0.9700215459</c:v>
                </c:pt>
                <c:pt idx="29">
                  <c:v>0.9705395103</c:v>
                </c:pt>
                <c:pt idx="30">
                  <c:v>0.9709465504</c:v>
                </c:pt>
                <c:pt idx="31">
                  <c:v>0.9794655442</c:v>
                </c:pt>
                <c:pt idx="32">
                  <c:v>0.9812970161</c:v>
                </c:pt>
                <c:pt idx="33">
                  <c:v>0.981408</c:v>
                </c:pt>
                <c:pt idx="34">
                  <c:v>0.9823422432</c:v>
                </c:pt>
                <c:pt idx="35">
                  <c:v>0.9825826883</c:v>
                </c:pt>
                <c:pt idx="36">
                  <c:v>0.9831284285</c:v>
                </c:pt>
                <c:pt idx="37">
                  <c:v>0.98332268</c:v>
                </c:pt>
                <c:pt idx="38">
                  <c:v>0.9833319187</c:v>
                </c:pt>
                <c:pt idx="39">
                  <c:v>0.9845529199</c:v>
                </c:pt>
                <c:pt idx="40">
                  <c:v>0.9840996861</c:v>
                </c:pt>
                <c:pt idx="41">
                  <c:v>0.9839054346</c:v>
                </c:pt>
                <c:pt idx="42">
                  <c:v>0.9853206277</c:v>
                </c:pt>
                <c:pt idx="43">
                  <c:v>0.9850616455</c:v>
                </c:pt>
                <c:pt idx="44">
                  <c:v>0.9848581553</c:v>
                </c:pt>
                <c:pt idx="45">
                  <c:v>0.9849321246</c:v>
                </c:pt>
                <c:pt idx="46">
                  <c:v>0.985468626</c:v>
                </c:pt>
                <c:pt idx="47">
                  <c:v>0.9860513806</c:v>
                </c:pt>
                <c:pt idx="48">
                  <c:v>0.9859403968</c:v>
                </c:pt>
                <c:pt idx="49">
                  <c:v>0.9860606194</c:v>
                </c:pt>
                <c:pt idx="50">
                  <c:v>0.9865785837</c:v>
                </c:pt>
                <c:pt idx="51">
                  <c:v>0.9864028692</c:v>
                </c:pt>
                <c:pt idx="52">
                  <c:v>0.9864213467</c:v>
                </c:pt>
                <c:pt idx="53">
                  <c:v>0.9867265821</c:v>
                </c:pt>
                <c:pt idx="54">
                  <c:v>0.9866896272</c:v>
                </c:pt>
                <c:pt idx="55">
                  <c:v>0.9874203205</c:v>
                </c:pt>
                <c:pt idx="56">
                  <c:v>0.9873000979</c:v>
                </c:pt>
                <c:pt idx="57">
                  <c:v>0.9868468642</c:v>
                </c:pt>
                <c:pt idx="58">
                  <c:v>0.9873833656</c:v>
                </c:pt>
                <c:pt idx="59">
                  <c:v>0.9872908592</c:v>
                </c:pt>
                <c:pt idx="60">
                  <c:v>0.9875498414</c:v>
                </c:pt>
                <c:pt idx="61">
                  <c:v>0.9905189872</c:v>
                </c:pt>
                <c:pt idx="62">
                  <c:v>0.9917677045</c:v>
                </c:pt>
                <c:pt idx="63">
                  <c:v>0.9917029738</c:v>
                </c:pt>
                <c:pt idx="64">
                  <c:v>0.9918139577</c:v>
                </c:pt>
                <c:pt idx="65">
                  <c:v>0.9920914769</c:v>
                </c:pt>
                <c:pt idx="66">
                  <c:v>0.9921099544</c:v>
                </c:pt>
                <c:pt idx="67">
                  <c:v>0.9924706817</c:v>
                </c:pt>
                <c:pt idx="68">
                  <c:v>0.9923967123</c:v>
                </c:pt>
                <c:pt idx="69">
                  <c:v>0.9925076962</c:v>
                </c:pt>
                <c:pt idx="70">
                  <c:v>0.9927666783</c:v>
                </c:pt>
                <c:pt idx="71">
                  <c:v>0.9925724268</c:v>
                </c:pt>
                <c:pt idx="72">
                  <c:v>0.9926741719</c:v>
                </c:pt>
                <c:pt idx="73">
                  <c:v>0.9929516912</c:v>
                </c:pt>
                <c:pt idx="74">
                  <c:v>0.9926741719</c:v>
                </c:pt>
                <c:pt idx="75">
                  <c:v>0.9932847023</c:v>
                </c:pt>
                <c:pt idx="76">
                  <c:v>0.992849946</c:v>
                </c:pt>
                <c:pt idx="77">
                  <c:v>0.9927389622</c:v>
                </c:pt>
                <c:pt idx="78">
                  <c:v>0.9934881926</c:v>
                </c:pt>
                <c:pt idx="79">
                  <c:v>0.9932476878</c:v>
                </c:pt>
                <c:pt idx="80">
                  <c:v>0.9931274056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Data'!$H$2:$H$82</c:f>
              <c:numCache>
                <c:formatCode>0%</c:formatCode>
                <c:ptCount val="81"/>
                <c:pt idx="0">
                  <c:v>0.7019284964</c:v>
                </c:pt>
                <c:pt idx="1">
                  <c:v>0.7212132812</c:v>
                </c:pt>
                <c:pt idx="2">
                  <c:v>0.7346189618</c:v>
                </c:pt>
                <c:pt idx="3">
                  <c:v>0.7448792458</c:v>
                </c:pt>
                <c:pt idx="4">
                  <c:v>0.7207264304</c:v>
                </c:pt>
                <c:pt idx="5">
                  <c:v>0.7547650337</c:v>
                </c:pt>
                <c:pt idx="6">
                  <c:v>0.7468639016</c:v>
                </c:pt>
                <c:pt idx="7">
                  <c:v>0.7481744885</c:v>
                </c:pt>
                <c:pt idx="8">
                  <c:v>0.7570866942</c:v>
                </c:pt>
                <c:pt idx="9">
                  <c:v>0.7488485575</c:v>
                </c:pt>
                <c:pt idx="10">
                  <c:v>0.7501591444</c:v>
                </c:pt>
                <c:pt idx="11">
                  <c:v>0.7453660369</c:v>
                </c:pt>
                <c:pt idx="12">
                  <c:v>0.7542033195</c:v>
                </c:pt>
                <c:pt idx="13">
                  <c:v>0.7581726313</c:v>
                </c:pt>
                <c:pt idx="14">
                  <c:v>0.6992697716</c:v>
                </c:pt>
                <c:pt idx="15">
                  <c:v>0.759670496</c:v>
                </c:pt>
                <c:pt idx="16">
                  <c:v>0.753342092</c:v>
                </c:pt>
                <c:pt idx="17">
                  <c:v>0.7562254071</c:v>
                </c:pt>
                <c:pt idx="18">
                  <c:v>0.7636397481</c:v>
                </c:pt>
                <c:pt idx="19">
                  <c:v>0.7576858401</c:v>
                </c:pt>
                <c:pt idx="20">
                  <c:v>0.740909934</c:v>
                </c:pt>
                <c:pt idx="21">
                  <c:v>0.7488110662</c:v>
                </c:pt>
                <c:pt idx="22">
                  <c:v>0.7543905377</c:v>
                </c:pt>
                <c:pt idx="23">
                  <c:v>0.7540535331</c:v>
                </c:pt>
                <c:pt idx="24">
                  <c:v>0.7646882534</c:v>
                </c:pt>
                <c:pt idx="25">
                  <c:v>0.7629657388</c:v>
                </c:pt>
                <c:pt idx="26">
                  <c:v>0.7369031906</c:v>
                </c:pt>
                <c:pt idx="27">
                  <c:v>0.7449541092</c:v>
                </c:pt>
                <c:pt idx="28">
                  <c:v>0.746526897</c:v>
                </c:pt>
                <c:pt idx="29">
                  <c:v>0.7419584394</c:v>
                </c:pt>
                <c:pt idx="30">
                  <c:v>0.7452536821</c:v>
                </c:pt>
                <c:pt idx="31">
                  <c:v>0.7651750445</c:v>
                </c:pt>
                <c:pt idx="32">
                  <c:v>0.7624415159</c:v>
                </c:pt>
                <c:pt idx="33">
                  <c:v>0.7640516758</c:v>
                </c:pt>
                <c:pt idx="34">
                  <c:v>0.7357423902</c:v>
                </c:pt>
                <c:pt idx="35">
                  <c:v>0.762141943</c:v>
                </c:pt>
                <c:pt idx="36">
                  <c:v>0.7645384669</c:v>
                </c:pt>
                <c:pt idx="37">
                  <c:v>0.7709792256</c:v>
                </c:pt>
                <c:pt idx="38">
                  <c:v>0.7700430751</c:v>
                </c:pt>
                <c:pt idx="39">
                  <c:v>0.7580977082</c:v>
                </c:pt>
                <c:pt idx="40">
                  <c:v>0.770342648</c:v>
                </c:pt>
                <c:pt idx="41">
                  <c:v>0.7648006082</c:v>
                </c:pt>
                <c:pt idx="42">
                  <c:v>0.7661486864</c:v>
                </c:pt>
                <c:pt idx="43">
                  <c:v>0.7510578632</c:v>
                </c:pt>
                <c:pt idx="44">
                  <c:v>0.7700056434</c:v>
                </c:pt>
                <c:pt idx="45">
                  <c:v>0.758284986</c:v>
                </c:pt>
                <c:pt idx="46">
                  <c:v>0.7589964271</c:v>
                </c:pt>
                <c:pt idx="47">
                  <c:v>0.749784708</c:v>
                </c:pt>
                <c:pt idx="48">
                  <c:v>0.771728158</c:v>
                </c:pt>
                <c:pt idx="49">
                  <c:v>0.7623665929</c:v>
                </c:pt>
                <c:pt idx="50">
                  <c:v>0.7563377619</c:v>
                </c:pt>
                <c:pt idx="51">
                  <c:v>0.7619921565</c:v>
                </c:pt>
                <c:pt idx="52">
                  <c:v>0.7651376128</c:v>
                </c:pt>
                <c:pt idx="53">
                  <c:v>0.76322788</c:v>
                </c:pt>
                <c:pt idx="54">
                  <c:v>0.7651001811</c:v>
                </c:pt>
                <c:pt idx="55">
                  <c:v>0.7634150982</c:v>
                </c:pt>
                <c:pt idx="56">
                  <c:v>0.7629657388</c:v>
                </c:pt>
                <c:pt idx="57">
                  <c:v>0.7689197063</c:v>
                </c:pt>
                <c:pt idx="58">
                  <c:v>0.7552892566</c:v>
                </c:pt>
                <c:pt idx="59">
                  <c:v>0.7616176605</c:v>
                </c:pt>
                <c:pt idx="60">
                  <c:v>0.7599325776</c:v>
                </c:pt>
                <c:pt idx="61">
                  <c:v>0.7697060704</c:v>
                </c:pt>
                <c:pt idx="62">
                  <c:v>0.7649878263</c:v>
                </c:pt>
                <c:pt idx="63">
                  <c:v>0.7689945698</c:v>
                </c:pt>
                <c:pt idx="64">
                  <c:v>0.7652499676</c:v>
                </c:pt>
                <c:pt idx="65">
                  <c:v>0.7606066465</c:v>
                </c:pt>
                <c:pt idx="66">
                  <c:v>0.7673844099</c:v>
                </c:pt>
                <c:pt idx="67">
                  <c:v>0.7650252581</c:v>
                </c:pt>
                <c:pt idx="68">
                  <c:v>0.7642014623</c:v>
                </c:pt>
                <c:pt idx="69">
                  <c:v>0.7626661658</c:v>
                </c:pt>
                <c:pt idx="70">
                  <c:v>0.7683579922</c:v>
                </c:pt>
                <c:pt idx="71">
                  <c:v>0.7648380399</c:v>
                </c:pt>
                <c:pt idx="72">
                  <c:v>0.7644636035</c:v>
                </c:pt>
                <c:pt idx="73">
                  <c:v>0.7676464915</c:v>
                </c:pt>
                <c:pt idx="74">
                  <c:v>0.7605317235</c:v>
                </c:pt>
                <c:pt idx="75">
                  <c:v>0.7567871213</c:v>
                </c:pt>
                <c:pt idx="76">
                  <c:v>0.7645758986</c:v>
                </c:pt>
                <c:pt idx="77">
                  <c:v>0.7630031705</c:v>
                </c:pt>
                <c:pt idx="78">
                  <c:v>0.7716906667</c:v>
                </c:pt>
                <c:pt idx="79">
                  <c:v>0.7655495405</c:v>
                </c:pt>
                <c:pt idx="80">
                  <c:v>0.768170774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Data'!$B$2:$B$84</c:f>
              <c:numCache>
                <c:formatCode>0.00</c:formatCode>
                <c:ptCount val="83"/>
                <c:pt idx="0">
                  <c:v>0.6767170429</c:v>
                </c:pt>
                <c:pt idx="1">
                  <c:v>0.5424587131</c:v>
                </c:pt>
                <c:pt idx="2">
                  <c:v>0.4575335979</c:v>
                </c:pt>
                <c:pt idx="3">
                  <c:v>0.4096946418</c:v>
                </c:pt>
                <c:pt idx="4">
                  <c:v>0.3823763132</c:v>
                </c:pt>
                <c:pt idx="5">
                  <c:v>0.3620314002</c:v>
                </c:pt>
                <c:pt idx="6">
                  <c:v>0.3477399945</c:v>
                </c:pt>
                <c:pt idx="7">
                  <c:v>0.3357464969</c:v>
                </c:pt>
                <c:pt idx="8">
                  <c:v>0.3284939826</c:v>
                </c:pt>
                <c:pt idx="9">
                  <c:v>0.3184427023</c:v>
                </c:pt>
                <c:pt idx="10">
                  <c:v>0.3150888085</c:v>
                </c:pt>
                <c:pt idx="11">
                  <c:v>0.3085576892</c:v>
                </c:pt>
                <c:pt idx="12">
                  <c:v>0.3030692637</c:v>
                </c:pt>
                <c:pt idx="13">
                  <c:v>0.3006826639</c:v>
                </c:pt>
                <c:pt idx="14">
                  <c:v>0.2959040701</c:v>
                </c:pt>
                <c:pt idx="15">
                  <c:v>0.2940243185</c:v>
                </c:pt>
                <c:pt idx="16">
                  <c:v>0.2905663848</c:v>
                </c:pt>
                <c:pt idx="17">
                  <c:v>0.2882585824</c:v>
                </c:pt>
                <c:pt idx="18">
                  <c:v>0.2833328247</c:v>
                </c:pt>
                <c:pt idx="19">
                  <c:v>0.2832301259</c:v>
                </c:pt>
                <c:pt idx="20">
                  <c:v>0.2814013958</c:v>
                </c:pt>
                <c:pt idx="21">
                  <c:v>0.2786639929</c:v>
                </c:pt>
                <c:pt idx="22">
                  <c:v>0.277676791</c:v>
                </c:pt>
                <c:pt idx="23">
                  <c:v>0.2761118412</c:v>
                </c:pt>
                <c:pt idx="24">
                  <c:v>0.27550897</c:v>
                </c:pt>
                <c:pt idx="25">
                  <c:v>0.2717518508</c:v>
                </c:pt>
                <c:pt idx="26">
                  <c:v>0.2714613378</c:v>
                </c:pt>
                <c:pt idx="27">
                  <c:v>0.2683986425</c:v>
                </c:pt>
                <c:pt idx="28">
                  <c:v>0.2676668465</c:v>
                </c:pt>
                <c:pt idx="29">
                  <c:v>0.2663513124</c:v>
                </c:pt>
                <c:pt idx="30">
                  <c:v>0.2658881247</c:v>
                </c:pt>
                <c:pt idx="31">
                  <c:v>0.2652912438</c:v>
                </c:pt>
                <c:pt idx="32">
                  <c:v>0.2627003491</c:v>
                </c:pt>
                <c:pt idx="33">
                  <c:v>0.2487219274</c:v>
                </c:pt>
                <c:pt idx="34">
                  <c:v>0.2463627458</c:v>
                </c:pt>
                <c:pt idx="35">
                  <c:v>0.2456401438</c:v>
                </c:pt>
                <c:pt idx="36">
                  <c:v>0.2435724586</c:v>
                </c:pt>
                <c:pt idx="37">
                  <c:v>0.2426542193</c:v>
                </c:pt>
                <c:pt idx="38">
                  <c:v>0.2439391166</c:v>
                </c:pt>
                <c:pt idx="39">
                  <c:v>0.2428956479</c:v>
                </c:pt>
                <c:pt idx="40">
                  <c:v>0.2419882715</c:v>
                </c:pt>
                <c:pt idx="41">
                  <c:v>0.2412228733</c:v>
                </c:pt>
                <c:pt idx="42">
                  <c:v>0.2415360361</c:v>
                </c:pt>
                <c:pt idx="43">
                  <c:v>0.241507262</c:v>
                </c:pt>
                <c:pt idx="44">
                  <c:v>0.2394805253</c:v>
                </c:pt>
                <c:pt idx="45">
                  <c:v>0.2408908308</c:v>
                </c:pt>
                <c:pt idx="46">
                  <c:v>0.2398713976</c:v>
                </c:pt>
                <c:pt idx="47">
                  <c:v>0.2395776063</c:v>
                </c:pt>
                <c:pt idx="48">
                  <c:v>0.2385593355</c:v>
                </c:pt>
                <c:pt idx="49">
                  <c:v>0.2392659634</c:v>
                </c:pt>
                <c:pt idx="50">
                  <c:v>0.2377221137</c:v>
                </c:pt>
                <c:pt idx="51">
                  <c:v>0.2386846244</c:v>
                </c:pt>
                <c:pt idx="52">
                  <c:v>0.2385194153</c:v>
                </c:pt>
                <c:pt idx="53">
                  <c:v>0.2369275093</c:v>
                </c:pt>
                <c:pt idx="54">
                  <c:v>0.2374227196</c:v>
                </c:pt>
                <c:pt idx="55">
                  <c:v>0.2371230423</c:v>
                </c:pt>
                <c:pt idx="56">
                  <c:v>0.2369770557</c:v>
                </c:pt>
                <c:pt idx="57">
                  <c:v>0.2363820523</c:v>
                </c:pt>
                <c:pt idx="58">
                  <c:v>0.2359866798</c:v>
                </c:pt>
                <c:pt idx="59">
                  <c:v>0.236428678</c:v>
                </c:pt>
                <c:pt idx="60">
                  <c:v>0.2352829576</c:v>
                </c:pt>
                <c:pt idx="61">
                  <c:v>0.2361492366</c:v>
                </c:pt>
                <c:pt idx="62">
                  <c:v>0.2351420075</c:v>
                </c:pt>
                <c:pt idx="63">
                  <c:v>0.2290687114</c:v>
                </c:pt>
                <c:pt idx="64">
                  <c:v>0.2272071242</c:v>
                </c:pt>
                <c:pt idx="65">
                  <c:v>0.2272856832</c:v>
                </c:pt>
                <c:pt idx="66">
                  <c:v>0.2270608991</c:v>
                </c:pt>
                <c:pt idx="67">
                  <c:v>0.2263832539</c:v>
                </c:pt>
                <c:pt idx="68">
                  <c:v>0.2267297506</c:v>
                </c:pt>
                <c:pt idx="69">
                  <c:v>0.226053074</c:v>
                </c:pt>
                <c:pt idx="70">
                  <c:v>0.2263027132</c:v>
                </c:pt>
                <c:pt idx="71">
                  <c:v>0.2262889296</c:v>
                </c:pt>
                <c:pt idx="72">
                  <c:v>0.225353986</c:v>
                </c:pt>
                <c:pt idx="73">
                  <c:v>0.2260486335</c:v>
                </c:pt>
                <c:pt idx="74">
                  <c:v>0.2251766473</c:v>
                </c:pt>
                <c:pt idx="75">
                  <c:v>0.2251203656</c:v>
                </c:pt>
                <c:pt idx="76">
                  <c:v>0.2250303775</c:v>
                </c:pt>
                <c:pt idx="77">
                  <c:v>0.2257175744</c:v>
                </c:pt>
                <c:pt idx="78">
                  <c:v>0.2253430486</c:v>
                </c:pt>
                <c:pt idx="79">
                  <c:v>0.2242728919</c:v>
                </c:pt>
                <c:pt idx="80">
                  <c:v>0.2246241719</c:v>
                </c:pt>
                <c:pt idx="81">
                  <c:v>0.2253342718</c:v>
                </c:pt>
                <c:pt idx="82">
                  <c:v>0.2241621464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Data'!$D$2:$D$84</c:f>
              <c:numCache>
                <c:formatCode>0.00</c:formatCode>
                <c:ptCount val="83"/>
                <c:pt idx="0">
                  <c:v>0.6100694537</c:v>
                </c:pt>
                <c:pt idx="1">
                  <c:v>0.6056351662</c:v>
                </c:pt>
                <c:pt idx="2">
                  <c:v>0.6010738015</c:v>
                </c:pt>
                <c:pt idx="3">
                  <c:v>0.7451401949</c:v>
                </c:pt>
                <c:pt idx="4">
                  <c:v>0.7548337579</c:v>
                </c:pt>
                <c:pt idx="5">
                  <c:v>0.6996571422</c:v>
                </c:pt>
                <c:pt idx="6">
                  <c:v>0.6531358361</c:v>
                </c:pt>
                <c:pt idx="7">
                  <c:v>0.7456088066</c:v>
                </c:pt>
                <c:pt idx="8">
                  <c:v>0.7216671705</c:v>
                </c:pt>
                <c:pt idx="9">
                  <c:v>0.7243107557</c:v>
                </c:pt>
                <c:pt idx="10">
                  <c:v>0.7116205096</c:v>
                </c:pt>
                <c:pt idx="11">
                  <c:v>0.7100619674</c:v>
                </c:pt>
                <c:pt idx="12">
                  <c:v>0.7460010052</c:v>
                </c:pt>
                <c:pt idx="13">
                  <c:v>0.7421668768</c:v>
                </c:pt>
                <c:pt idx="14">
                  <c:v>0.7297907472</c:v>
                </c:pt>
                <c:pt idx="15">
                  <c:v>0.7399662733</c:v>
                </c:pt>
                <c:pt idx="16">
                  <c:v>0.6786795855</c:v>
                </c:pt>
                <c:pt idx="17">
                  <c:v>0.7179314494</c:v>
                </c:pt>
                <c:pt idx="18">
                  <c:v>0.7891488671</c:v>
                </c:pt>
                <c:pt idx="19">
                  <c:v>0.7283472419</c:v>
                </c:pt>
                <c:pt idx="20">
                  <c:v>0.7073165774</c:v>
                </c:pt>
                <c:pt idx="21">
                  <c:v>0.7684769034</c:v>
                </c:pt>
                <c:pt idx="22">
                  <c:v>0.7033798695</c:v>
                </c:pt>
                <c:pt idx="23">
                  <c:v>0.6731510758</c:v>
                </c:pt>
                <c:pt idx="24">
                  <c:v>0.6897181869</c:v>
                </c:pt>
                <c:pt idx="25">
                  <c:v>0.7433995008</c:v>
                </c:pt>
                <c:pt idx="26">
                  <c:v>0.7025565505</c:v>
                </c:pt>
                <c:pt idx="27">
                  <c:v>0.7034456134</c:v>
                </c:pt>
                <c:pt idx="28">
                  <c:v>0.7009949088</c:v>
                </c:pt>
                <c:pt idx="29">
                  <c:v>0.7412959337</c:v>
                </c:pt>
                <c:pt idx="30">
                  <c:v>0.7233909965</c:v>
                </c:pt>
                <c:pt idx="31">
                  <c:v>0.7262365222</c:v>
                </c:pt>
                <c:pt idx="32">
                  <c:v>0.7711392641</c:v>
                </c:pt>
                <c:pt idx="33">
                  <c:v>0.7133315802</c:v>
                </c:pt>
                <c:pt idx="34">
                  <c:v>0.7254182696</c:v>
                </c:pt>
                <c:pt idx="35">
                  <c:v>0.7279397249</c:v>
                </c:pt>
                <c:pt idx="36">
                  <c:v>0.7555139661</c:v>
                </c:pt>
                <c:pt idx="37">
                  <c:v>0.7264644504</c:v>
                </c:pt>
                <c:pt idx="38">
                  <c:v>0.7064826488</c:v>
                </c:pt>
                <c:pt idx="39">
                  <c:v>0.7625659704</c:v>
                </c:pt>
                <c:pt idx="40">
                  <c:v>0.7395166159</c:v>
                </c:pt>
                <c:pt idx="41">
                  <c:v>0.7181444168</c:v>
                </c:pt>
                <c:pt idx="42">
                  <c:v>0.7156990767</c:v>
                </c:pt>
                <c:pt idx="43">
                  <c:v>0.6890522838</c:v>
                </c:pt>
                <c:pt idx="44">
                  <c:v>0.6955857277</c:v>
                </c:pt>
                <c:pt idx="45">
                  <c:v>0.7067761421</c:v>
                </c:pt>
                <c:pt idx="46">
                  <c:v>0.7174072862</c:v>
                </c:pt>
                <c:pt idx="47">
                  <c:v>0.7598413825</c:v>
                </c:pt>
                <c:pt idx="48">
                  <c:v>0.7129639983</c:v>
                </c:pt>
                <c:pt idx="49">
                  <c:v>0.7253772616</c:v>
                </c:pt>
                <c:pt idx="50">
                  <c:v>0.7372691631</c:v>
                </c:pt>
                <c:pt idx="51">
                  <c:v>0.7373809814</c:v>
                </c:pt>
                <c:pt idx="52">
                  <c:v>0.7127842903</c:v>
                </c:pt>
                <c:pt idx="53">
                  <c:v>0.7219954133</c:v>
                </c:pt>
                <c:pt idx="54">
                  <c:v>0.7420966029</c:v>
                </c:pt>
                <c:pt idx="55">
                  <c:v>0.7465479374</c:v>
                </c:pt>
                <c:pt idx="56">
                  <c:v>0.7321183681</c:v>
                </c:pt>
                <c:pt idx="57">
                  <c:v>0.758381784</c:v>
                </c:pt>
                <c:pt idx="58">
                  <c:v>0.7055042982</c:v>
                </c:pt>
                <c:pt idx="59">
                  <c:v>0.721050024</c:v>
                </c:pt>
                <c:pt idx="60">
                  <c:v>0.7214233279</c:v>
                </c:pt>
                <c:pt idx="61">
                  <c:v>0.707445085</c:v>
                </c:pt>
                <c:pt idx="62">
                  <c:v>0.7759872675</c:v>
                </c:pt>
                <c:pt idx="63">
                  <c:v>0.7422199845</c:v>
                </c:pt>
                <c:pt idx="64">
                  <c:v>0.7303878665</c:v>
                </c:pt>
                <c:pt idx="65">
                  <c:v>0.7552269697</c:v>
                </c:pt>
                <c:pt idx="66">
                  <c:v>0.7263071537</c:v>
                </c:pt>
                <c:pt idx="67">
                  <c:v>0.7318770885</c:v>
                </c:pt>
                <c:pt idx="68">
                  <c:v>0.7370325327</c:v>
                </c:pt>
                <c:pt idx="69">
                  <c:v>0.7274449468</c:v>
                </c:pt>
                <c:pt idx="70">
                  <c:v>0.7344532609</c:v>
                </c:pt>
                <c:pt idx="71">
                  <c:v>0.7183467746</c:v>
                </c:pt>
                <c:pt idx="72">
                  <c:v>0.7292448282</c:v>
                </c:pt>
                <c:pt idx="73">
                  <c:v>0.7294114828</c:v>
                </c:pt>
                <c:pt idx="74">
                  <c:v>0.7248387337</c:v>
                </c:pt>
                <c:pt idx="75">
                  <c:v>0.7228934169</c:v>
                </c:pt>
                <c:pt idx="76">
                  <c:v>0.7254636288</c:v>
                </c:pt>
                <c:pt idx="77">
                  <c:v>0.7294003367</c:v>
                </c:pt>
                <c:pt idx="78">
                  <c:v>0.7155698538</c:v>
                </c:pt>
                <c:pt idx="79">
                  <c:v>0.7341502309</c:v>
                </c:pt>
                <c:pt idx="80">
                  <c:v>0.7433447242</c:v>
                </c:pt>
                <c:pt idx="81">
                  <c:v>0.7357053757</c:v>
                </c:pt>
                <c:pt idx="82">
                  <c:v>0.7373483777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Data'!$F$2:$F$82</c:f>
              <c:numCache>
                <c:formatCode>0.00</c:formatCode>
                <c:ptCount val="81"/>
                <c:pt idx="0">
                  <c:v>0.6746952534</c:v>
                </c:pt>
                <c:pt idx="1">
                  <c:v>0.5191156864</c:v>
                </c:pt>
                <c:pt idx="2">
                  <c:v>0.4383176565</c:v>
                </c:pt>
                <c:pt idx="3">
                  <c:v>0.384901911</c:v>
                </c:pt>
                <c:pt idx="4">
                  <c:v>0.3511574268</c:v>
                </c:pt>
                <c:pt idx="5">
                  <c:v>0.3326920867</c:v>
                </c:pt>
                <c:pt idx="6">
                  <c:v>0.3161744177</c:v>
                </c:pt>
                <c:pt idx="7">
                  <c:v>0.3076075912</c:v>
                </c:pt>
                <c:pt idx="8">
                  <c:v>0.2983744442</c:v>
                </c:pt>
                <c:pt idx="9">
                  <c:v>0.2919674516</c:v>
                </c:pt>
                <c:pt idx="10">
                  <c:v>0.2868290544</c:v>
                </c:pt>
                <c:pt idx="11">
                  <c:v>0.2855178416</c:v>
                </c:pt>
                <c:pt idx="12">
                  <c:v>0.2796166539</c:v>
                </c:pt>
                <c:pt idx="13">
                  <c:v>0.2783825099</c:v>
                </c:pt>
                <c:pt idx="14">
                  <c:v>0.2757030427</c:v>
                </c:pt>
                <c:pt idx="15">
                  <c:v>0.2732008398</c:v>
                </c:pt>
                <c:pt idx="16">
                  <c:v>0.2706759572</c:v>
                </c:pt>
                <c:pt idx="17">
                  <c:v>0.269405216</c:v>
                </c:pt>
                <c:pt idx="18">
                  <c:v>0.2650495172</c:v>
                </c:pt>
                <c:pt idx="19">
                  <c:v>0.2666005194</c:v>
                </c:pt>
                <c:pt idx="20">
                  <c:v>0.2643838823</c:v>
                </c:pt>
                <c:pt idx="21">
                  <c:v>0.2646709681</c:v>
                </c:pt>
                <c:pt idx="22">
                  <c:v>0.2618876994</c:v>
                </c:pt>
                <c:pt idx="23">
                  <c:v>0.2596126497</c:v>
                </c:pt>
                <c:pt idx="24">
                  <c:v>0.2604401708</c:v>
                </c:pt>
                <c:pt idx="25">
                  <c:v>0.2586676478</c:v>
                </c:pt>
                <c:pt idx="26">
                  <c:v>0.2566889822</c:v>
                </c:pt>
                <c:pt idx="27">
                  <c:v>0.2560417354</c:v>
                </c:pt>
                <c:pt idx="28">
                  <c:v>0.2549020052</c:v>
                </c:pt>
                <c:pt idx="29">
                  <c:v>0.2540231943</c:v>
                </c:pt>
                <c:pt idx="30">
                  <c:v>0.2532514036</c:v>
                </c:pt>
                <c:pt idx="31">
                  <c:v>0.2386129349</c:v>
                </c:pt>
                <c:pt idx="32">
                  <c:v>0.2355320901</c:v>
                </c:pt>
                <c:pt idx="33">
                  <c:v>0.2353455424</c:v>
                </c:pt>
                <c:pt idx="34">
                  <c:v>0.2337420434</c:v>
                </c:pt>
                <c:pt idx="35">
                  <c:v>0.2331220955</c:v>
                </c:pt>
                <c:pt idx="36">
                  <c:v>0.2320712507</c:v>
                </c:pt>
                <c:pt idx="37">
                  <c:v>0.2319725007</c:v>
                </c:pt>
                <c:pt idx="38">
                  <c:v>0.2319294512</c:v>
                </c:pt>
                <c:pt idx="39">
                  <c:v>0.2300458401</c:v>
                </c:pt>
                <c:pt idx="40">
                  <c:v>0.2304737717</c:v>
                </c:pt>
                <c:pt idx="41">
                  <c:v>0.2307958752</c:v>
                </c:pt>
                <c:pt idx="42">
                  <c:v>0.2285092622</c:v>
                </c:pt>
                <c:pt idx="43">
                  <c:v>0.2294397652</c:v>
                </c:pt>
                <c:pt idx="44">
                  <c:v>0.2294635028</c:v>
                </c:pt>
                <c:pt idx="45">
                  <c:v>0.2286106944</c:v>
                </c:pt>
                <c:pt idx="46">
                  <c:v>0.2278603762</c:v>
                </c:pt>
                <c:pt idx="47">
                  <c:v>0.227073282</c:v>
                </c:pt>
                <c:pt idx="48">
                  <c:v>0.2273130417</c:v>
                </c:pt>
                <c:pt idx="49">
                  <c:v>0.2274233103</c:v>
                </c:pt>
                <c:pt idx="50">
                  <c:v>0.2264933139</c:v>
                </c:pt>
                <c:pt idx="51">
                  <c:v>0.2266828716</c:v>
                </c:pt>
                <c:pt idx="52">
                  <c:v>0.2266815156</c:v>
                </c:pt>
                <c:pt idx="53">
                  <c:v>0.2261581421</c:v>
                </c:pt>
                <c:pt idx="54">
                  <c:v>0.2256079465</c:v>
                </c:pt>
                <c:pt idx="55">
                  <c:v>0.225253135</c:v>
                </c:pt>
                <c:pt idx="56">
                  <c:v>0.2256695777</c:v>
                </c:pt>
                <c:pt idx="57">
                  <c:v>0.2260581702</c:v>
                </c:pt>
                <c:pt idx="58">
                  <c:v>0.2249508202</c:v>
                </c:pt>
                <c:pt idx="59">
                  <c:v>0.2251013219</c:v>
                </c:pt>
                <c:pt idx="60">
                  <c:v>0.224222362</c:v>
                </c:pt>
                <c:pt idx="61">
                  <c:v>0.2193020582</c:v>
                </c:pt>
                <c:pt idx="62">
                  <c:v>0.2172435373</c:v>
                </c:pt>
                <c:pt idx="63">
                  <c:v>0.2168699205</c:v>
                </c:pt>
                <c:pt idx="64">
                  <c:v>0.2170584202</c:v>
                </c:pt>
                <c:pt idx="65">
                  <c:v>0.2165543288</c:v>
                </c:pt>
                <c:pt idx="66">
                  <c:v>0.216074273</c:v>
                </c:pt>
                <c:pt idx="67">
                  <c:v>0.2154923677</c:v>
                </c:pt>
                <c:pt idx="68">
                  <c:v>0.2159676254</c:v>
                </c:pt>
                <c:pt idx="69">
                  <c:v>0.2158274353</c:v>
                </c:pt>
                <c:pt idx="70">
                  <c:v>0.2151736766</c:v>
                </c:pt>
                <c:pt idx="71">
                  <c:v>0.2152813375</c:v>
                </c:pt>
                <c:pt idx="72">
                  <c:v>0.2156772614</c:v>
                </c:pt>
                <c:pt idx="73">
                  <c:v>0.2149503529</c:v>
                </c:pt>
                <c:pt idx="74">
                  <c:v>0.2153845578</c:v>
                </c:pt>
                <c:pt idx="75">
                  <c:v>0.2141314149</c:v>
                </c:pt>
                <c:pt idx="76">
                  <c:v>0.2151728719</c:v>
                </c:pt>
                <c:pt idx="77">
                  <c:v>0.2150726318</c:v>
                </c:pt>
                <c:pt idx="78">
                  <c:v>0.2137868404</c:v>
                </c:pt>
                <c:pt idx="79">
                  <c:v>0.2139624059</c:v>
                </c:pt>
                <c:pt idx="80">
                  <c:v>0.2144358009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Data'!$H$2:$H$82</c:f>
              <c:numCache>
                <c:formatCode>0.00</c:formatCode>
                <c:ptCount val="81"/>
                <c:pt idx="0">
                  <c:v>0.5980448127</c:v>
                </c:pt>
                <c:pt idx="1">
                  <c:v>0.6191360354</c:v>
                </c:pt>
                <c:pt idx="2">
                  <c:v>0.6613854766</c:v>
                </c:pt>
                <c:pt idx="3">
                  <c:v>0.6947199702</c:v>
                </c:pt>
                <c:pt idx="4">
                  <c:v>0.7131340504</c:v>
                </c:pt>
                <c:pt idx="5">
                  <c:v>0.6408953667</c:v>
                </c:pt>
                <c:pt idx="6">
                  <c:v>0.6307585239</c:v>
                </c:pt>
                <c:pt idx="7">
                  <c:v>0.6650832295</c:v>
                </c:pt>
                <c:pt idx="8">
                  <c:v>0.6904053688</c:v>
                </c:pt>
                <c:pt idx="9">
                  <c:v>0.6450077891</c:v>
                </c:pt>
                <c:pt idx="10">
                  <c:v>0.726144135</c:v>
                </c:pt>
                <c:pt idx="11">
                  <c:v>0.7335605621</c:v>
                </c:pt>
                <c:pt idx="12">
                  <c:v>0.6516641378</c:v>
                </c:pt>
                <c:pt idx="13">
                  <c:v>0.7048037052</c:v>
                </c:pt>
                <c:pt idx="14">
                  <c:v>0.7609170675</c:v>
                </c:pt>
                <c:pt idx="15">
                  <c:v>0.6511818767</c:v>
                </c:pt>
                <c:pt idx="16">
                  <c:v>0.6785629392</c:v>
                </c:pt>
                <c:pt idx="17">
                  <c:v>0.678383708</c:v>
                </c:pt>
                <c:pt idx="18">
                  <c:v>0.6969205737</c:v>
                </c:pt>
                <c:pt idx="19">
                  <c:v>0.6654241681</c:v>
                </c:pt>
                <c:pt idx="20">
                  <c:v>0.7442721128</c:v>
                </c:pt>
                <c:pt idx="21">
                  <c:v>0.7108858824</c:v>
                </c:pt>
                <c:pt idx="22">
                  <c:v>0.6885308027</c:v>
                </c:pt>
                <c:pt idx="23">
                  <c:v>0.7201814651</c:v>
                </c:pt>
                <c:pt idx="24">
                  <c:v>0.638658762</c:v>
                </c:pt>
                <c:pt idx="25">
                  <c:v>0.6883701086</c:v>
                </c:pt>
                <c:pt idx="26">
                  <c:v>0.744489789</c:v>
                </c:pt>
                <c:pt idx="27">
                  <c:v>0.7215185165</c:v>
                </c:pt>
                <c:pt idx="28">
                  <c:v>0.6913288832</c:v>
                </c:pt>
                <c:pt idx="29">
                  <c:v>0.7178584337</c:v>
                </c:pt>
                <c:pt idx="30">
                  <c:v>0.7315858006</c:v>
                </c:pt>
                <c:pt idx="31">
                  <c:v>0.6916740537</c:v>
                </c:pt>
                <c:pt idx="32">
                  <c:v>0.7132375836</c:v>
                </c:pt>
                <c:pt idx="33">
                  <c:v>0.710077405</c:v>
                </c:pt>
                <c:pt idx="34">
                  <c:v>0.7544441223</c:v>
                </c:pt>
                <c:pt idx="35">
                  <c:v>0.6966195107</c:v>
                </c:pt>
                <c:pt idx="36">
                  <c:v>0.7053942084</c:v>
                </c:pt>
                <c:pt idx="37">
                  <c:v>0.685719192</c:v>
                </c:pt>
                <c:pt idx="38">
                  <c:v>0.68922019</c:v>
                </c:pt>
                <c:pt idx="39">
                  <c:v>0.7302580476</c:v>
                </c:pt>
                <c:pt idx="40">
                  <c:v>0.6937942505</c:v>
                </c:pt>
                <c:pt idx="41">
                  <c:v>0.6704285145</c:v>
                </c:pt>
                <c:pt idx="42">
                  <c:v>0.6956889629</c:v>
                </c:pt>
                <c:pt idx="43">
                  <c:v>0.7049033046</c:v>
                </c:pt>
                <c:pt idx="44">
                  <c:v>0.7010769248</c:v>
                </c:pt>
                <c:pt idx="45">
                  <c:v>0.7479261756</c:v>
                </c:pt>
                <c:pt idx="46">
                  <c:v>0.7163257003</c:v>
                </c:pt>
                <c:pt idx="47">
                  <c:v>0.7357518673</c:v>
                </c:pt>
                <c:pt idx="48">
                  <c:v>0.6864156723</c:v>
                </c:pt>
                <c:pt idx="49">
                  <c:v>0.6973378062</c:v>
                </c:pt>
                <c:pt idx="50">
                  <c:v>0.7095461488</c:v>
                </c:pt>
                <c:pt idx="51">
                  <c:v>0.7010167241</c:v>
                </c:pt>
                <c:pt idx="52">
                  <c:v>0.6900832653</c:v>
                </c:pt>
                <c:pt idx="53">
                  <c:v>0.7018813491</c:v>
                </c:pt>
                <c:pt idx="54">
                  <c:v>0.7181466818</c:v>
                </c:pt>
                <c:pt idx="55">
                  <c:v>0.7015295625</c:v>
                </c:pt>
                <c:pt idx="56">
                  <c:v>0.7106418014</c:v>
                </c:pt>
                <c:pt idx="57">
                  <c:v>0.671207428</c:v>
                </c:pt>
                <c:pt idx="58">
                  <c:v>0.727196455</c:v>
                </c:pt>
                <c:pt idx="59">
                  <c:v>0.7115754485</c:v>
                </c:pt>
                <c:pt idx="60">
                  <c:v>0.7030425072</c:v>
                </c:pt>
                <c:pt idx="61">
                  <c:v>0.7069000602</c:v>
                </c:pt>
                <c:pt idx="62">
                  <c:v>0.7124313116</c:v>
                </c:pt>
                <c:pt idx="63">
                  <c:v>0.7009502053</c:v>
                </c:pt>
                <c:pt idx="64">
                  <c:v>0.7179530263</c:v>
                </c:pt>
                <c:pt idx="65">
                  <c:v>0.7334340215</c:v>
                </c:pt>
                <c:pt idx="66">
                  <c:v>0.725887239</c:v>
                </c:pt>
                <c:pt idx="67">
                  <c:v>0.7216216326</c:v>
                </c:pt>
                <c:pt idx="68">
                  <c:v>0.7186686993</c:v>
                </c:pt>
                <c:pt idx="69">
                  <c:v>0.7334646583</c:v>
                </c:pt>
                <c:pt idx="70">
                  <c:v>0.7177830338</c:v>
                </c:pt>
                <c:pt idx="71">
                  <c:v>0.7047612071</c:v>
                </c:pt>
                <c:pt idx="72">
                  <c:v>0.7156755328</c:v>
                </c:pt>
                <c:pt idx="73">
                  <c:v>0.7144953012</c:v>
                </c:pt>
                <c:pt idx="74">
                  <c:v>0.7306382656</c:v>
                </c:pt>
                <c:pt idx="75">
                  <c:v>0.7403143644</c:v>
                </c:pt>
                <c:pt idx="76">
                  <c:v>0.7235269547</c:v>
                </c:pt>
                <c:pt idx="77">
                  <c:v>0.7163609862</c:v>
                </c:pt>
                <c:pt idx="78">
                  <c:v>0.6964654326</c:v>
                </c:pt>
                <c:pt idx="79">
                  <c:v>0.7167882919</c:v>
                </c:pt>
                <c:pt idx="80">
                  <c:v>0.7114700675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0.6183205843</c:v>
                </c:pt>
                <c:pt idx="1">
                  <c:v>0.5992366672</c:v>
                </c:pt>
                <c:pt idx="2">
                  <c:v>0.6145038009</c:v>
                </c:pt>
                <c:pt idx="3">
                  <c:v>0.6030534506</c:v>
                </c:pt>
                <c:pt idx="4">
                  <c:v>0.6030534506</c:v>
                </c:pt>
                <c:pt idx="5">
                  <c:v>0.606870234</c:v>
                </c:pt>
                <c:pt idx="6">
                  <c:v>0.6221374273</c:v>
                </c:pt>
                <c:pt idx="7">
                  <c:v>0.6297709942</c:v>
                </c:pt>
                <c:pt idx="8">
                  <c:v>0.6145038009</c:v>
                </c:pt>
                <c:pt idx="9">
                  <c:v>0.5954198241</c:v>
                </c:pt>
                <c:pt idx="10">
                  <c:v>0.6106870174</c:v>
                </c:pt>
                <c:pt idx="11">
                  <c:v>0.606870234</c:v>
                </c:pt>
                <c:pt idx="12">
                  <c:v>0.6335877776</c:v>
                </c:pt>
                <c:pt idx="13">
                  <c:v>0.6145038009</c:v>
                </c:pt>
                <c:pt idx="14">
                  <c:v>0.6145038009</c:v>
                </c:pt>
                <c:pt idx="15">
                  <c:v>0.6335877776</c:v>
                </c:pt>
                <c:pt idx="16">
                  <c:v>0.6106870174</c:v>
                </c:pt>
                <c:pt idx="17">
                  <c:v>0.5916030407</c:v>
                </c:pt>
                <c:pt idx="18">
                  <c:v>0.6221374273</c:v>
                </c:pt>
                <c:pt idx="19">
                  <c:v>0.7061068416</c:v>
                </c:pt>
                <c:pt idx="20">
                  <c:v>0.606870234</c:v>
                </c:pt>
                <c:pt idx="21">
                  <c:v>0.6335877776</c:v>
                </c:pt>
                <c:pt idx="22">
                  <c:v>0.5954198241</c:v>
                </c:pt>
                <c:pt idx="23">
                  <c:v>0.6564885378</c:v>
                </c:pt>
                <c:pt idx="24">
                  <c:v>0.6145038009</c:v>
                </c:pt>
                <c:pt idx="25">
                  <c:v>0.6335877776</c:v>
                </c:pt>
                <c:pt idx="26">
                  <c:v>0.6145038009</c:v>
                </c:pt>
                <c:pt idx="27">
                  <c:v>0.6564885378</c:v>
                </c:pt>
                <c:pt idx="28">
                  <c:v>0.6259542108</c:v>
                </c:pt>
                <c:pt idx="29">
                  <c:v>0.5992366672</c:v>
                </c:pt>
                <c:pt idx="30">
                  <c:v>0.6145038009</c:v>
                </c:pt>
                <c:pt idx="31">
                  <c:v>0.6297709942</c:v>
                </c:pt>
                <c:pt idx="32">
                  <c:v>0.6259542108</c:v>
                </c:pt>
                <c:pt idx="33">
                  <c:v>0.6755725145</c:v>
                </c:pt>
                <c:pt idx="34">
                  <c:v>0.6679389477</c:v>
                </c:pt>
                <c:pt idx="35">
                  <c:v>0.6412213445</c:v>
                </c:pt>
                <c:pt idx="36">
                  <c:v>0.6297709942</c:v>
                </c:pt>
                <c:pt idx="37">
                  <c:v>0.5954198241</c:v>
                </c:pt>
                <c:pt idx="38">
                  <c:v>0.6297709942</c:v>
                </c:pt>
                <c:pt idx="39">
                  <c:v>0.5992366672</c:v>
                </c:pt>
                <c:pt idx="40">
                  <c:v>0.6030534506</c:v>
                </c:pt>
                <c:pt idx="41">
                  <c:v>0.637404561</c:v>
                </c:pt>
                <c:pt idx="42">
                  <c:v>0.606870234</c:v>
                </c:pt>
                <c:pt idx="43">
                  <c:v>0.6488549709</c:v>
                </c:pt>
                <c:pt idx="44">
                  <c:v>0.6221374273</c:v>
                </c:pt>
                <c:pt idx="45">
                  <c:v>0.6221374273</c:v>
                </c:pt>
                <c:pt idx="46">
                  <c:v>0.637404561</c:v>
                </c:pt>
                <c:pt idx="47">
                  <c:v>0.6603053212</c:v>
                </c:pt>
                <c:pt idx="48">
                  <c:v>0.6106870174</c:v>
                </c:pt>
                <c:pt idx="49">
                  <c:v>0.6641221642</c:v>
                </c:pt>
                <c:pt idx="50">
                  <c:v>0.6412213445</c:v>
                </c:pt>
                <c:pt idx="51">
                  <c:v>0.6297709942</c:v>
                </c:pt>
                <c:pt idx="52">
                  <c:v>0.6412213445</c:v>
                </c:pt>
                <c:pt idx="53">
                  <c:v>0.606870234</c:v>
                </c:pt>
                <c:pt idx="54">
                  <c:v>0.6145038009</c:v>
                </c:pt>
                <c:pt idx="55">
                  <c:v>0.6106870174</c:v>
                </c:pt>
                <c:pt idx="56">
                  <c:v>0.5954198241</c:v>
                </c:pt>
                <c:pt idx="57">
                  <c:v>0.6183205843</c:v>
                </c:pt>
                <c:pt idx="58">
                  <c:v>0.6297709942</c:v>
                </c:pt>
                <c:pt idx="59">
                  <c:v>0.5992366672</c:v>
                </c:pt>
                <c:pt idx="60">
                  <c:v>0.6145038009</c:v>
                </c:pt>
                <c:pt idx="61">
                  <c:v>0.637404561</c:v>
                </c:pt>
                <c:pt idx="62">
                  <c:v>0.6603053212</c:v>
                </c:pt>
                <c:pt idx="63">
                  <c:v>0.6412213445</c:v>
                </c:pt>
                <c:pt idx="64">
                  <c:v>0.6603053212</c:v>
                </c:pt>
                <c:pt idx="65">
                  <c:v>0.6412213445</c:v>
                </c:pt>
                <c:pt idx="66">
                  <c:v>0.6183205843</c:v>
                </c:pt>
                <c:pt idx="67">
                  <c:v>0.6412213445</c:v>
                </c:pt>
                <c:pt idx="68">
                  <c:v>0.6488549709</c:v>
                </c:pt>
                <c:pt idx="69">
                  <c:v>0.6221374273</c:v>
                </c:pt>
                <c:pt idx="70">
                  <c:v>0.6030534506</c:v>
                </c:pt>
                <c:pt idx="71">
                  <c:v>0.6183205843</c:v>
                </c:pt>
                <c:pt idx="72">
                  <c:v>0.6412213445</c:v>
                </c:pt>
                <c:pt idx="73">
                  <c:v>0.6183205843</c:v>
                </c:pt>
                <c:pt idx="74">
                  <c:v>0.6106870174</c:v>
                </c:pt>
                <c:pt idx="75">
                  <c:v>0.6526717544</c:v>
                </c:pt>
                <c:pt idx="76">
                  <c:v>0.6335877776</c:v>
                </c:pt>
                <c:pt idx="77">
                  <c:v>0.6183205843</c:v>
                </c:pt>
                <c:pt idx="78">
                  <c:v>0.6564885378</c:v>
                </c:pt>
                <c:pt idx="79">
                  <c:v>0.6488549709</c:v>
                </c:pt>
                <c:pt idx="80">
                  <c:v>0.5877862573</c:v>
                </c:pt>
                <c:pt idx="81">
                  <c:v>0.6412213445</c:v>
                </c:pt>
                <c:pt idx="82">
                  <c:v>0.6488549709</c:v>
                </c:pt>
                <c:pt idx="83">
                  <c:v>0.6259542108</c:v>
                </c:pt>
                <c:pt idx="84">
                  <c:v>0.6832060814</c:v>
                </c:pt>
                <c:pt idx="85">
                  <c:v>0.6488549709</c:v>
                </c:pt>
                <c:pt idx="86">
                  <c:v>0.6450381875</c:v>
                </c:pt>
                <c:pt idx="87">
                  <c:v>0.6221374273</c:v>
                </c:pt>
                <c:pt idx="88">
                  <c:v>0.6526717544</c:v>
                </c:pt>
                <c:pt idx="89">
                  <c:v>0.679389298</c:v>
                </c:pt>
                <c:pt idx="90">
                  <c:v>0.6526717544</c:v>
                </c:pt>
                <c:pt idx="91">
                  <c:v>0.6450381875</c:v>
                </c:pt>
                <c:pt idx="92">
                  <c:v>0.6297709942</c:v>
                </c:pt>
                <c:pt idx="93">
                  <c:v>0.6183205843</c:v>
                </c:pt>
                <c:pt idx="94">
                  <c:v>0.6145038009</c:v>
                </c:pt>
                <c:pt idx="95">
                  <c:v>0.606870234</c:v>
                </c:pt>
                <c:pt idx="96">
                  <c:v>0.6641221642</c:v>
                </c:pt>
                <c:pt idx="97">
                  <c:v>0.6450381875</c:v>
                </c:pt>
                <c:pt idx="98">
                  <c:v>0.5992366672</c:v>
                </c:pt>
                <c:pt idx="99">
                  <c:v>0.6488549709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0.5441176295</c:v>
                </c:pt>
                <c:pt idx="13">
                  <c:v>0.5441176295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0.5441176295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0.5441176295</c:v>
                </c:pt>
                <c:pt idx="43">
                  <c:v>0.5441176295</c:v>
                </c:pt>
                <c:pt idx="44">
                  <c:v>0.5441176295</c:v>
                </c:pt>
                <c:pt idx="45">
                  <c:v>0.5441176295</c:v>
                </c:pt>
                <c:pt idx="46">
                  <c:v>0.5441176295</c:v>
                </c:pt>
                <c:pt idx="47">
                  <c:v>0.5294117928</c:v>
                </c:pt>
                <c:pt idx="48">
                  <c:v>0.5294117928</c:v>
                </c:pt>
                <c:pt idx="49">
                  <c:v>0.5294117928</c:v>
                </c:pt>
                <c:pt idx="50">
                  <c:v>0.5294117928</c:v>
                </c:pt>
                <c:pt idx="51">
                  <c:v>0.5441176295</c:v>
                </c:pt>
                <c:pt idx="52">
                  <c:v>0.5441176295</c:v>
                </c:pt>
                <c:pt idx="53">
                  <c:v>0.5441176295</c:v>
                </c:pt>
                <c:pt idx="54">
                  <c:v>0.5441176295</c:v>
                </c:pt>
                <c:pt idx="55">
                  <c:v>0.5441176295</c:v>
                </c:pt>
                <c:pt idx="56">
                  <c:v>0.5441176295</c:v>
                </c:pt>
                <c:pt idx="57">
                  <c:v>0.5441176295</c:v>
                </c:pt>
                <c:pt idx="58">
                  <c:v>0.5441176295</c:v>
                </c:pt>
                <c:pt idx="59">
                  <c:v>0.5441176295</c:v>
                </c:pt>
                <c:pt idx="60">
                  <c:v>0.5441176295</c:v>
                </c:pt>
                <c:pt idx="61">
                  <c:v>0.5441176295</c:v>
                </c:pt>
                <c:pt idx="62">
                  <c:v>0.5441176295</c:v>
                </c:pt>
                <c:pt idx="63">
                  <c:v>0.5441176295</c:v>
                </c:pt>
                <c:pt idx="64">
                  <c:v>0.5441176295</c:v>
                </c:pt>
                <c:pt idx="65">
                  <c:v>0.5441176295</c:v>
                </c:pt>
                <c:pt idx="66">
                  <c:v>0.5441176295</c:v>
                </c:pt>
                <c:pt idx="67">
                  <c:v>0.5441176295</c:v>
                </c:pt>
                <c:pt idx="68">
                  <c:v>0.5441176295</c:v>
                </c:pt>
                <c:pt idx="69">
                  <c:v>0.5441176295</c:v>
                </c:pt>
                <c:pt idx="70">
                  <c:v>0.5588235259</c:v>
                </c:pt>
                <c:pt idx="71">
                  <c:v>0.5588235259</c:v>
                </c:pt>
                <c:pt idx="72">
                  <c:v>0.5441176295</c:v>
                </c:pt>
                <c:pt idx="73">
                  <c:v>0.5441176295</c:v>
                </c:pt>
                <c:pt idx="74">
                  <c:v>0.5441176295</c:v>
                </c:pt>
                <c:pt idx="75">
                  <c:v>0.5441176295</c:v>
                </c:pt>
                <c:pt idx="76">
                  <c:v>0.5441176295</c:v>
                </c:pt>
                <c:pt idx="77">
                  <c:v>0.5441176295</c:v>
                </c:pt>
                <c:pt idx="78">
                  <c:v>0.5441176295</c:v>
                </c:pt>
                <c:pt idx="79">
                  <c:v>0.5441176295</c:v>
                </c:pt>
                <c:pt idx="80">
                  <c:v>0.5441176295</c:v>
                </c:pt>
                <c:pt idx="81">
                  <c:v>0.5441176295</c:v>
                </c:pt>
                <c:pt idx="82">
                  <c:v>0.5441176295</c:v>
                </c:pt>
                <c:pt idx="83">
                  <c:v>0.5441176295</c:v>
                </c:pt>
                <c:pt idx="84">
                  <c:v>0.5441176295</c:v>
                </c:pt>
                <c:pt idx="85">
                  <c:v>0.5441176295</c:v>
                </c:pt>
                <c:pt idx="86">
                  <c:v>0.5441176295</c:v>
                </c:pt>
                <c:pt idx="87">
                  <c:v>0.5441176295</c:v>
                </c:pt>
                <c:pt idx="88">
                  <c:v>0.5441176295</c:v>
                </c:pt>
                <c:pt idx="89">
                  <c:v>0.5441176295</c:v>
                </c:pt>
                <c:pt idx="90">
                  <c:v>0.5441176295</c:v>
                </c:pt>
                <c:pt idx="91">
                  <c:v>0.5441176295</c:v>
                </c:pt>
                <c:pt idx="92">
                  <c:v>0.5441176295</c:v>
                </c:pt>
                <c:pt idx="93">
                  <c:v>0.5441176295</c:v>
                </c:pt>
                <c:pt idx="94">
                  <c:v>0.5441176295</c:v>
                </c:pt>
                <c:pt idx="95">
                  <c:v>0.5441176295</c:v>
                </c:pt>
                <c:pt idx="96">
                  <c:v>0.5441176295</c:v>
                </c:pt>
                <c:pt idx="97">
                  <c:v>0.5441176295</c:v>
                </c:pt>
                <c:pt idx="98">
                  <c:v>0.5588235259</c:v>
                </c:pt>
                <c:pt idx="99">
                  <c:v>0.5588235259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0.679389298</c:v>
                </c:pt>
                <c:pt idx="1">
                  <c:v>0.7022900581</c:v>
                </c:pt>
                <c:pt idx="2">
                  <c:v>0.6526717544</c:v>
                </c:pt>
                <c:pt idx="3">
                  <c:v>0.6679389477</c:v>
                </c:pt>
                <c:pt idx="4">
                  <c:v>0.6832060814</c:v>
                </c:pt>
                <c:pt idx="5">
                  <c:v>0.6717557311</c:v>
                </c:pt>
                <c:pt idx="6">
                  <c:v>0.6946564913</c:v>
                </c:pt>
                <c:pt idx="7">
                  <c:v>0.679389298</c:v>
                </c:pt>
                <c:pt idx="8">
                  <c:v>0.6870229244</c:v>
                </c:pt>
                <c:pt idx="9">
                  <c:v>0.6641221642</c:v>
                </c:pt>
                <c:pt idx="10">
                  <c:v>0.6603053212</c:v>
                </c:pt>
                <c:pt idx="11">
                  <c:v>0.6717557311</c:v>
                </c:pt>
                <c:pt idx="12">
                  <c:v>0.6679389477</c:v>
                </c:pt>
                <c:pt idx="13">
                  <c:v>0.6564885378</c:v>
                </c:pt>
                <c:pt idx="14">
                  <c:v>0.6335877776</c:v>
                </c:pt>
                <c:pt idx="15">
                  <c:v>0.6717557311</c:v>
                </c:pt>
                <c:pt idx="16">
                  <c:v>0.7099236846</c:v>
                </c:pt>
                <c:pt idx="17">
                  <c:v>0.6641221642</c:v>
                </c:pt>
                <c:pt idx="18">
                  <c:v>0.6717557311</c:v>
                </c:pt>
                <c:pt idx="19">
                  <c:v>0.6641221642</c:v>
                </c:pt>
                <c:pt idx="20">
                  <c:v>0.6679389477</c:v>
                </c:pt>
                <c:pt idx="21">
                  <c:v>0.6450381875</c:v>
                </c:pt>
                <c:pt idx="22">
                  <c:v>0.6946564913</c:v>
                </c:pt>
                <c:pt idx="23">
                  <c:v>0.6908397079</c:v>
                </c:pt>
                <c:pt idx="24">
                  <c:v>0.6717557311</c:v>
                </c:pt>
                <c:pt idx="25">
                  <c:v>0.6412213445</c:v>
                </c:pt>
                <c:pt idx="26">
                  <c:v>0.679389298</c:v>
                </c:pt>
                <c:pt idx="27">
                  <c:v>0.6717557311</c:v>
                </c:pt>
                <c:pt idx="28">
                  <c:v>0.6870229244</c:v>
                </c:pt>
                <c:pt idx="29">
                  <c:v>0.6755725145</c:v>
                </c:pt>
                <c:pt idx="30">
                  <c:v>0.6870229244</c:v>
                </c:pt>
                <c:pt idx="31">
                  <c:v>0.6641221642</c:v>
                </c:pt>
                <c:pt idx="32">
                  <c:v>0.7290076613</c:v>
                </c:pt>
                <c:pt idx="33">
                  <c:v>0.7175572515</c:v>
                </c:pt>
                <c:pt idx="34">
                  <c:v>0.6603053212</c:v>
                </c:pt>
                <c:pt idx="35">
                  <c:v>0.6603053212</c:v>
                </c:pt>
                <c:pt idx="36">
                  <c:v>0.6832060814</c:v>
                </c:pt>
                <c:pt idx="37">
                  <c:v>0.6564885378</c:v>
                </c:pt>
                <c:pt idx="38">
                  <c:v>0.6717557311</c:v>
                </c:pt>
                <c:pt idx="39">
                  <c:v>0.6755725145</c:v>
                </c:pt>
                <c:pt idx="40">
                  <c:v>0.6717557311</c:v>
                </c:pt>
                <c:pt idx="41">
                  <c:v>0.6832060814</c:v>
                </c:pt>
                <c:pt idx="42">
                  <c:v>0.6755725145</c:v>
                </c:pt>
                <c:pt idx="43">
                  <c:v>0.6641221642</c:v>
                </c:pt>
                <c:pt idx="44">
                  <c:v>0.7366412282</c:v>
                </c:pt>
                <c:pt idx="45">
                  <c:v>0.6984732747</c:v>
                </c:pt>
                <c:pt idx="46">
                  <c:v>0.6641221642</c:v>
                </c:pt>
                <c:pt idx="47">
                  <c:v>0.7022900581</c:v>
                </c:pt>
                <c:pt idx="48">
                  <c:v>0.6946564913</c:v>
                </c:pt>
                <c:pt idx="49">
                  <c:v>0.6984732747</c:v>
                </c:pt>
                <c:pt idx="50">
                  <c:v>0.7099236846</c:v>
                </c:pt>
                <c:pt idx="51">
                  <c:v>0.6488549709</c:v>
                </c:pt>
                <c:pt idx="52">
                  <c:v>0.7099236846</c:v>
                </c:pt>
                <c:pt idx="53">
                  <c:v>0.6908397079</c:v>
                </c:pt>
                <c:pt idx="54">
                  <c:v>0.6908397079</c:v>
                </c:pt>
                <c:pt idx="55">
                  <c:v>0.679389298</c:v>
                </c:pt>
                <c:pt idx="56">
                  <c:v>0.6870229244</c:v>
                </c:pt>
                <c:pt idx="57">
                  <c:v>0.637404561</c:v>
                </c:pt>
                <c:pt idx="58">
                  <c:v>0.6984732747</c:v>
                </c:pt>
                <c:pt idx="59">
                  <c:v>0.6832060814</c:v>
                </c:pt>
                <c:pt idx="60">
                  <c:v>0.6603053212</c:v>
                </c:pt>
                <c:pt idx="61">
                  <c:v>0.6946564913</c:v>
                </c:pt>
                <c:pt idx="62">
                  <c:v>0.6564885378</c:v>
                </c:pt>
                <c:pt idx="63">
                  <c:v>0.6679389477</c:v>
                </c:pt>
                <c:pt idx="64">
                  <c:v>0.6870229244</c:v>
                </c:pt>
                <c:pt idx="65">
                  <c:v>0.7022900581</c:v>
                </c:pt>
                <c:pt idx="66">
                  <c:v>0.6832060814</c:v>
                </c:pt>
                <c:pt idx="67">
                  <c:v>0.6641221642</c:v>
                </c:pt>
                <c:pt idx="68">
                  <c:v>0.713740468</c:v>
                </c:pt>
                <c:pt idx="69">
                  <c:v>0.6755725145</c:v>
                </c:pt>
                <c:pt idx="70">
                  <c:v>0.6679389477</c:v>
                </c:pt>
                <c:pt idx="71">
                  <c:v>0.713740468</c:v>
                </c:pt>
                <c:pt idx="72">
                  <c:v>0.6870229244</c:v>
                </c:pt>
                <c:pt idx="73">
                  <c:v>0.7290076613</c:v>
                </c:pt>
                <c:pt idx="74">
                  <c:v>0.7022900581</c:v>
                </c:pt>
                <c:pt idx="75">
                  <c:v>0.679389298</c:v>
                </c:pt>
                <c:pt idx="76">
                  <c:v>0.6755725145</c:v>
                </c:pt>
                <c:pt idx="77">
                  <c:v>0.6488549709</c:v>
                </c:pt>
                <c:pt idx="78">
                  <c:v>0.6946564913</c:v>
                </c:pt>
                <c:pt idx="79">
                  <c:v>0.7099236846</c:v>
                </c:pt>
                <c:pt idx="80">
                  <c:v>0.7213740349</c:v>
                </c:pt>
                <c:pt idx="81">
                  <c:v>0.679389298</c:v>
                </c:pt>
                <c:pt idx="82">
                  <c:v>0.6946564913</c:v>
                </c:pt>
                <c:pt idx="83">
                  <c:v>0.7366412282</c:v>
                </c:pt>
                <c:pt idx="84">
                  <c:v>0.7175572515</c:v>
                </c:pt>
                <c:pt idx="85">
                  <c:v>0.7061068416</c:v>
                </c:pt>
                <c:pt idx="86">
                  <c:v>0.7175572515</c:v>
                </c:pt>
                <c:pt idx="87">
                  <c:v>0.6908397079</c:v>
                </c:pt>
                <c:pt idx="88">
                  <c:v>0.7175572515</c:v>
                </c:pt>
                <c:pt idx="89">
                  <c:v>0.7099236846</c:v>
                </c:pt>
                <c:pt idx="90">
                  <c:v>0.7442747951</c:v>
                </c:pt>
                <c:pt idx="91">
                  <c:v>0.6755725145</c:v>
                </c:pt>
                <c:pt idx="92">
                  <c:v>0.6984732747</c:v>
                </c:pt>
                <c:pt idx="93">
                  <c:v>0.6946564913</c:v>
                </c:pt>
                <c:pt idx="94">
                  <c:v>0.6946564913</c:v>
                </c:pt>
                <c:pt idx="95">
                  <c:v>0.6641221642</c:v>
                </c:pt>
                <c:pt idx="96">
                  <c:v>0.7366412282</c:v>
                </c:pt>
                <c:pt idx="97">
                  <c:v>0.679389298</c:v>
                </c:pt>
                <c:pt idx="98">
                  <c:v>0.6679389477</c:v>
                </c:pt>
                <c:pt idx="99">
                  <c:v>0.7022900581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0.6029411554</c:v>
                </c:pt>
                <c:pt idx="1">
                  <c:v>0.6176470518</c:v>
                </c:pt>
                <c:pt idx="2">
                  <c:v>0.6176470518</c:v>
                </c:pt>
                <c:pt idx="3">
                  <c:v>0.6176470518</c:v>
                </c:pt>
                <c:pt idx="4">
                  <c:v>0.6176470518</c:v>
                </c:pt>
                <c:pt idx="5">
                  <c:v>0.6323529482</c:v>
                </c:pt>
                <c:pt idx="6">
                  <c:v>0.6323529482</c:v>
                </c:pt>
                <c:pt idx="7">
                  <c:v>0.6176470518</c:v>
                </c:pt>
                <c:pt idx="8">
                  <c:v>0.6323529482</c:v>
                </c:pt>
                <c:pt idx="9">
                  <c:v>0.6470588446</c:v>
                </c:pt>
                <c:pt idx="10">
                  <c:v>0.6470588446</c:v>
                </c:pt>
                <c:pt idx="11">
                  <c:v>0.6470588446</c:v>
                </c:pt>
                <c:pt idx="12">
                  <c:v>0.6470588446</c:v>
                </c:pt>
                <c:pt idx="13">
                  <c:v>0.6470588446</c:v>
                </c:pt>
                <c:pt idx="14">
                  <c:v>0.6470588446</c:v>
                </c:pt>
                <c:pt idx="15">
                  <c:v>0.6470588446</c:v>
                </c:pt>
                <c:pt idx="16">
                  <c:v>0.6470588446</c:v>
                </c:pt>
                <c:pt idx="17">
                  <c:v>0.6470588446</c:v>
                </c:pt>
                <c:pt idx="18">
                  <c:v>0.6470588446</c:v>
                </c:pt>
                <c:pt idx="19">
                  <c:v>0.6470588446</c:v>
                </c:pt>
                <c:pt idx="20">
                  <c:v>0.6470588446</c:v>
                </c:pt>
                <c:pt idx="21">
                  <c:v>0.6470588446</c:v>
                </c:pt>
                <c:pt idx="22">
                  <c:v>0.6470588446</c:v>
                </c:pt>
                <c:pt idx="23">
                  <c:v>0.6470588446</c:v>
                </c:pt>
                <c:pt idx="24">
                  <c:v>0.6470588446</c:v>
                </c:pt>
                <c:pt idx="25">
                  <c:v>0.6470588446</c:v>
                </c:pt>
                <c:pt idx="26">
                  <c:v>0.6470588446</c:v>
                </c:pt>
                <c:pt idx="27">
                  <c:v>0.6470588446</c:v>
                </c:pt>
                <c:pt idx="28">
                  <c:v>0.6470588446</c:v>
                </c:pt>
                <c:pt idx="29">
                  <c:v>0.6470588446</c:v>
                </c:pt>
                <c:pt idx="30">
                  <c:v>0.6470588446</c:v>
                </c:pt>
                <c:pt idx="31">
                  <c:v>0.6470588446</c:v>
                </c:pt>
                <c:pt idx="32">
                  <c:v>0.6470588446</c:v>
                </c:pt>
                <c:pt idx="33">
                  <c:v>0.6470588446</c:v>
                </c:pt>
                <c:pt idx="34">
                  <c:v>0.6470588446</c:v>
                </c:pt>
                <c:pt idx="35">
                  <c:v>0.6470588446</c:v>
                </c:pt>
                <c:pt idx="36">
                  <c:v>0.6470588446</c:v>
                </c:pt>
                <c:pt idx="37">
                  <c:v>0.6470588446</c:v>
                </c:pt>
                <c:pt idx="38">
                  <c:v>0.6470588446</c:v>
                </c:pt>
                <c:pt idx="39">
                  <c:v>0.6470588446</c:v>
                </c:pt>
                <c:pt idx="40">
                  <c:v>0.6470588446</c:v>
                </c:pt>
                <c:pt idx="41">
                  <c:v>0.6470588446</c:v>
                </c:pt>
                <c:pt idx="42">
                  <c:v>0.6470588446</c:v>
                </c:pt>
                <c:pt idx="43">
                  <c:v>0.6470588446</c:v>
                </c:pt>
                <c:pt idx="44">
                  <c:v>0.6470588446</c:v>
                </c:pt>
                <c:pt idx="45">
                  <c:v>0.6470588446</c:v>
                </c:pt>
                <c:pt idx="46">
                  <c:v>0.6470588446</c:v>
                </c:pt>
                <c:pt idx="47">
                  <c:v>0.6470588446</c:v>
                </c:pt>
                <c:pt idx="48">
                  <c:v>0.6470588446</c:v>
                </c:pt>
                <c:pt idx="49">
                  <c:v>0.6470588446</c:v>
                </c:pt>
                <c:pt idx="50">
                  <c:v>0.6470588446</c:v>
                </c:pt>
                <c:pt idx="51">
                  <c:v>0.6470588446</c:v>
                </c:pt>
                <c:pt idx="52">
                  <c:v>0.6470588446</c:v>
                </c:pt>
                <c:pt idx="53">
                  <c:v>0.6470588446</c:v>
                </c:pt>
                <c:pt idx="54">
                  <c:v>0.6470588446</c:v>
                </c:pt>
                <c:pt idx="55">
                  <c:v>0.6470588446</c:v>
                </c:pt>
                <c:pt idx="56">
                  <c:v>0.6470588446</c:v>
                </c:pt>
                <c:pt idx="57">
                  <c:v>0.6470588446</c:v>
                </c:pt>
                <c:pt idx="58">
                  <c:v>0.6470588446</c:v>
                </c:pt>
                <c:pt idx="59">
                  <c:v>0.6470588446</c:v>
                </c:pt>
                <c:pt idx="60">
                  <c:v>0.6470588446</c:v>
                </c:pt>
                <c:pt idx="61">
                  <c:v>0.6470588446</c:v>
                </c:pt>
                <c:pt idx="62">
                  <c:v>0.6470588446</c:v>
                </c:pt>
                <c:pt idx="63">
                  <c:v>0.6470588446</c:v>
                </c:pt>
                <c:pt idx="64">
                  <c:v>0.6470588446</c:v>
                </c:pt>
                <c:pt idx="65">
                  <c:v>0.6470588446</c:v>
                </c:pt>
                <c:pt idx="66">
                  <c:v>0.6470588446</c:v>
                </c:pt>
                <c:pt idx="67">
                  <c:v>0.6470588446</c:v>
                </c:pt>
                <c:pt idx="68">
                  <c:v>0.6470588446</c:v>
                </c:pt>
                <c:pt idx="69">
                  <c:v>0.6470588446</c:v>
                </c:pt>
                <c:pt idx="70">
                  <c:v>0.6470588446</c:v>
                </c:pt>
                <c:pt idx="71">
                  <c:v>0.6470588446</c:v>
                </c:pt>
                <c:pt idx="72">
                  <c:v>0.6470588446</c:v>
                </c:pt>
                <c:pt idx="73">
                  <c:v>0.6470588446</c:v>
                </c:pt>
                <c:pt idx="74">
                  <c:v>0.6470588446</c:v>
                </c:pt>
                <c:pt idx="75">
                  <c:v>0.6470588446</c:v>
                </c:pt>
                <c:pt idx="76">
                  <c:v>0.6470588446</c:v>
                </c:pt>
                <c:pt idx="77">
                  <c:v>0.6470588446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0.6617646813</c:v>
                </c:pt>
                <c:pt idx="82">
                  <c:v>0.6617646813</c:v>
                </c:pt>
                <c:pt idx="83">
                  <c:v>0.6617646813</c:v>
                </c:pt>
                <c:pt idx="84">
                  <c:v>0.6617646813</c:v>
                </c:pt>
                <c:pt idx="85">
                  <c:v>0.6617646813</c:v>
                </c:pt>
                <c:pt idx="86">
                  <c:v>0.6617646813</c:v>
                </c:pt>
                <c:pt idx="87">
                  <c:v>0.6617646813</c:v>
                </c:pt>
                <c:pt idx="88">
                  <c:v>0.6617646813</c:v>
                </c:pt>
                <c:pt idx="89">
                  <c:v>0.6617646813</c:v>
                </c:pt>
                <c:pt idx="90">
                  <c:v>0.6617646813</c:v>
                </c:pt>
                <c:pt idx="91">
                  <c:v>0.6617646813</c:v>
                </c:pt>
                <c:pt idx="92">
                  <c:v>0.6617646813</c:v>
                </c:pt>
                <c:pt idx="93">
                  <c:v>0.6617646813</c:v>
                </c:pt>
                <c:pt idx="94">
                  <c:v>0.6617646813</c:v>
                </c:pt>
                <c:pt idx="95">
                  <c:v>0.6617646813</c:v>
                </c:pt>
                <c:pt idx="96">
                  <c:v>0.6617646813</c:v>
                </c:pt>
                <c:pt idx="97">
                  <c:v>0.6617646813</c:v>
                </c:pt>
                <c:pt idx="98">
                  <c:v>0.6617646813</c:v>
                </c:pt>
                <c:pt idx="99">
                  <c:v>0.6617646813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1.0063345432</c:v>
                </c:pt>
                <c:pt idx="1">
                  <c:v>0.9477063417</c:v>
                </c:pt>
                <c:pt idx="2">
                  <c:v>0.9386557937</c:v>
                </c:pt>
                <c:pt idx="3">
                  <c:v>0.8859112859</c:v>
                </c:pt>
                <c:pt idx="4">
                  <c:v>0.8857915998</c:v>
                </c:pt>
                <c:pt idx="5">
                  <c:v>0.8536201119</c:v>
                </c:pt>
                <c:pt idx="6">
                  <c:v>0.8099465966</c:v>
                </c:pt>
                <c:pt idx="7">
                  <c:v>0.8142147064</c:v>
                </c:pt>
                <c:pt idx="8">
                  <c:v>0.8043378592</c:v>
                </c:pt>
                <c:pt idx="9">
                  <c:v>0.8114306331</c:v>
                </c:pt>
                <c:pt idx="10">
                  <c:v>0.7771804929</c:v>
                </c:pt>
                <c:pt idx="11">
                  <c:v>0.7651532292</c:v>
                </c:pt>
                <c:pt idx="12">
                  <c:v>0.7357944846</c:v>
                </c:pt>
                <c:pt idx="13">
                  <c:v>0.7410109043</c:v>
                </c:pt>
                <c:pt idx="14">
                  <c:v>0.7361094356</c:v>
                </c:pt>
                <c:pt idx="15">
                  <c:v>0.6937033534</c:v>
                </c:pt>
                <c:pt idx="16">
                  <c:v>0.7159009576</c:v>
                </c:pt>
                <c:pt idx="17">
                  <c:v>0.7388908863</c:v>
                </c:pt>
                <c:pt idx="18">
                  <c:v>0.691919148</c:v>
                </c:pt>
                <c:pt idx="19">
                  <c:v>0.6326645017</c:v>
                </c:pt>
                <c:pt idx="20">
                  <c:v>0.7054960132</c:v>
                </c:pt>
                <c:pt idx="21">
                  <c:v>0.692186296</c:v>
                </c:pt>
                <c:pt idx="22">
                  <c:v>0.7316333055</c:v>
                </c:pt>
                <c:pt idx="23">
                  <c:v>0.6669522524</c:v>
                </c:pt>
                <c:pt idx="24">
                  <c:v>0.6883838177</c:v>
                </c:pt>
                <c:pt idx="25">
                  <c:v>0.6767850518</c:v>
                </c:pt>
                <c:pt idx="26">
                  <c:v>0.7057898045</c:v>
                </c:pt>
                <c:pt idx="27">
                  <c:v>0.6659365296</c:v>
                </c:pt>
                <c:pt idx="28">
                  <c:v>0.6582581997</c:v>
                </c:pt>
                <c:pt idx="29">
                  <c:v>0.6908293962</c:v>
                </c:pt>
                <c:pt idx="30">
                  <c:v>0.681502521</c:v>
                </c:pt>
                <c:pt idx="31">
                  <c:v>0.6757952571</c:v>
                </c:pt>
                <c:pt idx="32">
                  <c:v>0.6578055024</c:v>
                </c:pt>
                <c:pt idx="33">
                  <c:v>0.6498685479</c:v>
                </c:pt>
                <c:pt idx="34">
                  <c:v>0.6465232968</c:v>
                </c:pt>
                <c:pt idx="35">
                  <c:v>0.6564908028</c:v>
                </c:pt>
                <c:pt idx="36">
                  <c:v>0.6519518495</c:v>
                </c:pt>
                <c:pt idx="37">
                  <c:v>0.683753252</c:v>
                </c:pt>
                <c:pt idx="38">
                  <c:v>0.6624134779</c:v>
                </c:pt>
                <c:pt idx="39">
                  <c:v>0.6704272032</c:v>
                </c:pt>
                <c:pt idx="40">
                  <c:v>0.6778997183</c:v>
                </c:pt>
                <c:pt idx="41">
                  <c:v>0.6689326167</c:v>
                </c:pt>
                <c:pt idx="42">
                  <c:v>0.6869401336</c:v>
                </c:pt>
                <c:pt idx="43">
                  <c:v>0.6434227824</c:v>
                </c:pt>
                <c:pt idx="44">
                  <c:v>0.6656666994</c:v>
                </c:pt>
                <c:pt idx="45">
                  <c:v>0.6673880816</c:v>
                </c:pt>
                <c:pt idx="46">
                  <c:v>0.6524302363</c:v>
                </c:pt>
                <c:pt idx="47">
                  <c:v>0.6502698064</c:v>
                </c:pt>
                <c:pt idx="48">
                  <c:v>0.6672030091</c:v>
                </c:pt>
                <c:pt idx="49">
                  <c:v>0.6461168528</c:v>
                </c:pt>
                <c:pt idx="50">
                  <c:v>0.6400673985</c:v>
                </c:pt>
                <c:pt idx="51">
                  <c:v>0.6603892446</c:v>
                </c:pt>
                <c:pt idx="52">
                  <c:v>0.6534267068</c:v>
                </c:pt>
                <c:pt idx="53">
                  <c:v>0.6853727698</c:v>
                </c:pt>
                <c:pt idx="54">
                  <c:v>0.6620796323</c:v>
                </c:pt>
                <c:pt idx="55">
                  <c:v>0.6657587886</c:v>
                </c:pt>
                <c:pt idx="56">
                  <c:v>0.6834046841</c:v>
                </c:pt>
                <c:pt idx="57">
                  <c:v>0.6591272354</c:v>
                </c:pt>
                <c:pt idx="58">
                  <c:v>0.6520498395</c:v>
                </c:pt>
                <c:pt idx="59">
                  <c:v>0.6676261425</c:v>
                </c:pt>
                <c:pt idx="60">
                  <c:v>0.6505334973</c:v>
                </c:pt>
                <c:pt idx="61">
                  <c:v>0.6538494229</c:v>
                </c:pt>
                <c:pt idx="62">
                  <c:v>0.6410107017</c:v>
                </c:pt>
                <c:pt idx="63">
                  <c:v>0.6535826325</c:v>
                </c:pt>
                <c:pt idx="64">
                  <c:v>0.6421151161</c:v>
                </c:pt>
                <c:pt idx="65">
                  <c:v>0.6393787861</c:v>
                </c:pt>
                <c:pt idx="66">
                  <c:v>0.6554942131</c:v>
                </c:pt>
                <c:pt idx="67">
                  <c:v>0.6539025307</c:v>
                </c:pt>
                <c:pt idx="68">
                  <c:v>0.6580995917</c:v>
                </c:pt>
                <c:pt idx="69">
                  <c:v>0.6585956812</c:v>
                </c:pt>
                <c:pt idx="70">
                  <c:v>0.6637663841</c:v>
                </c:pt>
                <c:pt idx="71">
                  <c:v>0.663128376</c:v>
                </c:pt>
                <c:pt idx="72">
                  <c:v>0.6526504755</c:v>
                </c:pt>
                <c:pt idx="73">
                  <c:v>0.6598790884</c:v>
                </c:pt>
                <c:pt idx="74">
                  <c:v>0.65512532</c:v>
                </c:pt>
                <c:pt idx="75">
                  <c:v>0.6372711658</c:v>
                </c:pt>
                <c:pt idx="76">
                  <c:v>0.6516376734</c:v>
                </c:pt>
                <c:pt idx="77">
                  <c:v>0.6656804681</c:v>
                </c:pt>
                <c:pt idx="78">
                  <c:v>0.6446240544</c:v>
                </c:pt>
                <c:pt idx="79">
                  <c:v>0.6496540904</c:v>
                </c:pt>
                <c:pt idx="80">
                  <c:v>0.6598866582</c:v>
                </c:pt>
                <c:pt idx="81">
                  <c:v>0.6417790055</c:v>
                </c:pt>
                <c:pt idx="82">
                  <c:v>0.6491459012</c:v>
                </c:pt>
                <c:pt idx="83">
                  <c:v>0.649292469</c:v>
                </c:pt>
                <c:pt idx="84">
                  <c:v>0.6277646422</c:v>
                </c:pt>
                <c:pt idx="85">
                  <c:v>0.6474645734</c:v>
                </c:pt>
                <c:pt idx="86">
                  <c:v>0.6323841214</c:v>
                </c:pt>
                <c:pt idx="87">
                  <c:v>0.654210031</c:v>
                </c:pt>
                <c:pt idx="88">
                  <c:v>0.6386896968</c:v>
                </c:pt>
                <c:pt idx="89">
                  <c:v>0.6410592794</c:v>
                </c:pt>
                <c:pt idx="90">
                  <c:v>0.6474323869</c:v>
                </c:pt>
                <c:pt idx="91">
                  <c:v>0.6458948255</c:v>
                </c:pt>
                <c:pt idx="92">
                  <c:v>0.6702548862</c:v>
                </c:pt>
                <c:pt idx="93">
                  <c:v>0.6557986736</c:v>
                </c:pt>
                <c:pt idx="94">
                  <c:v>0.6590662599</c:v>
                </c:pt>
                <c:pt idx="95">
                  <c:v>0.6677157879</c:v>
                </c:pt>
                <c:pt idx="96">
                  <c:v>0.6385514736</c:v>
                </c:pt>
                <c:pt idx="97">
                  <c:v>0.6511784792</c:v>
                </c:pt>
                <c:pt idx="98">
                  <c:v>0.6695970893</c:v>
                </c:pt>
                <c:pt idx="99">
                  <c:v>0.6506105065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1.2509633303</c:v>
                </c:pt>
                <c:pt idx="1">
                  <c:v>1.207734704</c:v>
                </c:pt>
                <c:pt idx="2">
                  <c:v>1.1683151722</c:v>
                </c:pt>
                <c:pt idx="3">
                  <c:v>1.133641243</c:v>
                </c:pt>
                <c:pt idx="4">
                  <c:v>1.1024879217</c:v>
                </c:pt>
                <c:pt idx="5">
                  <c:v>1.0721752644</c:v>
                </c:pt>
                <c:pt idx="6">
                  <c:v>1.0445455313</c:v>
                </c:pt>
                <c:pt idx="7">
                  <c:v>1.0202180147</c:v>
                </c:pt>
                <c:pt idx="8">
                  <c:v>0.9954071045</c:v>
                </c:pt>
                <c:pt idx="9">
                  <c:v>0.9735381007</c:v>
                </c:pt>
                <c:pt idx="10">
                  <c:v>0.9536769986</c:v>
                </c:pt>
                <c:pt idx="11">
                  <c:v>0.9358134866</c:v>
                </c:pt>
                <c:pt idx="12">
                  <c:v>0.9198679328</c:v>
                </c:pt>
                <c:pt idx="13">
                  <c:v>0.9045850635</c:v>
                </c:pt>
                <c:pt idx="14">
                  <c:v>0.8895663619</c:v>
                </c:pt>
                <c:pt idx="15">
                  <c:v>0.8783543706</c:v>
                </c:pt>
                <c:pt idx="16">
                  <c:v>0.8681533933</c:v>
                </c:pt>
                <c:pt idx="17">
                  <c:v>0.8584870696</c:v>
                </c:pt>
                <c:pt idx="18">
                  <c:v>0.8493401408</c:v>
                </c:pt>
                <c:pt idx="19">
                  <c:v>0.8416535258</c:v>
                </c:pt>
                <c:pt idx="20">
                  <c:v>0.8338104486</c:v>
                </c:pt>
                <c:pt idx="21">
                  <c:v>0.8268358111</c:v>
                </c:pt>
                <c:pt idx="22">
                  <c:v>0.8192450404</c:v>
                </c:pt>
                <c:pt idx="23">
                  <c:v>0.8125085235</c:v>
                </c:pt>
                <c:pt idx="24">
                  <c:v>0.8058670759</c:v>
                </c:pt>
                <c:pt idx="25">
                  <c:v>0.8005169034</c:v>
                </c:pt>
                <c:pt idx="26">
                  <c:v>0.7940351963</c:v>
                </c:pt>
                <c:pt idx="27">
                  <c:v>0.7870917916</c:v>
                </c:pt>
                <c:pt idx="28">
                  <c:v>0.7827666402</c:v>
                </c:pt>
                <c:pt idx="29">
                  <c:v>0.7780578136</c:v>
                </c:pt>
                <c:pt idx="30">
                  <c:v>0.7726483345</c:v>
                </c:pt>
                <c:pt idx="31">
                  <c:v>0.7681629062</c:v>
                </c:pt>
                <c:pt idx="32">
                  <c:v>0.7636266947</c:v>
                </c:pt>
                <c:pt idx="33">
                  <c:v>0.759578824</c:v>
                </c:pt>
                <c:pt idx="34">
                  <c:v>0.7571380138</c:v>
                </c:pt>
                <c:pt idx="35">
                  <c:v>0.7539854646</c:v>
                </c:pt>
                <c:pt idx="36">
                  <c:v>0.7514663339</c:v>
                </c:pt>
                <c:pt idx="37">
                  <c:v>0.7472850084</c:v>
                </c:pt>
                <c:pt idx="38">
                  <c:v>0.743796289</c:v>
                </c:pt>
                <c:pt idx="39">
                  <c:v>0.7399744391</c:v>
                </c:pt>
                <c:pt idx="40">
                  <c:v>0.7357415557</c:v>
                </c:pt>
                <c:pt idx="41">
                  <c:v>0.732154727</c:v>
                </c:pt>
                <c:pt idx="42">
                  <c:v>0.7295069695</c:v>
                </c:pt>
                <c:pt idx="43">
                  <c:v>0.7273920774</c:v>
                </c:pt>
                <c:pt idx="44">
                  <c:v>0.724876523</c:v>
                </c:pt>
                <c:pt idx="45">
                  <c:v>0.7223777175</c:v>
                </c:pt>
                <c:pt idx="46">
                  <c:v>0.7202487588</c:v>
                </c:pt>
                <c:pt idx="47">
                  <c:v>0.7181677818</c:v>
                </c:pt>
                <c:pt idx="48">
                  <c:v>0.7165514827</c:v>
                </c:pt>
                <c:pt idx="49">
                  <c:v>0.7150549293</c:v>
                </c:pt>
                <c:pt idx="50">
                  <c:v>0.7137979865</c:v>
                </c:pt>
                <c:pt idx="51">
                  <c:v>0.7114313841</c:v>
                </c:pt>
                <c:pt idx="52">
                  <c:v>0.7089091539</c:v>
                </c:pt>
                <c:pt idx="53">
                  <c:v>0.7052983642</c:v>
                </c:pt>
                <c:pt idx="54">
                  <c:v>0.7034752369</c:v>
                </c:pt>
                <c:pt idx="55">
                  <c:v>0.7016075253</c:v>
                </c:pt>
                <c:pt idx="56">
                  <c:v>0.699116528</c:v>
                </c:pt>
                <c:pt idx="57">
                  <c:v>0.6952528358</c:v>
                </c:pt>
                <c:pt idx="58">
                  <c:v>0.69364959</c:v>
                </c:pt>
                <c:pt idx="59">
                  <c:v>0.6933787465</c:v>
                </c:pt>
                <c:pt idx="60">
                  <c:v>0.6929255128</c:v>
                </c:pt>
                <c:pt idx="61">
                  <c:v>0.6922221184</c:v>
                </c:pt>
                <c:pt idx="62">
                  <c:v>0.6911215782</c:v>
                </c:pt>
                <c:pt idx="63">
                  <c:v>0.6908552051</c:v>
                </c:pt>
                <c:pt idx="64">
                  <c:v>0.6915456653</c:v>
                </c:pt>
                <c:pt idx="65">
                  <c:v>0.6906080842</c:v>
                </c:pt>
                <c:pt idx="66">
                  <c:v>0.6886869073</c:v>
                </c:pt>
                <c:pt idx="67">
                  <c:v>0.6880518794</c:v>
                </c:pt>
                <c:pt idx="68">
                  <c:v>0.6872368455</c:v>
                </c:pt>
                <c:pt idx="69">
                  <c:v>0.6862187982</c:v>
                </c:pt>
                <c:pt idx="70">
                  <c:v>0.6849280596</c:v>
                </c:pt>
                <c:pt idx="71">
                  <c:v>0.6830682755</c:v>
                </c:pt>
                <c:pt idx="72">
                  <c:v>0.6800649762</c:v>
                </c:pt>
                <c:pt idx="73">
                  <c:v>0.6779364347</c:v>
                </c:pt>
                <c:pt idx="74">
                  <c:v>0.6752842069</c:v>
                </c:pt>
                <c:pt idx="75">
                  <c:v>0.673104167</c:v>
                </c:pt>
                <c:pt idx="76">
                  <c:v>0.6708759069</c:v>
                </c:pt>
                <c:pt idx="77">
                  <c:v>0.6694792509</c:v>
                </c:pt>
                <c:pt idx="78">
                  <c:v>0.6684957743</c:v>
                </c:pt>
                <c:pt idx="79">
                  <c:v>0.6669925451</c:v>
                </c:pt>
                <c:pt idx="80">
                  <c:v>0.6674830317</c:v>
                </c:pt>
                <c:pt idx="81">
                  <c:v>0.6673616767</c:v>
                </c:pt>
                <c:pt idx="82">
                  <c:v>0.6670905352</c:v>
                </c:pt>
                <c:pt idx="83">
                  <c:v>0.6671464443</c:v>
                </c:pt>
                <c:pt idx="84">
                  <c:v>0.6674094796</c:v>
                </c:pt>
                <c:pt idx="85">
                  <c:v>0.6673068404</c:v>
                </c:pt>
                <c:pt idx="86">
                  <c:v>0.66704458</c:v>
                </c:pt>
                <c:pt idx="87">
                  <c:v>0.6665976644</c:v>
                </c:pt>
                <c:pt idx="88">
                  <c:v>0.6659616828</c:v>
                </c:pt>
                <c:pt idx="89">
                  <c:v>0.6658186316</c:v>
                </c:pt>
                <c:pt idx="90">
                  <c:v>0.6652027369</c:v>
                </c:pt>
                <c:pt idx="91">
                  <c:v>0.6642487645</c:v>
                </c:pt>
                <c:pt idx="92">
                  <c:v>0.6629524231</c:v>
                </c:pt>
                <c:pt idx="93">
                  <c:v>0.6605634093</c:v>
                </c:pt>
                <c:pt idx="94">
                  <c:v>0.6583048105</c:v>
                </c:pt>
                <c:pt idx="95">
                  <c:v>0.6564116478</c:v>
                </c:pt>
                <c:pt idx="96">
                  <c:v>0.6545262933</c:v>
                </c:pt>
                <c:pt idx="97">
                  <c:v>0.654106915</c:v>
                </c:pt>
                <c:pt idx="98">
                  <c:v>0.6528973579</c:v>
                </c:pt>
                <c:pt idx="99">
                  <c:v>0.6523430943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0.7938469648</c:v>
                </c:pt>
                <c:pt idx="1">
                  <c:v>0.7436810136</c:v>
                </c:pt>
                <c:pt idx="2">
                  <c:v>0.8026857376</c:v>
                </c:pt>
                <c:pt idx="3">
                  <c:v>0.7660501599</c:v>
                </c:pt>
                <c:pt idx="4">
                  <c:v>0.7366124392</c:v>
                </c:pt>
                <c:pt idx="5">
                  <c:v>0.7594705224</c:v>
                </c:pt>
                <c:pt idx="6">
                  <c:v>0.6945214272</c:v>
                </c:pt>
                <c:pt idx="7">
                  <c:v>0.7204460502</c:v>
                </c:pt>
                <c:pt idx="8">
                  <c:v>0.6629086137</c:v>
                </c:pt>
                <c:pt idx="9">
                  <c:v>0.6936911345</c:v>
                </c:pt>
                <c:pt idx="10">
                  <c:v>0.6987236738</c:v>
                </c:pt>
                <c:pt idx="11">
                  <c:v>0.6734243631</c:v>
                </c:pt>
                <c:pt idx="12">
                  <c:v>0.6677237749</c:v>
                </c:pt>
                <c:pt idx="13">
                  <c:v>0.6907695532</c:v>
                </c:pt>
                <c:pt idx="14">
                  <c:v>0.6834014058</c:v>
                </c:pt>
                <c:pt idx="15">
                  <c:v>0.6771567464</c:v>
                </c:pt>
                <c:pt idx="16">
                  <c:v>0.6180914044</c:v>
                </c:pt>
                <c:pt idx="17">
                  <c:v>0.6467359662</c:v>
                </c:pt>
                <c:pt idx="18">
                  <c:v>0.6555160284</c:v>
                </c:pt>
                <c:pt idx="19">
                  <c:v>0.6403589845</c:v>
                </c:pt>
                <c:pt idx="20">
                  <c:v>0.6435196996</c:v>
                </c:pt>
                <c:pt idx="21">
                  <c:v>0.6519406438</c:v>
                </c:pt>
                <c:pt idx="22">
                  <c:v>0.6266508698</c:v>
                </c:pt>
                <c:pt idx="23">
                  <c:v>0.6331422329</c:v>
                </c:pt>
                <c:pt idx="24">
                  <c:v>0.6472563744</c:v>
                </c:pt>
                <c:pt idx="25">
                  <c:v>0.6463550925</c:v>
                </c:pt>
                <c:pt idx="26">
                  <c:v>0.6334480047</c:v>
                </c:pt>
                <c:pt idx="27">
                  <c:v>0.6355507374</c:v>
                </c:pt>
                <c:pt idx="28">
                  <c:v>0.6218729019</c:v>
                </c:pt>
                <c:pt idx="29">
                  <c:v>0.6247637868</c:v>
                </c:pt>
                <c:pt idx="30">
                  <c:v>0.6270014644</c:v>
                </c:pt>
                <c:pt idx="31">
                  <c:v>0.6526200175</c:v>
                </c:pt>
                <c:pt idx="32">
                  <c:v>0.592867434</c:v>
                </c:pt>
                <c:pt idx="33">
                  <c:v>0.6113032699</c:v>
                </c:pt>
                <c:pt idx="34">
                  <c:v>0.6350345612</c:v>
                </c:pt>
                <c:pt idx="35">
                  <c:v>0.6425011158</c:v>
                </c:pt>
                <c:pt idx="36">
                  <c:v>0.6194839478</c:v>
                </c:pt>
                <c:pt idx="37">
                  <c:v>0.6392931938</c:v>
                </c:pt>
                <c:pt idx="38">
                  <c:v>0.629607141</c:v>
                </c:pt>
                <c:pt idx="39">
                  <c:v>0.6235162616</c:v>
                </c:pt>
                <c:pt idx="40">
                  <c:v>0.6241467595</c:v>
                </c:pt>
                <c:pt idx="41">
                  <c:v>0.6267247796</c:v>
                </c:pt>
                <c:pt idx="42">
                  <c:v>0.6048887968</c:v>
                </c:pt>
                <c:pt idx="43">
                  <c:v>0.634896636</c:v>
                </c:pt>
                <c:pt idx="44">
                  <c:v>0.5912173986</c:v>
                </c:pt>
                <c:pt idx="45">
                  <c:v>0.6189030409</c:v>
                </c:pt>
                <c:pt idx="46">
                  <c:v>0.6272794604</c:v>
                </c:pt>
                <c:pt idx="47">
                  <c:v>0.6132498384</c:v>
                </c:pt>
                <c:pt idx="48">
                  <c:v>0.6141650677</c:v>
                </c:pt>
                <c:pt idx="49">
                  <c:v>0.6172568202</c:v>
                </c:pt>
                <c:pt idx="50">
                  <c:v>0.6182134748</c:v>
                </c:pt>
                <c:pt idx="51">
                  <c:v>0.6453097463</c:v>
                </c:pt>
                <c:pt idx="52">
                  <c:v>0.6101052165</c:v>
                </c:pt>
                <c:pt idx="53">
                  <c:v>0.6076178551</c:v>
                </c:pt>
                <c:pt idx="54">
                  <c:v>0.6090976</c:v>
                </c:pt>
                <c:pt idx="55">
                  <c:v>0.6174571514</c:v>
                </c:pt>
                <c:pt idx="56">
                  <c:v>0.6244596243</c:v>
                </c:pt>
                <c:pt idx="57">
                  <c:v>0.64260149</c:v>
                </c:pt>
                <c:pt idx="58">
                  <c:v>0.6157123446</c:v>
                </c:pt>
                <c:pt idx="59">
                  <c:v>0.6190334558</c:v>
                </c:pt>
                <c:pt idx="60">
                  <c:v>0.6177905798</c:v>
                </c:pt>
                <c:pt idx="61">
                  <c:v>0.6174234748</c:v>
                </c:pt>
                <c:pt idx="62">
                  <c:v>0.6345342994</c:v>
                </c:pt>
                <c:pt idx="63">
                  <c:v>0.622010231</c:v>
                </c:pt>
                <c:pt idx="64">
                  <c:v>0.6196930408</c:v>
                </c:pt>
                <c:pt idx="65">
                  <c:v>0.6061877608</c:v>
                </c:pt>
                <c:pt idx="66">
                  <c:v>0.618173182</c:v>
                </c:pt>
                <c:pt idx="67">
                  <c:v>0.6320184469</c:v>
                </c:pt>
                <c:pt idx="68">
                  <c:v>0.5992407203</c:v>
                </c:pt>
                <c:pt idx="69">
                  <c:v>0.621037066</c:v>
                </c:pt>
                <c:pt idx="70">
                  <c:v>0.624938488</c:v>
                </c:pt>
                <c:pt idx="71">
                  <c:v>0.6118132472</c:v>
                </c:pt>
                <c:pt idx="72">
                  <c:v>0.6247359514</c:v>
                </c:pt>
                <c:pt idx="73">
                  <c:v>0.6084013581</c:v>
                </c:pt>
                <c:pt idx="74">
                  <c:v>0.6122254133</c:v>
                </c:pt>
                <c:pt idx="75">
                  <c:v>0.6174360514</c:v>
                </c:pt>
                <c:pt idx="76">
                  <c:v>0.6194219589</c:v>
                </c:pt>
                <c:pt idx="77">
                  <c:v>0.6361919641</c:v>
                </c:pt>
                <c:pt idx="78">
                  <c:v>0.5929447412</c:v>
                </c:pt>
                <c:pt idx="79">
                  <c:v>0.605083704</c:v>
                </c:pt>
                <c:pt idx="80">
                  <c:v>0.608755827</c:v>
                </c:pt>
                <c:pt idx="81">
                  <c:v>0.6139175892</c:v>
                </c:pt>
                <c:pt idx="82">
                  <c:v>0.6140704751</c:v>
                </c:pt>
                <c:pt idx="83">
                  <c:v>0.5837447047</c:v>
                </c:pt>
                <c:pt idx="84">
                  <c:v>0.5999819636</c:v>
                </c:pt>
                <c:pt idx="85">
                  <c:v>0.6073151827</c:v>
                </c:pt>
                <c:pt idx="86">
                  <c:v>0.5967101455</c:v>
                </c:pt>
                <c:pt idx="87">
                  <c:v>0.626408577</c:v>
                </c:pt>
                <c:pt idx="88">
                  <c:v>0.5985917449</c:v>
                </c:pt>
                <c:pt idx="89">
                  <c:v>0.6098279953</c:v>
                </c:pt>
                <c:pt idx="90">
                  <c:v>0.5882092118</c:v>
                </c:pt>
                <c:pt idx="91">
                  <c:v>0.6104031801</c:v>
                </c:pt>
                <c:pt idx="92">
                  <c:v>0.6084725261</c:v>
                </c:pt>
                <c:pt idx="93">
                  <c:v>0.6207814217</c:v>
                </c:pt>
                <c:pt idx="94">
                  <c:v>0.5983874202</c:v>
                </c:pt>
                <c:pt idx="95">
                  <c:v>0.6250922084</c:v>
                </c:pt>
                <c:pt idx="96">
                  <c:v>0.5903246999</c:v>
                </c:pt>
                <c:pt idx="97">
                  <c:v>0.6159662604</c:v>
                </c:pt>
                <c:pt idx="98">
                  <c:v>0.6274247766</c:v>
                </c:pt>
                <c:pt idx="99">
                  <c:v>0.6127824187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0.9883455634</c:v>
                </c:pt>
                <c:pt idx="1">
                  <c:v>0.9567319155</c:v>
                </c:pt>
                <c:pt idx="2">
                  <c:v>0.9303156734</c:v>
                </c:pt>
                <c:pt idx="3">
                  <c:v>0.9029996991</c:v>
                </c:pt>
                <c:pt idx="4">
                  <c:v>0.8791707158</c:v>
                </c:pt>
                <c:pt idx="5">
                  <c:v>0.8558436036</c:v>
                </c:pt>
                <c:pt idx="6">
                  <c:v>0.835056603</c:v>
                </c:pt>
                <c:pt idx="7">
                  <c:v>0.8152341843</c:v>
                </c:pt>
                <c:pt idx="8">
                  <c:v>0.7983804345</c:v>
                </c:pt>
                <c:pt idx="9">
                  <c:v>0.7842389345</c:v>
                </c:pt>
                <c:pt idx="10">
                  <c:v>0.7707576752</c:v>
                </c:pt>
                <c:pt idx="11">
                  <c:v>0.7583105564</c:v>
                </c:pt>
                <c:pt idx="12">
                  <c:v>0.7482327819</c:v>
                </c:pt>
                <c:pt idx="13">
                  <c:v>0.7379635572</c:v>
                </c:pt>
                <c:pt idx="14">
                  <c:v>0.7289862633</c:v>
                </c:pt>
                <c:pt idx="15">
                  <c:v>0.72037673</c:v>
                </c:pt>
                <c:pt idx="16">
                  <c:v>0.7123093605</c:v>
                </c:pt>
                <c:pt idx="17">
                  <c:v>0.7070160508</c:v>
                </c:pt>
                <c:pt idx="18">
                  <c:v>0.7011131644</c:v>
                </c:pt>
                <c:pt idx="19">
                  <c:v>0.6969942451</c:v>
                </c:pt>
                <c:pt idx="20">
                  <c:v>0.6928508282</c:v>
                </c:pt>
                <c:pt idx="21">
                  <c:v>0.6896804571</c:v>
                </c:pt>
                <c:pt idx="22">
                  <c:v>0.6881628633</c:v>
                </c:pt>
                <c:pt idx="23">
                  <c:v>0.6865279675</c:v>
                </c:pt>
                <c:pt idx="24">
                  <c:v>0.6824412346</c:v>
                </c:pt>
                <c:pt idx="25">
                  <c:v>0.678966105</c:v>
                </c:pt>
                <c:pt idx="26">
                  <c:v>0.6755566597</c:v>
                </c:pt>
                <c:pt idx="27">
                  <c:v>0.6735186577</c:v>
                </c:pt>
                <c:pt idx="28">
                  <c:v>0.6720350981</c:v>
                </c:pt>
                <c:pt idx="29">
                  <c:v>0.6700499654</c:v>
                </c:pt>
                <c:pt idx="30">
                  <c:v>0.6664967537</c:v>
                </c:pt>
                <c:pt idx="31">
                  <c:v>0.6649295688</c:v>
                </c:pt>
                <c:pt idx="32">
                  <c:v>0.6633623838</c:v>
                </c:pt>
                <c:pt idx="33">
                  <c:v>0.6628815532</c:v>
                </c:pt>
                <c:pt idx="34">
                  <c:v>0.6616783142</c:v>
                </c:pt>
                <c:pt idx="35">
                  <c:v>0.6606698036</c:v>
                </c:pt>
                <c:pt idx="36">
                  <c:v>0.6600291133</c:v>
                </c:pt>
                <c:pt idx="37">
                  <c:v>0.6578714848</c:v>
                </c:pt>
                <c:pt idx="38">
                  <c:v>0.6556532979</c:v>
                </c:pt>
                <c:pt idx="39">
                  <c:v>0.655197978</c:v>
                </c:pt>
                <c:pt idx="40">
                  <c:v>0.6550888419</c:v>
                </c:pt>
                <c:pt idx="41">
                  <c:v>0.6547043324</c:v>
                </c:pt>
                <c:pt idx="42">
                  <c:v>0.6542544365</c:v>
                </c:pt>
                <c:pt idx="43">
                  <c:v>0.6545387506</c:v>
                </c:pt>
                <c:pt idx="44">
                  <c:v>0.6539505124</c:v>
                </c:pt>
                <c:pt idx="45">
                  <c:v>0.6528370976</c:v>
                </c:pt>
                <c:pt idx="46">
                  <c:v>0.6523652673</c:v>
                </c:pt>
                <c:pt idx="47">
                  <c:v>0.651057303</c:v>
                </c:pt>
                <c:pt idx="48">
                  <c:v>0.6503247023</c:v>
                </c:pt>
                <c:pt idx="49">
                  <c:v>0.6496350169</c:v>
                </c:pt>
                <c:pt idx="50">
                  <c:v>0.6505018473</c:v>
                </c:pt>
                <c:pt idx="51">
                  <c:v>0.6495264769</c:v>
                </c:pt>
                <c:pt idx="52">
                  <c:v>0.6490822434</c:v>
                </c:pt>
                <c:pt idx="53">
                  <c:v>0.6486529112</c:v>
                </c:pt>
                <c:pt idx="54">
                  <c:v>0.6483469605</c:v>
                </c:pt>
                <c:pt idx="55">
                  <c:v>0.6491298676</c:v>
                </c:pt>
                <c:pt idx="56">
                  <c:v>0.649456799</c:v>
                </c:pt>
                <c:pt idx="57">
                  <c:v>0.6479751468</c:v>
                </c:pt>
                <c:pt idx="58">
                  <c:v>0.6472098231</c:v>
                </c:pt>
                <c:pt idx="59">
                  <c:v>0.6478561163</c:v>
                </c:pt>
                <c:pt idx="60">
                  <c:v>0.6482435465</c:v>
                </c:pt>
                <c:pt idx="61">
                  <c:v>0.6466758251</c:v>
                </c:pt>
                <c:pt idx="62">
                  <c:v>0.6461587548</c:v>
                </c:pt>
                <c:pt idx="63">
                  <c:v>0.6454327703</c:v>
                </c:pt>
                <c:pt idx="64">
                  <c:v>0.6447825432</c:v>
                </c:pt>
                <c:pt idx="65">
                  <c:v>0.6438005567</c:v>
                </c:pt>
                <c:pt idx="66">
                  <c:v>0.6436650157</c:v>
                </c:pt>
                <c:pt idx="67">
                  <c:v>0.6446793079</c:v>
                </c:pt>
                <c:pt idx="68">
                  <c:v>0.6448407173</c:v>
                </c:pt>
                <c:pt idx="69">
                  <c:v>0.6455740333</c:v>
                </c:pt>
                <c:pt idx="70">
                  <c:v>0.6461966634</c:v>
                </c:pt>
                <c:pt idx="71">
                  <c:v>0.646037817</c:v>
                </c:pt>
                <c:pt idx="72">
                  <c:v>0.6451642513</c:v>
                </c:pt>
                <c:pt idx="73">
                  <c:v>0.6447153687</c:v>
                </c:pt>
                <c:pt idx="74">
                  <c:v>0.6442843676</c:v>
                </c:pt>
                <c:pt idx="75">
                  <c:v>0.6446270943</c:v>
                </c:pt>
                <c:pt idx="76">
                  <c:v>0.6447594166</c:v>
                </c:pt>
                <c:pt idx="77">
                  <c:v>0.6444639564</c:v>
                </c:pt>
                <c:pt idx="78">
                  <c:v>0.6432970762</c:v>
                </c:pt>
                <c:pt idx="79">
                  <c:v>0.6412243247</c:v>
                </c:pt>
                <c:pt idx="80">
                  <c:v>0.6407167912</c:v>
                </c:pt>
                <c:pt idx="81">
                  <c:v>0.6408981681</c:v>
                </c:pt>
                <c:pt idx="82">
                  <c:v>0.6410810947</c:v>
                </c:pt>
                <c:pt idx="83">
                  <c:v>0.6420609951</c:v>
                </c:pt>
                <c:pt idx="84">
                  <c:v>0.6434623003</c:v>
                </c:pt>
                <c:pt idx="85">
                  <c:v>0.6431040168</c:v>
                </c:pt>
                <c:pt idx="86">
                  <c:v>0.6441107392</c:v>
                </c:pt>
                <c:pt idx="87">
                  <c:v>0.644729197</c:v>
                </c:pt>
                <c:pt idx="88">
                  <c:v>0.6444490552</c:v>
                </c:pt>
                <c:pt idx="89">
                  <c:v>0.6434277892</c:v>
                </c:pt>
                <c:pt idx="90">
                  <c:v>0.64351964</c:v>
                </c:pt>
                <c:pt idx="91">
                  <c:v>0.6441527605</c:v>
                </c:pt>
                <c:pt idx="92">
                  <c:v>0.6437077522</c:v>
                </c:pt>
                <c:pt idx="93">
                  <c:v>0.6425936222</c:v>
                </c:pt>
                <c:pt idx="94">
                  <c:v>0.6420856118</c:v>
                </c:pt>
                <c:pt idx="95">
                  <c:v>0.6402229667</c:v>
                </c:pt>
                <c:pt idx="96">
                  <c:v>0.6398088932</c:v>
                </c:pt>
                <c:pt idx="97">
                  <c:v>0.6396594048</c:v>
                </c:pt>
                <c:pt idx="98">
                  <c:v>0.6390963793</c:v>
                </c:pt>
                <c:pt idx="99">
                  <c:v>0.638471365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0.6526717544</c:v>
                </c:pt>
                <c:pt idx="1">
                  <c:v>0.637404561</c:v>
                </c:pt>
                <c:pt idx="2">
                  <c:v>0.6183205843</c:v>
                </c:pt>
                <c:pt idx="3">
                  <c:v>0.6564885378</c:v>
                </c:pt>
                <c:pt idx="4">
                  <c:v>0.6488549709</c:v>
                </c:pt>
                <c:pt idx="5">
                  <c:v>0.6335877776</c:v>
                </c:pt>
                <c:pt idx="6">
                  <c:v>0.6030534506</c:v>
                </c:pt>
                <c:pt idx="7">
                  <c:v>0.6030534506</c:v>
                </c:pt>
                <c:pt idx="8">
                  <c:v>0.6488549709</c:v>
                </c:pt>
                <c:pt idx="9">
                  <c:v>0.6259542108</c:v>
                </c:pt>
                <c:pt idx="10">
                  <c:v>0.6908397079</c:v>
                </c:pt>
                <c:pt idx="11">
                  <c:v>0.6259542108</c:v>
                </c:pt>
                <c:pt idx="12">
                  <c:v>0.637404561</c:v>
                </c:pt>
                <c:pt idx="13">
                  <c:v>0.6335877776</c:v>
                </c:pt>
                <c:pt idx="14">
                  <c:v>0.6526717544</c:v>
                </c:pt>
                <c:pt idx="15">
                  <c:v>0.6412213445</c:v>
                </c:pt>
                <c:pt idx="16">
                  <c:v>0.6335877776</c:v>
                </c:pt>
                <c:pt idx="17">
                  <c:v>0.6259542108</c:v>
                </c:pt>
                <c:pt idx="18">
                  <c:v>0.6564885378</c:v>
                </c:pt>
                <c:pt idx="19">
                  <c:v>0.6183205843</c:v>
                </c:pt>
                <c:pt idx="20">
                  <c:v>0.6412213445</c:v>
                </c:pt>
                <c:pt idx="21">
                  <c:v>0.6412213445</c:v>
                </c:pt>
                <c:pt idx="22">
                  <c:v>0.6183205843</c:v>
                </c:pt>
                <c:pt idx="23">
                  <c:v>0.5877862573</c:v>
                </c:pt>
                <c:pt idx="24">
                  <c:v>0.5801526904</c:v>
                </c:pt>
                <c:pt idx="25">
                  <c:v>0.6603053212</c:v>
                </c:pt>
                <c:pt idx="26">
                  <c:v>0.6412213445</c:v>
                </c:pt>
                <c:pt idx="27">
                  <c:v>0.6450381875</c:v>
                </c:pt>
                <c:pt idx="28">
                  <c:v>0.6488549709</c:v>
                </c:pt>
                <c:pt idx="29">
                  <c:v>0.6564885378</c:v>
                </c:pt>
                <c:pt idx="30">
                  <c:v>0.6450381875</c:v>
                </c:pt>
                <c:pt idx="31">
                  <c:v>0.6450381875</c:v>
                </c:pt>
                <c:pt idx="32">
                  <c:v>0.6488549709</c:v>
                </c:pt>
                <c:pt idx="33">
                  <c:v>0.6145038009</c:v>
                </c:pt>
                <c:pt idx="34">
                  <c:v>0.6984732747</c:v>
                </c:pt>
                <c:pt idx="35">
                  <c:v>0.6145038009</c:v>
                </c:pt>
                <c:pt idx="36">
                  <c:v>0.6488549709</c:v>
                </c:pt>
                <c:pt idx="37">
                  <c:v>0.6450381875</c:v>
                </c:pt>
                <c:pt idx="38">
                  <c:v>0.6450381875</c:v>
                </c:pt>
                <c:pt idx="39">
                  <c:v>0.6908397079</c:v>
                </c:pt>
                <c:pt idx="40">
                  <c:v>0.5992366672</c:v>
                </c:pt>
                <c:pt idx="41">
                  <c:v>0.6412213445</c:v>
                </c:pt>
                <c:pt idx="42">
                  <c:v>0.6450381875</c:v>
                </c:pt>
                <c:pt idx="43">
                  <c:v>0.6450381875</c:v>
                </c:pt>
                <c:pt idx="44">
                  <c:v>0.6183205843</c:v>
                </c:pt>
                <c:pt idx="45">
                  <c:v>0.6488549709</c:v>
                </c:pt>
                <c:pt idx="46">
                  <c:v>0.6564885378</c:v>
                </c:pt>
                <c:pt idx="47">
                  <c:v>0.6603053212</c:v>
                </c:pt>
                <c:pt idx="48">
                  <c:v>0.6717557311</c:v>
                </c:pt>
                <c:pt idx="49">
                  <c:v>0.6488549709</c:v>
                </c:pt>
                <c:pt idx="50">
                  <c:v>0.6297709942</c:v>
                </c:pt>
                <c:pt idx="51">
                  <c:v>0.6717557311</c:v>
                </c:pt>
                <c:pt idx="52">
                  <c:v>0.6679389477</c:v>
                </c:pt>
                <c:pt idx="53">
                  <c:v>0.6412213445</c:v>
                </c:pt>
                <c:pt idx="54">
                  <c:v>0.6335877776</c:v>
                </c:pt>
                <c:pt idx="55">
                  <c:v>0.6297709942</c:v>
                </c:pt>
                <c:pt idx="56">
                  <c:v>0.6488549709</c:v>
                </c:pt>
                <c:pt idx="57">
                  <c:v>0.6297709942</c:v>
                </c:pt>
                <c:pt idx="58">
                  <c:v>0.679389298</c:v>
                </c:pt>
                <c:pt idx="59">
                  <c:v>0.6221374273</c:v>
                </c:pt>
                <c:pt idx="60">
                  <c:v>0.6526717544</c:v>
                </c:pt>
                <c:pt idx="61">
                  <c:v>0.6908397079</c:v>
                </c:pt>
                <c:pt idx="62">
                  <c:v>0.6603053212</c:v>
                </c:pt>
                <c:pt idx="63">
                  <c:v>0.6717557311</c:v>
                </c:pt>
                <c:pt idx="64">
                  <c:v>0.6603053212</c:v>
                </c:pt>
                <c:pt idx="65">
                  <c:v>0.6526717544</c:v>
                </c:pt>
                <c:pt idx="66">
                  <c:v>0.6755725145</c:v>
                </c:pt>
                <c:pt idx="67">
                  <c:v>0.6450381875</c:v>
                </c:pt>
                <c:pt idx="68">
                  <c:v>0.6488549709</c:v>
                </c:pt>
                <c:pt idx="69">
                  <c:v>0.6679389477</c:v>
                </c:pt>
                <c:pt idx="70">
                  <c:v>0.6564885378</c:v>
                </c:pt>
                <c:pt idx="71">
                  <c:v>0.6221374273</c:v>
                </c:pt>
                <c:pt idx="72">
                  <c:v>0.6717557311</c:v>
                </c:pt>
                <c:pt idx="73">
                  <c:v>0.6335877776</c:v>
                </c:pt>
                <c:pt idx="74">
                  <c:v>0.6335877776</c:v>
                </c:pt>
                <c:pt idx="75">
                  <c:v>0.6641221642</c:v>
                </c:pt>
                <c:pt idx="76">
                  <c:v>0.6755725145</c:v>
                </c:pt>
                <c:pt idx="77">
                  <c:v>0.6564885378</c:v>
                </c:pt>
                <c:pt idx="78">
                  <c:v>0.6335877776</c:v>
                </c:pt>
                <c:pt idx="79">
                  <c:v>0.6412213445</c:v>
                </c:pt>
                <c:pt idx="80">
                  <c:v>0.6679389477</c:v>
                </c:pt>
                <c:pt idx="81">
                  <c:v>0.6488549709</c:v>
                </c:pt>
                <c:pt idx="82">
                  <c:v>0.6221374273</c:v>
                </c:pt>
                <c:pt idx="83">
                  <c:v>0.6221374273</c:v>
                </c:pt>
                <c:pt idx="84">
                  <c:v>0.6717557311</c:v>
                </c:pt>
                <c:pt idx="85">
                  <c:v>0.6564885378</c:v>
                </c:pt>
                <c:pt idx="86">
                  <c:v>0.6641221642</c:v>
                </c:pt>
                <c:pt idx="87">
                  <c:v>0.6832060814</c:v>
                </c:pt>
                <c:pt idx="88">
                  <c:v>0.6908397079</c:v>
                </c:pt>
                <c:pt idx="89">
                  <c:v>0.6603053212</c:v>
                </c:pt>
                <c:pt idx="90">
                  <c:v>0.6603053212</c:v>
                </c:pt>
                <c:pt idx="91">
                  <c:v>0.6450381875</c:v>
                </c:pt>
                <c:pt idx="92">
                  <c:v>0.6488549709</c:v>
                </c:pt>
                <c:pt idx="93">
                  <c:v>0.6717557311</c:v>
                </c:pt>
                <c:pt idx="94">
                  <c:v>0.6717557311</c:v>
                </c:pt>
                <c:pt idx="95">
                  <c:v>0.6526717544</c:v>
                </c:pt>
                <c:pt idx="96">
                  <c:v>0.6984732747</c:v>
                </c:pt>
                <c:pt idx="97">
                  <c:v>0.6641221642</c:v>
                </c:pt>
                <c:pt idx="98">
                  <c:v>0.6717557311</c:v>
                </c:pt>
                <c:pt idx="99">
                  <c:v>0.637404561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0.5294117928</c:v>
                </c:pt>
                <c:pt idx="13">
                  <c:v>0.5294117928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0.5294117928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0.5588235259</c:v>
                </c:pt>
                <c:pt idx="43">
                  <c:v>0.5588235259</c:v>
                </c:pt>
                <c:pt idx="44">
                  <c:v>0.5588235259</c:v>
                </c:pt>
                <c:pt idx="45">
                  <c:v>0.5588235259</c:v>
                </c:pt>
                <c:pt idx="46">
                  <c:v>0.5588235259</c:v>
                </c:pt>
                <c:pt idx="47">
                  <c:v>0.5588235259</c:v>
                </c:pt>
                <c:pt idx="48">
                  <c:v>0.5588235259</c:v>
                </c:pt>
                <c:pt idx="49">
                  <c:v>0.5588235259</c:v>
                </c:pt>
                <c:pt idx="50">
                  <c:v>0.5588235259</c:v>
                </c:pt>
                <c:pt idx="51">
                  <c:v>0.5588235259</c:v>
                </c:pt>
                <c:pt idx="52">
                  <c:v>0.5588235259</c:v>
                </c:pt>
                <c:pt idx="53">
                  <c:v>0.5588235259</c:v>
                </c:pt>
                <c:pt idx="54">
                  <c:v>0.5588235259</c:v>
                </c:pt>
                <c:pt idx="55">
                  <c:v>0.5588235259</c:v>
                </c:pt>
                <c:pt idx="56">
                  <c:v>0.5588235259</c:v>
                </c:pt>
                <c:pt idx="57">
                  <c:v>0.5735294223</c:v>
                </c:pt>
                <c:pt idx="58">
                  <c:v>0.5735294223</c:v>
                </c:pt>
                <c:pt idx="59">
                  <c:v>0.5735294223</c:v>
                </c:pt>
                <c:pt idx="60">
                  <c:v>0.5735294223</c:v>
                </c:pt>
                <c:pt idx="61">
                  <c:v>0.5735294223</c:v>
                </c:pt>
                <c:pt idx="62">
                  <c:v>0.5735294223</c:v>
                </c:pt>
                <c:pt idx="63">
                  <c:v>0.5735294223</c:v>
                </c:pt>
                <c:pt idx="64">
                  <c:v>0.5735294223</c:v>
                </c:pt>
                <c:pt idx="65">
                  <c:v>0.5735294223</c:v>
                </c:pt>
                <c:pt idx="66">
                  <c:v>0.5735294223</c:v>
                </c:pt>
                <c:pt idx="67">
                  <c:v>0.5735294223</c:v>
                </c:pt>
                <c:pt idx="68">
                  <c:v>0.5735294223</c:v>
                </c:pt>
                <c:pt idx="69">
                  <c:v>0.5735294223</c:v>
                </c:pt>
                <c:pt idx="70">
                  <c:v>0.5735294223</c:v>
                </c:pt>
                <c:pt idx="71">
                  <c:v>0.5735294223</c:v>
                </c:pt>
                <c:pt idx="72">
                  <c:v>0.5735294223</c:v>
                </c:pt>
                <c:pt idx="73">
                  <c:v>0.5735294223</c:v>
                </c:pt>
                <c:pt idx="74">
                  <c:v>0.5882353187</c:v>
                </c:pt>
                <c:pt idx="75">
                  <c:v>0.5882353187</c:v>
                </c:pt>
                <c:pt idx="76">
                  <c:v>0.5882353187</c:v>
                </c:pt>
                <c:pt idx="77">
                  <c:v>0.5882353187</c:v>
                </c:pt>
                <c:pt idx="78">
                  <c:v>0.5882353187</c:v>
                </c:pt>
                <c:pt idx="79">
                  <c:v>0.5882353187</c:v>
                </c:pt>
                <c:pt idx="80">
                  <c:v>0.5882353187</c:v>
                </c:pt>
                <c:pt idx="81">
                  <c:v>0.5882353187</c:v>
                </c:pt>
                <c:pt idx="82">
                  <c:v>0.5882353187</c:v>
                </c:pt>
                <c:pt idx="83">
                  <c:v>0.5882353187</c:v>
                </c:pt>
                <c:pt idx="84">
                  <c:v>0.5882353187</c:v>
                </c:pt>
                <c:pt idx="85">
                  <c:v>0.5882353187</c:v>
                </c:pt>
                <c:pt idx="86">
                  <c:v>0.5882353187</c:v>
                </c:pt>
                <c:pt idx="87">
                  <c:v>0.5882353187</c:v>
                </c:pt>
                <c:pt idx="88">
                  <c:v>0.5882353187</c:v>
                </c:pt>
                <c:pt idx="89">
                  <c:v>0.5882353187</c:v>
                </c:pt>
                <c:pt idx="90">
                  <c:v>0.5882353187</c:v>
                </c:pt>
                <c:pt idx="91">
                  <c:v>0.5882353187</c:v>
                </c:pt>
                <c:pt idx="92">
                  <c:v>0.5882353187</c:v>
                </c:pt>
                <c:pt idx="93">
                  <c:v>0.5882353187</c:v>
                </c:pt>
                <c:pt idx="94">
                  <c:v>0.5882353187</c:v>
                </c:pt>
                <c:pt idx="95">
                  <c:v>0.5882353187</c:v>
                </c:pt>
                <c:pt idx="96">
                  <c:v>0.5882353187</c:v>
                </c:pt>
                <c:pt idx="97">
                  <c:v>0.5882353187</c:v>
                </c:pt>
                <c:pt idx="98">
                  <c:v>0.5882353187</c:v>
                </c:pt>
                <c:pt idx="99">
                  <c:v>0.5882353187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0.7022900581</c:v>
                </c:pt>
                <c:pt idx="1">
                  <c:v>0.6832060814</c:v>
                </c:pt>
                <c:pt idx="2">
                  <c:v>0.713740468</c:v>
                </c:pt>
                <c:pt idx="3">
                  <c:v>0.6946564913</c:v>
                </c:pt>
                <c:pt idx="4">
                  <c:v>0.679389298</c:v>
                </c:pt>
                <c:pt idx="5">
                  <c:v>0.6984732747</c:v>
                </c:pt>
                <c:pt idx="6">
                  <c:v>0.6946564913</c:v>
                </c:pt>
                <c:pt idx="7">
                  <c:v>0.6908397079</c:v>
                </c:pt>
                <c:pt idx="8">
                  <c:v>0.7061068416</c:v>
                </c:pt>
                <c:pt idx="9">
                  <c:v>0.6870229244</c:v>
                </c:pt>
                <c:pt idx="10">
                  <c:v>0.7061068416</c:v>
                </c:pt>
                <c:pt idx="11">
                  <c:v>0.6946564913</c:v>
                </c:pt>
                <c:pt idx="12">
                  <c:v>0.6641221642</c:v>
                </c:pt>
                <c:pt idx="13">
                  <c:v>0.6984732747</c:v>
                </c:pt>
                <c:pt idx="14">
                  <c:v>0.6946564913</c:v>
                </c:pt>
                <c:pt idx="15">
                  <c:v>0.6832060814</c:v>
                </c:pt>
                <c:pt idx="16">
                  <c:v>0.7366412282</c:v>
                </c:pt>
                <c:pt idx="17">
                  <c:v>0.7480915785</c:v>
                </c:pt>
                <c:pt idx="18">
                  <c:v>0.6946564913</c:v>
                </c:pt>
                <c:pt idx="19">
                  <c:v>0.6870229244</c:v>
                </c:pt>
                <c:pt idx="20">
                  <c:v>0.7022900581</c:v>
                </c:pt>
                <c:pt idx="21">
                  <c:v>0.7061068416</c:v>
                </c:pt>
                <c:pt idx="22">
                  <c:v>0.7175572515</c:v>
                </c:pt>
                <c:pt idx="23">
                  <c:v>0.679389298</c:v>
                </c:pt>
                <c:pt idx="24">
                  <c:v>0.6908397079</c:v>
                </c:pt>
                <c:pt idx="25">
                  <c:v>0.7061068416</c:v>
                </c:pt>
                <c:pt idx="26">
                  <c:v>0.6870229244</c:v>
                </c:pt>
                <c:pt idx="27">
                  <c:v>0.7061068416</c:v>
                </c:pt>
                <c:pt idx="28">
                  <c:v>0.7061068416</c:v>
                </c:pt>
                <c:pt idx="29">
                  <c:v>0.6755725145</c:v>
                </c:pt>
                <c:pt idx="30">
                  <c:v>0.7061068416</c:v>
                </c:pt>
                <c:pt idx="31">
                  <c:v>0.7099236846</c:v>
                </c:pt>
                <c:pt idx="32">
                  <c:v>0.6755725145</c:v>
                </c:pt>
                <c:pt idx="33">
                  <c:v>0.7480915785</c:v>
                </c:pt>
                <c:pt idx="34">
                  <c:v>0.7366412282</c:v>
                </c:pt>
                <c:pt idx="35">
                  <c:v>0.6984732747</c:v>
                </c:pt>
                <c:pt idx="36">
                  <c:v>0.7213740349</c:v>
                </c:pt>
                <c:pt idx="37">
                  <c:v>0.6984732747</c:v>
                </c:pt>
                <c:pt idx="38">
                  <c:v>0.7022900581</c:v>
                </c:pt>
                <c:pt idx="39">
                  <c:v>0.6908397079</c:v>
                </c:pt>
                <c:pt idx="40">
                  <c:v>0.7213740349</c:v>
                </c:pt>
                <c:pt idx="41">
                  <c:v>0.7022900581</c:v>
                </c:pt>
                <c:pt idx="42">
                  <c:v>0.6946564913</c:v>
                </c:pt>
                <c:pt idx="43">
                  <c:v>0.6984732747</c:v>
                </c:pt>
                <c:pt idx="44">
                  <c:v>0.7175572515</c:v>
                </c:pt>
                <c:pt idx="45">
                  <c:v>0.6832060814</c:v>
                </c:pt>
                <c:pt idx="46">
                  <c:v>0.6984732747</c:v>
                </c:pt>
                <c:pt idx="47">
                  <c:v>0.6717557311</c:v>
                </c:pt>
                <c:pt idx="48">
                  <c:v>0.6984732747</c:v>
                </c:pt>
                <c:pt idx="49">
                  <c:v>0.7175572515</c:v>
                </c:pt>
                <c:pt idx="50">
                  <c:v>0.7366412282</c:v>
                </c:pt>
                <c:pt idx="51">
                  <c:v>0.7099236846</c:v>
                </c:pt>
                <c:pt idx="52">
                  <c:v>0.7175572515</c:v>
                </c:pt>
                <c:pt idx="53">
                  <c:v>0.7099236846</c:v>
                </c:pt>
                <c:pt idx="54">
                  <c:v>0.6870229244</c:v>
                </c:pt>
                <c:pt idx="55">
                  <c:v>0.6603053212</c:v>
                </c:pt>
                <c:pt idx="56">
                  <c:v>0.6908397079</c:v>
                </c:pt>
                <c:pt idx="57">
                  <c:v>0.7061068416</c:v>
                </c:pt>
                <c:pt idx="58">
                  <c:v>0.6984732747</c:v>
                </c:pt>
                <c:pt idx="59">
                  <c:v>0.6717557311</c:v>
                </c:pt>
                <c:pt idx="60">
                  <c:v>0.7251908183</c:v>
                </c:pt>
                <c:pt idx="61">
                  <c:v>0.713740468</c:v>
                </c:pt>
                <c:pt idx="62">
                  <c:v>0.7404580116</c:v>
                </c:pt>
                <c:pt idx="63">
                  <c:v>0.7099236846</c:v>
                </c:pt>
                <c:pt idx="64">
                  <c:v>0.7022900581</c:v>
                </c:pt>
                <c:pt idx="65">
                  <c:v>0.6908397079</c:v>
                </c:pt>
                <c:pt idx="66">
                  <c:v>0.7022900581</c:v>
                </c:pt>
                <c:pt idx="67">
                  <c:v>0.7175572515</c:v>
                </c:pt>
                <c:pt idx="68">
                  <c:v>0.7290076613</c:v>
                </c:pt>
                <c:pt idx="69">
                  <c:v>0.7404580116</c:v>
                </c:pt>
                <c:pt idx="70">
                  <c:v>0.7366412282</c:v>
                </c:pt>
                <c:pt idx="71">
                  <c:v>0.6946564913</c:v>
                </c:pt>
                <c:pt idx="72">
                  <c:v>0.713740468</c:v>
                </c:pt>
                <c:pt idx="73">
                  <c:v>0.7404580116</c:v>
                </c:pt>
                <c:pt idx="74">
                  <c:v>0.7366412282</c:v>
                </c:pt>
                <c:pt idx="75">
                  <c:v>0.7251908183</c:v>
                </c:pt>
                <c:pt idx="76">
                  <c:v>0.7061068416</c:v>
                </c:pt>
                <c:pt idx="77">
                  <c:v>0.7404580116</c:v>
                </c:pt>
                <c:pt idx="78">
                  <c:v>0.6984732747</c:v>
                </c:pt>
                <c:pt idx="79">
                  <c:v>0.7061068416</c:v>
                </c:pt>
                <c:pt idx="80">
                  <c:v>0.7328244448</c:v>
                </c:pt>
                <c:pt idx="81">
                  <c:v>0.7366412282</c:v>
                </c:pt>
                <c:pt idx="82">
                  <c:v>0.7633587718</c:v>
                </c:pt>
                <c:pt idx="83">
                  <c:v>0.7175572515</c:v>
                </c:pt>
                <c:pt idx="84">
                  <c:v>0.7366412282</c:v>
                </c:pt>
                <c:pt idx="85">
                  <c:v>0.6984732747</c:v>
                </c:pt>
                <c:pt idx="86">
                  <c:v>0.7175572515</c:v>
                </c:pt>
                <c:pt idx="87">
                  <c:v>0.7290076613</c:v>
                </c:pt>
                <c:pt idx="88">
                  <c:v>0.7290076613</c:v>
                </c:pt>
                <c:pt idx="89">
                  <c:v>0.7061068416</c:v>
                </c:pt>
                <c:pt idx="90">
                  <c:v>0.7251908183</c:v>
                </c:pt>
                <c:pt idx="91">
                  <c:v>0.6908397079</c:v>
                </c:pt>
                <c:pt idx="92">
                  <c:v>0.7213740349</c:v>
                </c:pt>
                <c:pt idx="93">
                  <c:v>0.679389298</c:v>
                </c:pt>
                <c:pt idx="94">
                  <c:v>0.6679389477</c:v>
                </c:pt>
                <c:pt idx="95">
                  <c:v>0.7099236846</c:v>
                </c:pt>
                <c:pt idx="96">
                  <c:v>0.6832060814</c:v>
                </c:pt>
                <c:pt idx="97">
                  <c:v>0.713740468</c:v>
                </c:pt>
                <c:pt idx="98">
                  <c:v>0.6832060814</c:v>
                </c:pt>
                <c:pt idx="99">
                  <c:v>0.6984732747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0.6617646813</c:v>
                </c:pt>
                <c:pt idx="1">
                  <c:v>0.6617646813</c:v>
                </c:pt>
                <c:pt idx="2">
                  <c:v>0.6617646813</c:v>
                </c:pt>
                <c:pt idx="3">
                  <c:v>0.6617646813</c:v>
                </c:pt>
                <c:pt idx="4">
                  <c:v>0.6617646813</c:v>
                </c:pt>
                <c:pt idx="5">
                  <c:v>0.6470588446</c:v>
                </c:pt>
                <c:pt idx="6">
                  <c:v>0.6470588446</c:v>
                </c:pt>
                <c:pt idx="7">
                  <c:v>0.6470588446</c:v>
                </c:pt>
                <c:pt idx="8">
                  <c:v>0.6470588446</c:v>
                </c:pt>
                <c:pt idx="9">
                  <c:v>0.6470588446</c:v>
                </c:pt>
                <c:pt idx="10">
                  <c:v>0.6470588446</c:v>
                </c:pt>
                <c:pt idx="11">
                  <c:v>0.6470588446</c:v>
                </c:pt>
                <c:pt idx="12">
                  <c:v>0.6470588446</c:v>
                </c:pt>
                <c:pt idx="13">
                  <c:v>0.6470588446</c:v>
                </c:pt>
                <c:pt idx="14">
                  <c:v>0.6470588446</c:v>
                </c:pt>
                <c:pt idx="15">
                  <c:v>0.6470588446</c:v>
                </c:pt>
                <c:pt idx="16">
                  <c:v>0.6470588446</c:v>
                </c:pt>
                <c:pt idx="17">
                  <c:v>0.6470588446</c:v>
                </c:pt>
                <c:pt idx="18">
                  <c:v>0.6470588446</c:v>
                </c:pt>
                <c:pt idx="19">
                  <c:v>0.6470588446</c:v>
                </c:pt>
                <c:pt idx="20">
                  <c:v>0.6470588446</c:v>
                </c:pt>
                <c:pt idx="21">
                  <c:v>0.6470588446</c:v>
                </c:pt>
                <c:pt idx="22">
                  <c:v>0.6470588446</c:v>
                </c:pt>
                <c:pt idx="23">
                  <c:v>0.6470588446</c:v>
                </c:pt>
                <c:pt idx="24">
                  <c:v>0.6470588446</c:v>
                </c:pt>
                <c:pt idx="25">
                  <c:v>0.6470588446</c:v>
                </c:pt>
                <c:pt idx="26">
                  <c:v>0.6470588446</c:v>
                </c:pt>
                <c:pt idx="27">
                  <c:v>0.6470588446</c:v>
                </c:pt>
                <c:pt idx="28">
                  <c:v>0.6470588446</c:v>
                </c:pt>
                <c:pt idx="29">
                  <c:v>0.6470588446</c:v>
                </c:pt>
                <c:pt idx="30">
                  <c:v>0.6470588446</c:v>
                </c:pt>
                <c:pt idx="31">
                  <c:v>0.6470588446</c:v>
                </c:pt>
                <c:pt idx="32">
                  <c:v>0.6470588446</c:v>
                </c:pt>
                <c:pt idx="33">
                  <c:v>0.6470588446</c:v>
                </c:pt>
                <c:pt idx="34">
                  <c:v>0.6470588446</c:v>
                </c:pt>
                <c:pt idx="35">
                  <c:v>0.6470588446</c:v>
                </c:pt>
                <c:pt idx="36">
                  <c:v>0.6470588446</c:v>
                </c:pt>
                <c:pt idx="37">
                  <c:v>0.6470588446</c:v>
                </c:pt>
                <c:pt idx="38">
                  <c:v>0.6470588446</c:v>
                </c:pt>
                <c:pt idx="39">
                  <c:v>0.6470588446</c:v>
                </c:pt>
                <c:pt idx="40">
                  <c:v>0.6470588446</c:v>
                </c:pt>
                <c:pt idx="41">
                  <c:v>0.6470588446</c:v>
                </c:pt>
                <c:pt idx="42">
                  <c:v>0.6470588446</c:v>
                </c:pt>
                <c:pt idx="43">
                  <c:v>0.6470588446</c:v>
                </c:pt>
                <c:pt idx="44">
                  <c:v>0.6470588446</c:v>
                </c:pt>
                <c:pt idx="45">
                  <c:v>0.6470588446</c:v>
                </c:pt>
                <c:pt idx="46">
                  <c:v>0.6470588446</c:v>
                </c:pt>
                <c:pt idx="47">
                  <c:v>0.6470588446</c:v>
                </c:pt>
                <c:pt idx="48">
                  <c:v>0.6470588446</c:v>
                </c:pt>
                <c:pt idx="49">
                  <c:v>0.6470588446</c:v>
                </c:pt>
                <c:pt idx="50">
                  <c:v>0.6470588446</c:v>
                </c:pt>
                <c:pt idx="51">
                  <c:v>0.6470588446</c:v>
                </c:pt>
                <c:pt idx="52">
                  <c:v>0.6470588446</c:v>
                </c:pt>
                <c:pt idx="53">
                  <c:v>0.6470588446</c:v>
                </c:pt>
                <c:pt idx="54">
                  <c:v>0.6470588446</c:v>
                </c:pt>
                <c:pt idx="55">
                  <c:v>0.6470588446</c:v>
                </c:pt>
                <c:pt idx="56">
                  <c:v>0.6470588446</c:v>
                </c:pt>
                <c:pt idx="57">
                  <c:v>0.6470588446</c:v>
                </c:pt>
                <c:pt idx="58">
                  <c:v>0.6470588446</c:v>
                </c:pt>
                <c:pt idx="59">
                  <c:v>0.6470588446</c:v>
                </c:pt>
                <c:pt idx="60">
                  <c:v>0.6470588446</c:v>
                </c:pt>
                <c:pt idx="61">
                  <c:v>0.6470588446</c:v>
                </c:pt>
                <c:pt idx="62">
                  <c:v>0.6470588446</c:v>
                </c:pt>
                <c:pt idx="63">
                  <c:v>0.6470588446</c:v>
                </c:pt>
                <c:pt idx="64">
                  <c:v>0.6470588446</c:v>
                </c:pt>
                <c:pt idx="65">
                  <c:v>0.6470588446</c:v>
                </c:pt>
                <c:pt idx="66">
                  <c:v>0.6470588446</c:v>
                </c:pt>
                <c:pt idx="67">
                  <c:v>0.6470588446</c:v>
                </c:pt>
                <c:pt idx="68">
                  <c:v>0.6470588446</c:v>
                </c:pt>
                <c:pt idx="69">
                  <c:v>0.6470588446</c:v>
                </c:pt>
                <c:pt idx="70">
                  <c:v>0.6470588446</c:v>
                </c:pt>
                <c:pt idx="71">
                  <c:v>0.6470588446</c:v>
                </c:pt>
                <c:pt idx="72">
                  <c:v>0.6470588446</c:v>
                </c:pt>
                <c:pt idx="73">
                  <c:v>0.6470588446</c:v>
                </c:pt>
                <c:pt idx="74">
                  <c:v>0.6470588446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0.6617646813</c:v>
                </c:pt>
                <c:pt idx="82">
                  <c:v>0.6617646813</c:v>
                </c:pt>
                <c:pt idx="83">
                  <c:v>0.6617646813</c:v>
                </c:pt>
                <c:pt idx="84">
                  <c:v>0.6617646813</c:v>
                </c:pt>
                <c:pt idx="85">
                  <c:v>0.6617646813</c:v>
                </c:pt>
                <c:pt idx="86">
                  <c:v>0.6617646813</c:v>
                </c:pt>
                <c:pt idx="87">
                  <c:v>0.6617646813</c:v>
                </c:pt>
                <c:pt idx="88">
                  <c:v>0.6617646813</c:v>
                </c:pt>
                <c:pt idx="89">
                  <c:v>0.6617646813</c:v>
                </c:pt>
                <c:pt idx="90">
                  <c:v>0.6617646813</c:v>
                </c:pt>
                <c:pt idx="91">
                  <c:v>0.6617646813</c:v>
                </c:pt>
                <c:pt idx="92">
                  <c:v>0.6617646813</c:v>
                </c:pt>
                <c:pt idx="93">
                  <c:v>0.6617646813</c:v>
                </c:pt>
                <c:pt idx="94">
                  <c:v>0.6617646813</c:v>
                </c:pt>
                <c:pt idx="95">
                  <c:v>0.6617646813</c:v>
                </c:pt>
                <c:pt idx="96">
                  <c:v>0.6617646813</c:v>
                </c:pt>
                <c:pt idx="97">
                  <c:v>0.6617646813</c:v>
                </c:pt>
                <c:pt idx="98">
                  <c:v>0.6617646813</c:v>
                </c:pt>
                <c:pt idx="99">
                  <c:v>0.6617646813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0.8536692858</c:v>
                </c:pt>
                <c:pt idx="1">
                  <c:v>0.933591187</c:v>
                </c:pt>
                <c:pt idx="2">
                  <c:v>0.8982157707</c:v>
                </c:pt>
                <c:pt idx="3">
                  <c:v>0.8210242391</c:v>
                </c:pt>
                <c:pt idx="4">
                  <c:v>0.8229902387</c:v>
                </c:pt>
                <c:pt idx="5">
                  <c:v>0.8196364045</c:v>
                </c:pt>
                <c:pt idx="6">
                  <c:v>0.8314274549</c:v>
                </c:pt>
                <c:pt idx="7">
                  <c:v>0.8070722818</c:v>
                </c:pt>
                <c:pt idx="8">
                  <c:v>0.7509952188</c:v>
                </c:pt>
                <c:pt idx="9">
                  <c:v>0.7564327717</c:v>
                </c:pt>
                <c:pt idx="10">
                  <c:v>0.6791594625</c:v>
                </c:pt>
                <c:pt idx="11">
                  <c:v>0.7292648554</c:v>
                </c:pt>
                <c:pt idx="12">
                  <c:v>0.701390028</c:v>
                </c:pt>
                <c:pt idx="13">
                  <c:v>0.7492780685</c:v>
                </c:pt>
                <c:pt idx="14">
                  <c:v>0.6922553778</c:v>
                </c:pt>
                <c:pt idx="15">
                  <c:v>0.7017273903</c:v>
                </c:pt>
                <c:pt idx="16">
                  <c:v>0.7066223621</c:v>
                </c:pt>
                <c:pt idx="17">
                  <c:v>0.6933019757</c:v>
                </c:pt>
                <c:pt idx="18">
                  <c:v>0.6852959394</c:v>
                </c:pt>
                <c:pt idx="19">
                  <c:v>0.6803765297</c:v>
                </c:pt>
                <c:pt idx="20">
                  <c:v>0.6913287044</c:v>
                </c:pt>
                <c:pt idx="21">
                  <c:v>0.6977621317</c:v>
                </c:pt>
                <c:pt idx="22">
                  <c:v>0.7031345367</c:v>
                </c:pt>
                <c:pt idx="23">
                  <c:v>0.7205250859</c:v>
                </c:pt>
                <c:pt idx="24">
                  <c:v>0.7209985852</c:v>
                </c:pt>
                <c:pt idx="25">
                  <c:v>0.6557119489</c:v>
                </c:pt>
                <c:pt idx="26">
                  <c:v>0.6723967195</c:v>
                </c:pt>
                <c:pt idx="27">
                  <c:v>0.6635320187</c:v>
                </c:pt>
                <c:pt idx="28">
                  <c:v>0.6581295133</c:v>
                </c:pt>
                <c:pt idx="29">
                  <c:v>0.6426662207</c:v>
                </c:pt>
                <c:pt idx="30">
                  <c:v>0.6560177207</c:v>
                </c:pt>
                <c:pt idx="31">
                  <c:v>0.6530754566</c:v>
                </c:pt>
                <c:pt idx="32">
                  <c:v>0.648037672</c:v>
                </c:pt>
                <c:pt idx="33">
                  <c:v>0.6692801118</c:v>
                </c:pt>
                <c:pt idx="34">
                  <c:v>0.6183725595</c:v>
                </c:pt>
                <c:pt idx="35">
                  <c:v>0.6728996038</c:v>
                </c:pt>
                <c:pt idx="36">
                  <c:v>0.6549913883</c:v>
                </c:pt>
                <c:pt idx="37">
                  <c:v>0.6505895853</c:v>
                </c:pt>
                <c:pt idx="38">
                  <c:v>0.6602053642</c:v>
                </c:pt>
                <c:pt idx="39">
                  <c:v>0.6302424073</c:v>
                </c:pt>
                <c:pt idx="40">
                  <c:v>0.6666330695</c:v>
                </c:pt>
                <c:pt idx="41">
                  <c:v>0.659041822</c:v>
                </c:pt>
                <c:pt idx="42">
                  <c:v>0.6677324176</c:v>
                </c:pt>
                <c:pt idx="43">
                  <c:v>0.6358498931</c:v>
                </c:pt>
                <c:pt idx="44">
                  <c:v>0.6781410575</c:v>
                </c:pt>
                <c:pt idx="45">
                  <c:v>0.6506834626</c:v>
                </c:pt>
                <c:pt idx="46">
                  <c:v>0.6355779767</c:v>
                </c:pt>
                <c:pt idx="47">
                  <c:v>0.6345258355</c:v>
                </c:pt>
                <c:pt idx="48">
                  <c:v>0.6436085105</c:v>
                </c:pt>
                <c:pt idx="49">
                  <c:v>0.6515910029</c:v>
                </c:pt>
                <c:pt idx="50">
                  <c:v>0.6440935135</c:v>
                </c:pt>
                <c:pt idx="51">
                  <c:v>0.6411651373</c:v>
                </c:pt>
                <c:pt idx="52">
                  <c:v>0.6288170218</c:v>
                </c:pt>
                <c:pt idx="53">
                  <c:v>0.6372394562</c:v>
                </c:pt>
                <c:pt idx="54">
                  <c:v>0.6643731594</c:v>
                </c:pt>
                <c:pt idx="55">
                  <c:v>0.6423760056</c:v>
                </c:pt>
                <c:pt idx="56">
                  <c:v>0.6626271605</c:v>
                </c:pt>
                <c:pt idx="57">
                  <c:v>0.6566928625</c:v>
                </c:pt>
                <c:pt idx="58">
                  <c:v>0.6321974993</c:v>
                </c:pt>
                <c:pt idx="59">
                  <c:v>0.6556585431</c:v>
                </c:pt>
                <c:pt idx="60">
                  <c:v>0.6550973058</c:v>
                </c:pt>
                <c:pt idx="61">
                  <c:v>0.6378933191</c:v>
                </c:pt>
                <c:pt idx="62">
                  <c:v>0.6338664293</c:v>
                </c:pt>
                <c:pt idx="63">
                  <c:v>0.6371355653</c:v>
                </c:pt>
                <c:pt idx="64">
                  <c:v>0.6290711761</c:v>
                </c:pt>
                <c:pt idx="65">
                  <c:v>0.6481332779</c:v>
                </c:pt>
                <c:pt idx="66">
                  <c:v>0.6455343962</c:v>
                </c:pt>
                <c:pt idx="67">
                  <c:v>0.6575772762</c:v>
                </c:pt>
                <c:pt idx="68">
                  <c:v>0.6359502077</c:v>
                </c:pt>
                <c:pt idx="69">
                  <c:v>0.6303209066</c:v>
                </c:pt>
                <c:pt idx="70">
                  <c:v>0.6357747316</c:v>
                </c:pt>
                <c:pt idx="71">
                  <c:v>0.6604858637</c:v>
                </c:pt>
                <c:pt idx="72">
                  <c:v>0.6439122558</c:v>
                </c:pt>
                <c:pt idx="73">
                  <c:v>0.6527567506</c:v>
                </c:pt>
                <c:pt idx="74">
                  <c:v>0.639959991</c:v>
                </c:pt>
                <c:pt idx="75">
                  <c:v>0.6465141177</c:v>
                </c:pt>
                <c:pt idx="76">
                  <c:v>0.6256269813</c:v>
                </c:pt>
                <c:pt idx="77">
                  <c:v>0.648352623</c:v>
                </c:pt>
                <c:pt idx="78">
                  <c:v>0.6371920109</c:v>
                </c:pt>
                <c:pt idx="79">
                  <c:v>0.6505551338</c:v>
                </c:pt>
                <c:pt idx="80">
                  <c:v>0.6255768538</c:v>
                </c:pt>
                <c:pt idx="81">
                  <c:v>0.6404826045</c:v>
                </c:pt>
                <c:pt idx="82">
                  <c:v>0.6599814892</c:v>
                </c:pt>
                <c:pt idx="83">
                  <c:v>0.6413426995</c:v>
                </c:pt>
                <c:pt idx="84">
                  <c:v>0.6279248595</c:v>
                </c:pt>
                <c:pt idx="85">
                  <c:v>0.6325016022</c:v>
                </c:pt>
                <c:pt idx="86">
                  <c:v>0.6361142397</c:v>
                </c:pt>
                <c:pt idx="87">
                  <c:v>0.6285040379</c:v>
                </c:pt>
                <c:pt idx="88">
                  <c:v>0.6161276102</c:v>
                </c:pt>
                <c:pt idx="89">
                  <c:v>0.6419084072</c:v>
                </c:pt>
                <c:pt idx="90">
                  <c:v>0.6333880424</c:v>
                </c:pt>
                <c:pt idx="91">
                  <c:v>0.6480283737</c:v>
                </c:pt>
                <c:pt idx="92">
                  <c:v>0.6381332278</c:v>
                </c:pt>
                <c:pt idx="93">
                  <c:v>0.6449978948</c:v>
                </c:pt>
                <c:pt idx="94">
                  <c:v>0.626163125</c:v>
                </c:pt>
                <c:pt idx="95">
                  <c:v>0.6322486401</c:v>
                </c:pt>
                <c:pt idx="96">
                  <c:v>0.6088494658</c:v>
                </c:pt>
                <c:pt idx="97">
                  <c:v>0.6348081231</c:v>
                </c:pt>
                <c:pt idx="98">
                  <c:v>0.6294778585</c:v>
                </c:pt>
                <c:pt idx="99">
                  <c:v>0.6288179159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1.1314687729</c:v>
                </c:pt>
                <c:pt idx="1">
                  <c:v>1.0949554443</c:v>
                </c:pt>
                <c:pt idx="2">
                  <c:v>1.0651392937</c:v>
                </c:pt>
                <c:pt idx="3">
                  <c:v>1.0375378132</c:v>
                </c:pt>
                <c:pt idx="4">
                  <c:v>1.0130010843</c:v>
                </c:pt>
                <c:pt idx="5">
                  <c:v>0.9895125031</c:v>
                </c:pt>
                <c:pt idx="6">
                  <c:v>0.967094183</c:v>
                </c:pt>
                <c:pt idx="7">
                  <c:v>0.9455154538</c:v>
                </c:pt>
                <c:pt idx="8">
                  <c:v>0.9269754887</c:v>
                </c:pt>
                <c:pt idx="9">
                  <c:v>0.9094087481</c:v>
                </c:pt>
                <c:pt idx="10">
                  <c:v>0.895119071</c:v>
                </c:pt>
                <c:pt idx="11">
                  <c:v>0.8832146525</c:v>
                </c:pt>
                <c:pt idx="12">
                  <c:v>0.8718467951</c:v>
                </c:pt>
                <c:pt idx="13">
                  <c:v>0.8600577712</c:v>
                </c:pt>
                <c:pt idx="14">
                  <c:v>0.8496974707</c:v>
                </c:pt>
                <c:pt idx="15">
                  <c:v>0.8416298628</c:v>
                </c:pt>
                <c:pt idx="16">
                  <c:v>0.8338491917</c:v>
                </c:pt>
                <c:pt idx="17">
                  <c:v>0.8257212639</c:v>
                </c:pt>
                <c:pt idx="18">
                  <c:v>0.8185543418</c:v>
                </c:pt>
                <c:pt idx="19">
                  <c:v>0.812949121</c:v>
                </c:pt>
                <c:pt idx="20">
                  <c:v>0.8069555759</c:v>
                </c:pt>
                <c:pt idx="21">
                  <c:v>0.8019630313</c:v>
                </c:pt>
                <c:pt idx="22">
                  <c:v>0.7968019843</c:v>
                </c:pt>
                <c:pt idx="23">
                  <c:v>0.792247951</c:v>
                </c:pt>
                <c:pt idx="24">
                  <c:v>0.7855898142</c:v>
                </c:pt>
                <c:pt idx="25">
                  <c:v>0.7807664275</c:v>
                </c:pt>
                <c:pt idx="26">
                  <c:v>0.7751097679</c:v>
                </c:pt>
                <c:pt idx="27">
                  <c:v>0.7700073123</c:v>
                </c:pt>
                <c:pt idx="28">
                  <c:v>0.7661474347</c:v>
                </c:pt>
                <c:pt idx="29">
                  <c:v>0.7631365657</c:v>
                </c:pt>
                <c:pt idx="30">
                  <c:v>0.7578816414</c:v>
                </c:pt>
                <c:pt idx="31">
                  <c:v>0.7540349364</c:v>
                </c:pt>
                <c:pt idx="32">
                  <c:v>0.7507529259</c:v>
                </c:pt>
                <c:pt idx="33">
                  <c:v>0.7478545308</c:v>
                </c:pt>
                <c:pt idx="34">
                  <c:v>0.7457300425</c:v>
                </c:pt>
                <c:pt idx="35">
                  <c:v>0.7424883246</c:v>
                </c:pt>
                <c:pt idx="36">
                  <c:v>0.7402042747</c:v>
                </c:pt>
                <c:pt idx="37">
                  <c:v>0.7364225388</c:v>
                </c:pt>
                <c:pt idx="38">
                  <c:v>0.7330631614</c:v>
                </c:pt>
                <c:pt idx="39">
                  <c:v>0.7306094766</c:v>
                </c:pt>
                <c:pt idx="40">
                  <c:v>0.7272763252</c:v>
                </c:pt>
                <c:pt idx="41">
                  <c:v>0.7247124314</c:v>
                </c:pt>
                <c:pt idx="42">
                  <c:v>0.7220912576</c:v>
                </c:pt>
                <c:pt idx="43">
                  <c:v>0.7208122015</c:v>
                </c:pt>
                <c:pt idx="44">
                  <c:v>0.7176650763</c:v>
                </c:pt>
                <c:pt idx="45">
                  <c:v>0.7149867415</c:v>
                </c:pt>
                <c:pt idx="46">
                  <c:v>0.713565588</c:v>
                </c:pt>
                <c:pt idx="47">
                  <c:v>0.7116112709</c:v>
                </c:pt>
                <c:pt idx="48">
                  <c:v>0.7112336159</c:v>
                </c:pt>
                <c:pt idx="49">
                  <c:v>0.709749639</c:v>
                </c:pt>
                <c:pt idx="50">
                  <c:v>0.7077317238</c:v>
                </c:pt>
                <c:pt idx="51">
                  <c:v>0.7052710056</c:v>
                </c:pt>
                <c:pt idx="52">
                  <c:v>0.7025765777</c:v>
                </c:pt>
                <c:pt idx="53">
                  <c:v>0.6988196373</c:v>
                </c:pt>
                <c:pt idx="54">
                  <c:v>0.6974315643</c:v>
                </c:pt>
                <c:pt idx="55">
                  <c:v>0.6969873905</c:v>
                </c:pt>
                <c:pt idx="56">
                  <c:v>0.6960490346</c:v>
                </c:pt>
                <c:pt idx="57">
                  <c:v>0.6928162575</c:v>
                </c:pt>
                <c:pt idx="58">
                  <c:v>0.6915851235</c:v>
                </c:pt>
                <c:pt idx="59">
                  <c:v>0.6914926767</c:v>
                </c:pt>
                <c:pt idx="60">
                  <c:v>0.6917853355</c:v>
                </c:pt>
                <c:pt idx="61">
                  <c:v>0.6904860735</c:v>
                </c:pt>
                <c:pt idx="62">
                  <c:v>0.6902732253</c:v>
                </c:pt>
                <c:pt idx="63">
                  <c:v>0.6892248988</c:v>
                </c:pt>
                <c:pt idx="64">
                  <c:v>0.6890040636</c:v>
                </c:pt>
                <c:pt idx="65">
                  <c:v>0.6871957183</c:v>
                </c:pt>
                <c:pt idx="66">
                  <c:v>0.6847073436</c:v>
                </c:pt>
                <c:pt idx="67">
                  <c:v>0.6835415959</c:v>
                </c:pt>
                <c:pt idx="68">
                  <c:v>0.6818147898</c:v>
                </c:pt>
                <c:pt idx="69">
                  <c:v>0.6811437011</c:v>
                </c:pt>
                <c:pt idx="70">
                  <c:v>0.6804808378</c:v>
                </c:pt>
                <c:pt idx="71">
                  <c:v>0.6795685887</c:v>
                </c:pt>
                <c:pt idx="72">
                  <c:v>0.6793405414</c:v>
                </c:pt>
                <c:pt idx="73">
                  <c:v>0.6785724163</c:v>
                </c:pt>
                <c:pt idx="74">
                  <c:v>0.677292645</c:v>
                </c:pt>
                <c:pt idx="75">
                  <c:v>0.6760291457</c:v>
                </c:pt>
                <c:pt idx="76">
                  <c:v>0.675462544</c:v>
                </c:pt>
                <c:pt idx="77">
                  <c:v>0.6747714877</c:v>
                </c:pt>
                <c:pt idx="78">
                  <c:v>0.6736193299</c:v>
                </c:pt>
                <c:pt idx="79">
                  <c:v>0.6723288298</c:v>
                </c:pt>
                <c:pt idx="80">
                  <c:v>0.6717941761</c:v>
                </c:pt>
                <c:pt idx="81">
                  <c:v>0.6720894575</c:v>
                </c:pt>
                <c:pt idx="82">
                  <c:v>0.6720481515</c:v>
                </c:pt>
                <c:pt idx="83">
                  <c:v>0.6718556285</c:v>
                </c:pt>
                <c:pt idx="84">
                  <c:v>0.6716674566</c:v>
                </c:pt>
                <c:pt idx="85">
                  <c:v>0.6720184088</c:v>
                </c:pt>
                <c:pt idx="86">
                  <c:v>0.6724988222</c:v>
                </c:pt>
                <c:pt idx="87">
                  <c:v>0.672078073</c:v>
                </c:pt>
                <c:pt idx="88">
                  <c:v>0.6719494462</c:v>
                </c:pt>
                <c:pt idx="89">
                  <c:v>0.6726231575</c:v>
                </c:pt>
                <c:pt idx="90">
                  <c:v>0.6729068756</c:v>
                </c:pt>
                <c:pt idx="91">
                  <c:v>0.673563242</c:v>
                </c:pt>
                <c:pt idx="92">
                  <c:v>0.6725210547</c:v>
                </c:pt>
                <c:pt idx="93">
                  <c:v>0.6721960902</c:v>
                </c:pt>
                <c:pt idx="94">
                  <c:v>0.6717644334</c:v>
                </c:pt>
                <c:pt idx="95">
                  <c:v>0.6706818342</c:v>
                </c:pt>
                <c:pt idx="96">
                  <c:v>0.6699035764</c:v>
                </c:pt>
                <c:pt idx="97">
                  <c:v>0.6689581871</c:v>
                </c:pt>
                <c:pt idx="98">
                  <c:v>0.6670277119</c:v>
                </c:pt>
                <c:pt idx="99">
                  <c:v>0.6662688255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0.7442928553</c:v>
                </c:pt>
                <c:pt idx="1">
                  <c:v>0.7396754026</c:v>
                </c:pt>
                <c:pt idx="2">
                  <c:v>0.695171833</c:v>
                </c:pt>
                <c:pt idx="3">
                  <c:v>0.7204810977</c:v>
                </c:pt>
                <c:pt idx="4">
                  <c:v>0.7613444924</c:v>
                </c:pt>
                <c:pt idx="5">
                  <c:v>0.6739470363</c:v>
                </c:pt>
                <c:pt idx="6">
                  <c:v>0.7031669617</c:v>
                </c:pt>
                <c:pt idx="7">
                  <c:v>0.6948465705</c:v>
                </c:pt>
                <c:pt idx="8">
                  <c:v>0.6469470263</c:v>
                </c:pt>
                <c:pt idx="9">
                  <c:v>0.6721155047</c:v>
                </c:pt>
                <c:pt idx="10">
                  <c:v>0.6633389592</c:v>
                </c:pt>
                <c:pt idx="11">
                  <c:v>0.6687115431</c:v>
                </c:pt>
                <c:pt idx="12">
                  <c:v>0.6637864709</c:v>
                </c:pt>
                <c:pt idx="13">
                  <c:v>0.6293466091</c:v>
                </c:pt>
                <c:pt idx="14">
                  <c:v>0.6546073556</c:v>
                </c:pt>
                <c:pt idx="15">
                  <c:v>0.660161078</c:v>
                </c:pt>
                <c:pt idx="16">
                  <c:v>0.6071055532</c:v>
                </c:pt>
                <c:pt idx="17">
                  <c:v>0.6027643681</c:v>
                </c:pt>
                <c:pt idx="18">
                  <c:v>0.640421629</c:v>
                </c:pt>
                <c:pt idx="19">
                  <c:v>0.6498131156</c:v>
                </c:pt>
                <c:pt idx="20">
                  <c:v>0.6163645983</c:v>
                </c:pt>
                <c:pt idx="21">
                  <c:v>0.6251985431</c:v>
                </c:pt>
                <c:pt idx="22">
                  <c:v>0.60847193</c:v>
                </c:pt>
                <c:pt idx="23">
                  <c:v>0.641025424</c:v>
                </c:pt>
                <c:pt idx="24">
                  <c:v>0.6376132369</c:v>
                </c:pt>
                <c:pt idx="25">
                  <c:v>0.595788002</c:v>
                </c:pt>
                <c:pt idx="26">
                  <c:v>0.6295253038</c:v>
                </c:pt>
                <c:pt idx="27">
                  <c:v>0.5959476829</c:v>
                </c:pt>
                <c:pt idx="28">
                  <c:v>0.6232960224</c:v>
                </c:pt>
                <c:pt idx="29">
                  <c:v>0.6227785349</c:v>
                </c:pt>
                <c:pt idx="30">
                  <c:v>0.6087427139</c:v>
                </c:pt>
                <c:pt idx="31">
                  <c:v>0.6079836488</c:v>
                </c:pt>
                <c:pt idx="32">
                  <c:v>0.6286814213</c:v>
                </c:pt>
                <c:pt idx="33">
                  <c:v>0.5800971389</c:v>
                </c:pt>
                <c:pt idx="34">
                  <c:v>0.6144049168</c:v>
                </c:pt>
                <c:pt idx="35">
                  <c:v>0.6034566164</c:v>
                </c:pt>
                <c:pt idx="36">
                  <c:v>0.6037846208</c:v>
                </c:pt>
                <c:pt idx="37">
                  <c:v>0.596593082</c:v>
                </c:pt>
                <c:pt idx="38">
                  <c:v>0.6105664968</c:v>
                </c:pt>
                <c:pt idx="39">
                  <c:v>0.6261302829</c:v>
                </c:pt>
                <c:pt idx="40">
                  <c:v>0.5783649683</c:v>
                </c:pt>
                <c:pt idx="41">
                  <c:v>0.5996947885</c:v>
                </c:pt>
                <c:pt idx="42">
                  <c:v>0.6150319576</c:v>
                </c:pt>
                <c:pt idx="43">
                  <c:v>0.6023942232</c:v>
                </c:pt>
                <c:pt idx="44">
                  <c:v>0.6096466184</c:v>
                </c:pt>
                <c:pt idx="45">
                  <c:v>0.6335963607</c:v>
                </c:pt>
                <c:pt idx="46">
                  <c:v>0.6152510047</c:v>
                </c:pt>
                <c:pt idx="47">
                  <c:v>0.6226476431</c:v>
                </c:pt>
                <c:pt idx="48">
                  <c:v>0.6054210663</c:v>
                </c:pt>
                <c:pt idx="49">
                  <c:v>0.5784241557</c:v>
                </c:pt>
                <c:pt idx="50">
                  <c:v>0.5884789824</c:v>
                </c:pt>
                <c:pt idx="51">
                  <c:v>0.5872151852</c:v>
                </c:pt>
                <c:pt idx="52">
                  <c:v>0.6034731865</c:v>
                </c:pt>
                <c:pt idx="53">
                  <c:v>0.6056462526</c:v>
                </c:pt>
                <c:pt idx="54">
                  <c:v>0.6208243966</c:v>
                </c:pt>
                <c:pt idx="55">
                  <c:v>0.6382917166</c:v>
                </c:pt>
                <c:pt idx="56">
                  <c:v>0.6048199534</c:v>
                </c:pt>
                <c:pt idx="57">
                  <c:v>0.6065933108</c:v>
                </c:pt>
                <c:pt idx="58">
                  <c:v>0.6160891652</c:v>
                </c:pt>
                <c:pt idx="59">
                  <c:v>0.6178173423</c:v>
                </c:pt>
                <c:pt idx="60">
                  <c:v>0.5846066475</c:v>
                </c:pt>
                <c:pt idx="61">
                  <c:v>0.5930538177</c:v>
                </c:pt>
                <c:pt idx="62">
                  <c:v>0.5791553855</c:v>
                </c:pt>
                <c:pt idx="63">
                  <c:v>0.5994015932</c:v>
                </c:pt>
                <c:pt idx="64">
                  <c:v>0.6039625406</c:v>
                </c:pt>
                <c:pt idx="65">
                  <c:v>0.6015179753</c:v>
                </c:pt>
                <c:pt idx="66">
                  <c:v>0.6126772165</c:v>
                </c:pt>
                <c:pt idx="67">
                  <c:v>0.6048812866</c:v>
                </c:pt>
                <c:pt idx="68">
                  <c:v>0.5781604052</c:v>
                </c:pt>
                <c:pt idx="69">
                  <c:v>0.5796906352</c:v>
                </c:pt>
                <c:pt idx="70">
                  <c:v>0.5810853243</c:v>
                </c:pt>
                <c:pt idx="71">
                  <c:v>0.5948307514</c:v>
                </c:pt>
                <c:pt idx="72">
                  <c:v>0.5907197595</c:v>
                </c:pt>
                <c:pt idx="73">
                  <c:v>0.5783475041</c:v>
                </c:pt>
                <c:pt idx="74">
                  <c:v>0.5837003589</c:v>
                </c:pt>
                <c:pt idx="75">
                  <c:v>0.5942226052</c:v>
                </c:pt>
                <c:pt idx="76">
                  <c:v>0.604118228</c:v>
                </c:pt>
                <c:pt idx="77">
                  <c:v>0.5731514692</c:v>
                </c:pt>
                <c:pt idx="78">
                  <c:v>0.6079158783</c:v>
                </c:pt>
                <c:pt idx="79">
                  <c:v>0.6152124405</c:v>
                </c:pt>
                <c:pt idx="80">
                  <c:v>0.5663490891</c:v>
                </c:pt>
                <c:pt idx="81">
                  <c:v>0.5899392962</c:v>
                </c:pt>
                <c:pt idx="82">
                  <c:v>0.552390337</c:v>
                </c:pt>
                <c:pt idx="83">
                  <c:v>0.5880510211</c:v>
                </c:pt>
                <c:pt idx="84">
                  <c:v>0.5745946169</c:v>
                </c:pt>
                <c:pt idx="85">
                  <c:v>0.5968513489</c:v>
                </c:pt>
                <c:pt idx="86">
                  <c:v>0.5822262168</c:v>
                </c:pt>
                <c:pt idx="87">
                  <c:v>0.5924119353</c:v>
                </c:pt>
                <c:pt idx="88">
                  <c:v>0.5819772482</c:v>
                </c:pt>
                <c:pt idx="89">
                  <c:v>0.6021952629</c:v>
                </c:pt>
                <c:pt idx="90">
                  <c:v>0.5780724287</c:v>
                </c:pt>
                <c:pt idx="91">
                  <c:v>0.6214612126</c:v>
                </c:pt>
                <c:pt idx="92">
                  <c:v>0.584295094</c:v>
                </c:pt>
                <c:pt idx="93">
                  <c:v>0.6172986627</c:v>
                </c:pt>
                <c:pt idx="94">
                  <c:v>0.6241962314</c:v>
                </c:pt>
                <c:pt idx="95">
                  <c:v>0.6032726169</c:v>
                </c:pt>
                <c:pt idx="96">
                  <c:v>0.6089046597</c:v>
                </c:pt>
                <c:pt idx="97">
                  <c:v>0.5788245797</c:v>
                </c:pt>
                <c:pt idx="98">
                  <c:v>0.6047011018</c:v>
                </c:pt>
                <c:pt idx="99">
                  <c:v>0.6013490558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0.8100304604</c:v>
                </c:pt>
                <c:pt idx="1">
                  <c:v>0.7929227948</c:v>
                </c:pt>
                <c:pt idx="2">
                  <c:v>0.7786494493</c:v>
                </c:pt>
                <c:pt idx="3">
                  <c:v>0.7645176053</c:v>
                </c:pt>
                <c:pt idx="4">
                  <c:v>0.7518169284</c:v>
                </c:pt>
                <c:pt idx="5">
                  <c:v>0.7404734492</c:v>
                </c:pt>
                <c:pt idx="6">
                  <c:v>0.729860127</c:v>
                </c:pt>
                <c:pt idx="7">
                  <c:v>0.7187137604</c:v>
                </c:pt>
                <c:pt idx="8">
                  <c:v>0.7106691599</c:v>
                </c:pt>
                <c:pt idx="9">
                  <c:v>0.7025314569</c:v>
                </c:pt>
                <c:pt idx="10">
                  <c:v>0.6952934265</c:v>
                </c:pt>
                <c:pt idx="11">
                  <c:v>0.6890639067</c:v>
                </c:pt>
                <c:pt idx="12">
                  <c:v>0.684366703</c:v>
                </c:pt>
                <c:pt idx="13">
                  <c:v>0.6794139743</c:v>
                </c:pt>
                <c:pt idx="14">
                  <c:v>0.6744450331</c:v>
                </c:pt>
                <c:pt idx="15">
                  <c:v>0.6708737612</c:v>
                </c:pt>
                <c:pt idx="16">
                  <c:v>0.667865932</c:v>
                </c:pt>
                <c:pt idx="17">
                  <c:v>0.6651998162</c:v>
                </c:pt>
                <c:pt idx="18">
                  <c:v>0.6631356478</c:v>
                </c:pt>
                <c:pt idx="19">
                  <c:v>0.6622096896</c:v>
                </c:pt>
                <c:pt idx="20">
                  <c:v>0.6605623364</c:v>
                </c:pt>
                <c:pt idx="21">
                  <c:v>0.6597874761</c:v>
                </c:pt>
                <c:pt idx="22">
                  <c:v>0.6587669253</c:v>
                </c:pt>
                <c:pt idx="23">
                  <c:v>0.6571802497</c:v>
                </c:pt>
                <c:pt idx="24">
                  <c:v>0.6552636027</c:v>
                </c:pt>
                <c:pt idx="25">
                  <c:v>0.654042244</c:v>
                </c:pt>
                <c:pt idx="26">
                  <c:v>0.6522417068</c:v>
                </c:pt>
                <c:pt idx="27">
                  <c:v>0.6507880092</c:v>
                </c:pt>
                <c:pt idx="28">
                  <c:v>0.6503156424</c:v>
                </c:pt>
                <c:pt idx="29">
                  <c:v>0.6490854025</c:v>
                </c:pt>
                <c:pt idx="30">
                  <c:v>0.6474719644</c:v>
                </c:pt>
                <c:pt idx="31">
                  <c:v>0.6466606259</c:v>
                </c:pt>
                <c:pt idx="32">
                  <c:v>0.6452550888</c:v>
                </c:pt>
                <c:pt idx="33">
                  <c:v>0.6447129846</c:v>
                </c:pt>
                <c:pt idx="34">
                  <c:v>0.6441548467</c:v>
                </c:pt>
                <c:pt idx="35">
                  <c:v>0.6439296603</c:v>
                </c:pt>
                <c:pt idx="36">
                  <c:v>0.6434912682</c:v>
                </c:pt>
                <c:pt idx="37">
                  <c:v>0.6422998905</c:v>
                </c:pt>
                <c:pt idx="38">
                  <c:v>0.6410309672</c:v>
                </c:pt>
                <c:pt idx="39">
                  <c:v>0.6394846439</c:v>
                </c:pt>
                <c:pt idx="40">
                  <c:v>0.6380049586</c:v>
                </c:pt>
                <c:pt idx="41">
                  <c:v>0.6376801133</c:v>
                </c:pt>
                <c:pt idx="42">
                  <c:v>0.6374693513</c:v>
                </c:pt>
                <c:pt idx="43">
                  <c:v>0.6378756762</c:v>
                </c:pt>
                <c:pt idx="44">
                  <c:v>0.6371360421</c:v>
                </c:pt>
                <c:pt idx="45">
                  <c:v>0.6358017921</c:v>
                </c:pt>
                <c:pt idx="46">
                  <c:v>0.6354828477</c:v>
                </c:pt>
                <c:pt idx="47">
                  <c:v>0.6349951625</c:v>
                </c:pt>
                <c:pt idx="48">
                  <c:v>0.6347088814</c:v>
                </c:pt>
                <c:pt idx="49">
                  <c:v>0.6338253021</c:v>
                </c:pt>
                <c:pt idx="50">
                  <c:v>0.6338827014</c:v>
                </c:pt>
                <c:pt idx="51">
                  <c:v>0.6338803768</c:v>
                </c:pt>
                <c:pt idx="52">
                  <c:v>0.6333020329</c:v>
                </c:pt>
                <c:pt idx="53">
                  <c:v>0.6321306229</c:v>
                </c:pt>
                <c:pt idx="54">
                  <c:v>0.631728828</c:v>
                </c:pt>
                <c:pt idx="55">
                  <c:v>0.6320613027</c:v>
                </c:pt>
                <c:pt idx="56">
                  <c:v>0.6320075393</c:v>
                </c:pt>
                <c:pt idx="57">
                  <c:v>0.6312511563</c:v>
                </c:pt>
                <c:pt idx="58">
                  <c:v>0.6306633949</c:v>
                </c:pt>
                <c:pt idx="59">
                  <c:v>0.6303292513</c:v>
                </c:pt>
                <c:pt idx="60">
                  <c:v>0.6296344995</c:v>
                </c:pt>
                <c:pt idx="61">
                  <c:v>0.6286293268</c:v>
                </c:pt>
                <c:pt idx="62">
                  <c:v>0.6285933256</c:v>
                </c:pt>
                <c:pt idx="63">
                  <c:v>0.6288329363</c:v>
                </c:pt>
                <c:pt idx="64">
                  <c:v>0.6295623183</c:v>
                </c:pt>
                <c:pt idx="65">
                  <c:v>0.6288504601</c:v>
                </c:pt>
                <c:pt idx="66">
                  <c:v>0.6281157136</c:v>
                </c:pt>
                <c:pt idx="67">
                  <c:v>0.6278127432</c:v>
                </c:pt>
                <c:pt idx="68">
                  <c:v>0.6270679235</c:v>
                </c:pt>
                <c:pt idx="69">
                  <c:v>0.6269072294</c:v>
                </c:pt>
                <c:pt idx="70">
                  <c:v>0.6270668507</c:v>
                </c:pt>
                <c:pt idx="71">
                  <c:v>0.6267969608</c:v>
                </c:pt>
                <c:pt idx="72">
                  <c:v>0.6259664893</c:v>
                </c:pt>
                <c:pt idx="73">
                  <c:v>0.6258948445</c:v>
                </c:pt>
                <c:pt idx="74">
                  <c:v>0.6252048612</c:v>
                </c:pt>
                <c:pt idx="75">
                  <c:v>0.624889493</c:v>
                </c:pt>
                <c:pt idx="76">
                  <c:v>0.6249045134</c:v>
                </c:pt>
                <c:pt idx="77">
                  <c:v>0.6244867444</c:v>
                </c:pt>
                <c:pt idx="78">
                  <c:v>0.6233254671</c:v>
                </c:pt>
                <c:pt idx="79">
                  <c:v>0.6213360429</c:v>
                </c:pt>
                <c:pt idx="80">
                  <c:v>0.6199932694</c:v>
                </c:pt>
                <c:pt idx="81">
                  <c:v>0.6193708181</c:v>
                </c:pt>
                <c:pt idx="82">
                  <c:v>0.6201481819</c:v>
                </c:pt>
                <c:pt idx="83">
                  <c:v>0.6205763221</c:v>
                </c:pt>
                <c:pt idx="84">
                  <c:v>0.6216644645</c:v>
                </c:pt>
                <c:pt idx="85">
                  <c:v>0.621661067</c:v>
                </c:pt>
                <c:pt idx="86">
                  <c:v>0.6220672131</c:v>
                </c:pt>
                <c:pt idx="87">
                  <c:v>0.621579051</c:v>
                </c:pt>
                <c:pt idx="88">
                  <c:v>0.6201892495</c:v>
                </c:pt>
                <c:pt idx="89">
                  <c:v>0.6193137169</c:v>
                </c:pt>
                <c:pt idx="90">
                  <c:v>0.6190813184</c:v>
                </c:pt>
                <c:pt idx="91">
                  <c:v>0.6187992692</c:v>
                </c:pt>
                <c:pt idx="92">
                  <c:v>0.6177260876</c:v>
                </c:pt>
                <c:pt idx="93">
                  <c:v>0.6168782711</c:v>
                </c:pt>
                <c:pt idx="94">
                  <c:v>0.6161990166</c:v>
                </c:pt>
                <c:pt idx="95">
                  <c:v>0.6152555346</c:v>
                </c:pt>
                <c:pt idx="96">
                  <c:v>0.6141581535</c:v>
                </c:pt>
                <c:pt idx="97">
                  <c:v>0.6131209135</c:v>
                </c:pt>
                <c:pt idx="98">
                  <c:v>0.6111394167</c:v>
                </c:pt>
                <c:pt idx="99">
                  <c:v>0.6097588539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0.576335907</c:v>
                </c:pt>
                <c:pt idx="1">
                  <c:v>0.6106870174</c:v>
                </c:pt>
                <c:pt idx="2">
                  <c:v>0.6335877776</c:v>
                </c:pt>
                <c:pt idx="3">
                  <c:v>0.576335907</c:v>
                </c:pt>
                <c:pt idx="4">
                  <c:v>0.6106870174</c:v>
                </c:pt>
                <c:pt idx="5">
                  <c:v>0.6412213445</c:v>
                </c:pt>
                <c:pt idx="6">
                  <c:v>0.6106870174</c:v>
                </c:pt>
                <c:pt idx="7">
                  <c:v>0.5839694738</c:v>
                </c:pt>
                <c:pt idx="8">
                  <c:v>0.5954198241</c:v>
                </c:pt>
                <c:pt idx="9">
                  <c:v>0.5801526904</c:v>
                </c:pt>
                <c:pt idx="10">
                  <c:v>0.6145038009</c:v>
                </c:pt>
                <c:pt idx="11">
                  <c:v>0.6183205843</c:v>
                </c:pt>
                <c:pt idx="12">
                  <c:v>0.6259542108</c:v>
                </c:pt>
                <c:pt idx="13">
                  <c:v>0.5916030407</c:v>
                </c:pt>
                <c:pt idx="14">
                  <c:v>0.576335907</c:v>
                </c:pt>
                <c:pt idx="15">
                  <c:v>0.5801526904</c:v>
                </c:pt>
                <c:pt idx="16">
                  <c:v>0.5839694738</c:v>
                </c:pt>
                <c:pt idx="17">
                  <c:v>0.6221374273</c:v>
                </c:pt>
                <c:pt idx="18">
                  <c:v>0.6450381875</c:v>
                </c:pt>
                <c:pt idx="19">
                  <c:v>0.5877862573</c:v>
                </c:pt>
                <c:pt idx="20">
                  <c:v>0.606870234</c:v>
                </c:pt>
                <c:pt idx="21">
                  <c:v>0.6335877776</c:v>
                </c:pt>
                <c:pt idx="22">
                  <c:v>0.6221374273</c:v>
                </c:pt>
                <c:pt idx="23">
                  <c:v>0.6145038009</c:v>
                </c:pt>
                <c:pt idx="24">
                  <c:v>0.6335877776</c:v>
                </c:pt>
                <c:pt idx="25">
                  <c:v>0.5954198241</c:v>
                </c:pt>
                <c:pt idx="26">
                  <c:v>0.5992366672</c:v>
                </c:pt>
                <c:pt idx="27">
                  <c:v>0.6145038009</c:v>
                </c:pt>
                <c:pt idx="28">
                  <c:v>0.6564885378</c:v>
                </c:pt>
                <c:pt idx="29">
                  <c:v>0.6412213445</c:v>
                </c:pt>
                <c:pt idx="30">
                  <c:v>0.6755725145</c:v>
                </c:pt>
                <c:pt idx="31">
                  <c:v>0.6297709942</c:v>
                </c:pt>
                <c:pt idx="32">
                  <c:v>0.5992366672</c:v>
                </c:pt>
                <c:pt idx="33">
                  <c:v>0.6450381875</c:v>
                </c:pt>
                <c:pt idx="34">
                  <c:v>0.6717557311</c:v>
                </c:pt>
                <c:pt idx="35">
                  <c:v>0.6335877776</c:v>
                </c:pt>
                <c:pt idx="36">
                  <c:v>0.637404561</c:v>
                </c:pt>
                <c:pt idx="37">
                  <c:v>0.6412213445</c:v>
                </c:pt>
                <c:pt idx="38">
                  <c:v>0.6297709942</c:v>
                </c:pt>
                <c:pt idx="39">
                  <c:v>0.6526717544</c:v>
                </c:pt>
                <c:pt idx="40">
                  <c:v>0.606870234</c:v>
                </c:pt>
                <c:pt idx="41">
                  <c:v>0.5916030407</c:v>
                </c:pt>
                <c:pt idx="42">
                  <c:v>0.5839694738</c:v>
                </c:pt>
                <c:pt idx="43">
                  <c:v>0.5954198241</c:v>
                </c:pt>
                <c:pt idx="44">
                  <c:v>0.6488549709</c:v>
                </c:pt>
                <c:pt idx="45">
                  <c:v>0.6145038009</c:v>
                </c:pt>
                <c:pt idx="46">
                  <c:v>0.6755725145</c:v>
                </c:pt>
                <c:pt idx="47">
                  <c:v>0.6679389477</c:v>
                </c:pt>
                <c:pt idx="48">
                  <c:v>0.6106870174</c:v>
                </c:pt>
                <c:pt idx="49">
                  <c:v>0.6221374273</c:v>
                </c:pt>
                <c:pt idx="50">
                  <c:v>0.6106870174</c:v>
                </c:pt>
                <c:pt idx="51">
                  <c:v>0.6145038009</c:v>
                </c:pt>
                <c:pt idx="52">
                  <c:v>0.6106870174</c:v>
                </c:pt>
                <c:pt idx="53">
                  <c:v>0.6908397079</c:v>
                </c:pt>
                <c:pt idx="54">
                  <c:v>0.6679389477</c:v>
                </c:pt>
                <c:pt idx="55">
                  <c:v>0.6908397079</c:v>
                </c:pt>
                <c:pt idx="56">
                  <c:v>0.6412213445</c:v>
                </c:pt>
                <c:pt idx="57">
                  <c:v>0.6488549709</c:v>
                </c:pt>
                <c:pt idx="58">
                  <c:v>0.6564885378</c:v>
                </c:pt>
                <c:pt idx="59">
                  <c:v>0.6603053212</c:v>
                </c:pt>
                <c:pt idx="60">
                  <c:v>0.6221374273</c:v>
                </c:pt>
                <c:pt idx="61">
                  <c:v>0.6221374273</c:v>
                </c:pt>
                <c:pt idx="62">
                  <c:v>0.6564885378</c:v>
                </c:pt>
                <c:pt idx="63">
                  <c:v>0.6030534506</c:v>
                </c:pt>
                <c:pt idx="64">
                  <c:v>0.6755725145</c:v>
                </c:pt>
                <c:pt idx="65">
                  <c:v>0.6526717544</c:v>
                </c:pt>
                <c:pt idx="66">
                  <c:v>0.6564885378</c:v>
                </c:pt>
                <c:pt idx="67">
                  <c:v>0.6259542108</c:v>
                </c:pt>
                <c:pt idx="68">
                  <c:v>0.6564885378</c:v>
                </c:pt>
                <c:pt idx="69">
                  <c:v>0.6335877776</c:v>
                </c:pt>
                <c:pt idx="70">
                  <c:v>0.6679389477</c:v>
                </c:pt>
                <c:pt idx="71">
                  <c:v>0.6335877776</c:v>
                </c:pt>
                <c:pt idx="72">
                  <c:v>0.6259542108</c:v>
                </c:pt>
                <c:pt idx="73">
                  <c:v>0.6221374273</c:v>
                </c:pt>
                <c:pt idx="74">
                  <c:v>0.6412213445</c:v>
                </c:pt>
                <c:pt idx="75">
                  <c:v>0.6259542108</c:v>
                </c:pt>
                <c:pt idx="76">
                  <c:v>0.6335877776</c:v>
                </c:pt>
                <c:pt idx="77">
                  <c:v>0.679389298</c:v>
                </c:pt>
                <c:pt idx="78">
                  <c:v>0.637404561</c:v>
                </c:pt>
                <c:pt idx="79">
                  <c:v>0.6564885378</c:v>
                </c:pt>
                <c:pt idx="80">
                  <c:v>0.6183205843</c:v>
                </c:pt>
                <c:pt idx="81">
                  <c:v>0.7099236846</c:v>
                </c:pt>
                <c:pt idx="82">
                  <c:v>0.6297709942</c:v>
                </c:pt>
                <c:pt idx="83">
                  <c:v>0.6259542108</c:v>
                </c:pt>
                <c:pt idx="84">
                  <c:v>0.6488549709</c:v>
                </c:pt>
                <c:pt idx="85">
                  <c:v>0.5648854971</c:v>
                </c:pt>
                <c:pt idx="86">
                  <c:v>0.7022900581</c:v>
                </c:pt>
                <c:pt idx="87">
                  <c:v>0.6641221642</c:v>
                </c:pt>
                <c:pt idx="88">
                  <c:v>0.6526717544</c:v>
                </c:pt>
                <c:pt idx="89">
                  <c:v>0.637404561</c:v>
                </c:pt>
                <c:pt idx="90">
                  <c:v>0.6564885378</c:v>
                </c:pt>
                <c:pt idx="91">
                  <c:v>0.6335877776</c:v>
                </c:pt>
                <c:pt idx="92">
                  <c:v>0.6641221642</c:v>
                </c:pt>
                <c:pt idx="93">
                  <c:v>0.6297709942</c:v>
                </c:pt>
                <c:pt idx="94">
                  <c:v>0.6488549709</c:v>
                </c:pt>
                <c:pt idx="95">
                  <c:v>0.6564885378</c:v>
                </c:pt>
                <c:pt idx="96">
                  <c:v>0.6297709942</c:v>
                </c:pt>
                <c:pt idx="97">
                  <c:v>0.6717557311</c:v>
                </c:pt>
                <c:pt idx="98">
                  <c:v>0.5916030407</c:v>
                </c:pt>
                <c:pt idx="99">
                  <c:v>0.637404561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0.6470588446</c:v>
                </c:pt>
                <c:pt idx="1">
                  <c:v>0.6470588446</c:v>
                </c:pt>
                <c:pt idx="2">
                  <c:v>0.6470588446</c:v>
                </c:pt>
                <c:pt idx="3">
                  <c:v>0.6323529482</c:v>
                </c:pt>
                <c:pt idx="4">
                  <c:v>0.6323529482</c:v>
                </c:pt>
                <c:pt idx="5">
                  <c:v>0.6323529482</c:v>
                </c:pt>
                <c:pt idx="6">
                  <c:v>0.6323529482</c:v>
                </c:pt>
                <c:pt idx="7">
                  <c:v>0.6323529482</c:v>
                </c:pt>
                <c:pt idx="8">
                  <c:v>0.6323529482</c:v>
                </c:pt>
                <c:pt idx="9">
                  <c:v>0.6323529482</c:v>
                </c:pt>
                <c:pt idx="10">
                  <c:v>0.6323529482</c:v>
                </c:pt>
                <c:pt idx="11">
                  <c:v>0.6323529482</c:v>
                </c:pt>
                <c:pt idx="12">
                  <c:v>0.6176470518</c:v>
                </c:pt>
                <c:pt idx="13">
                  <c:v>0.6323529482</c:v>
                </c:pt>
                <c:pt idx="14">
                  <c:v>0.6323529482</c:v>
                </c:pt>
                <c:pt idx="15">
                  <c:v>0.6323529482</c:v>
                </c:pt>
                <c:pt idx="16">
                  <c:v>0.6323529482</c:v>
                </c:pt>
                <c:pt idx="17">
                  <c:v>0.6323529482</c:v>
                </c:pt>
                <c:pt idx="18">
                  <c:v>0.6323529482</c:v>
                </c:pt>
                <c:pt idx="19">
                  <c:v>0.6323529482</c:v>
                </c:pt>
                <c:pt idx="20">
                  <c:v>0.6323529482</c:v>
                </c:pt>
                <c:pt idx="21">
                  <c:v>0.6323529482</c:v>
                </c:pt>
                <c:pt idx="22">
                  <c:v>0.6323529482</c:v>
                </c:pt>
                <c:pt idx="23">
                  <c:v>0.6323529482</c:v>
                </c:pt>
                <c:pt idx="24">
                  <c:v>0.6323529482</c:v>
                </c:pt>
                <c:pt idx="25">
                  <c:v>0.6323529482</c:v>
                </c:pt>
                <c:pt idx="26">
                  <c:v>0.6323529482</c:v>
                </c:pt>
                <c:pt idx="27">
                  <c:v>0.6323529482</c:v>
                </c:pt>
                <c:pt idx="28">
                  <c:v>0.6323529482</c:v>
                </c:pt>
                <c:pt idx="29">
                  <c:v>0.6323529482</c:v>
                </c:pt>
                <c:pt idx="30">
                  <c:v>0.6323529482</c:v>
                </c:pt>
                <c:pt idx="31">
                  <c:v>0.6323529482</c:v>
                </c:pt>
                <c:pt idx="32">
                  <c:v>0.6323529482</c:v>
                </c:pt>
                <c:pt idx="33">
                  <c:v>0.6323529482</c:v>
                </c:pt>
                <c:pt idx="34">
                  <c:v>0.6323529482</c:v>
                </c:pt>
                <c:pt idx="35">
                  <c:v>0.6323529482</c:v>
                </c:pt>
                <c:pt idx="36">
                  <c:v>0.6323529482</c:v>
                </c:pt>
                <c:pt idx="37">
                  <c:v>0.6323529482</c:v>
                </c:pt>
                <c:pt idx="38">
                  <c:v>0.6323529482</c:v>
                </c:pt>
                <c:pt idx="39">
                  <c:v>0.6323529482</c:v>
                </c:pt>
                <c:pt idx="40">
                  <c:v>0.6323529482</c:v>
                </c:pt>
                <c:pt idx="41">
                  <c:v>0.6323529482</c:v>
                </c:pt>
                <c:pt idx="42">
                  <c:v>0.6323529482</c:v>
                </c:pt>
                <c:pt idx="43">
                  <c:v>0.6176470518</c:v>
                </c:pt>
                <c:pt idx="44">
                  <c:v>0.6176470518</c:v>
                </c:pt>
                <c:pt idx="45">
                  <c:v>0.6176470518</c:v>
                </c:pt>
                <c:pt idx="46">
                  <c:v>0.6176470518</c:v>
                </c:pt>
                <c:pt idx="47">
                  <c:v>0.6176470518</c:v>
                </c:pt>
                <c:pt idx="48">
                  <c:v>0.6176470518</c:v>
                </c:pt>
                <c:pt idx="49">
                  <c:v>0.6176470518</c:v>
                </c:pt>
                <c:pt idx="50">
                  <c:v>0.6176470518</c:v>
                </c:pt>
                <c:pt idx="51">
                  <c:v>0.6176470518</c:v>
                </c:pt>
                <c:pt idx="52">
                  <c:v>0.6176470518</c:v>
                </c:pt>
                <c:pt idx="53">
                  <c:v>0.6176470518</c:v>
                </c:pt>
                <c:pt idx="54">
                  <c:v>0.6176470518</c:v>
                </c:pt>
                <c:pt idx="55">
                  <c:v>0.6176470518</c:v>
                </c:pt>
                <c:pt idx="56">
                  <c:v>0.6176470518</c:v>
                </c:pt>
                <c:pt idx="57">
                  <c:v>0.6176470518</c:v>
                </c:pt>
                <c:pt idx="58">
                  <c:v>0.6176470518</c:v>
                </c:pt>
                <c:pt idx="59">
                  <c:v>0.6176470518</c:v>
                </c:pt>
                <c:pt idx="60">
                  <c:v>0.6176470518</c:v>
                </c:pt>
                <c:pt idx="61">
                  <c:v>0.6176470518</c:v>
                </c:pt>
                <c:pt idx="62">
                  <c:v>0.6176470518</c:v>
                </c:pt>
                <c:pt idx="63">
                  <c:v>0.6176470518</c:v>
                </c:pt>
                <c:pt idx="64">
                  <c:v>0.6176470518</c:v>
                </c:pt>
                <c:pt idx="65">
                  <c:v>0.6176470518</c:v>
                </c:pt>
                <c:pt idx="66">
                  <c:v>0.6176470518</c:v>
                </c:pt>
                <c:pt idx="67">
                  <c:v>0.6176470518</c:v>
                </c:pt>
                <c:pt idx="68">
                  <c:v>0.6176470518</c:v>
                </c:pt>
                <c:pt idx="69">
                  <c:v>0.6176470518</c:v>
                </c:pt>
                <c:pt idx="70">
                  <c:v>0.6176470518</c:v>
                </c:pt>
                <c:pt idx="71">
                  <c:v>0.6176470518</c:v>
                </c:pt>
                <c:pt idx="72">
                  <c:v>0.6176470518</c:v>
                </c:pt>
                <c:pt idx="73">
                  <c:v>0.6176470518</c:v>
                </c:pt>
                <c:pt idx="74">
                  <c:v>0.6176470518</c:v>
                </c:pt>
                <c:pt idx="75">
                  <c:v>0.6176470518</c:v>
                </c:pt>
                <c:pt idx="76">
                  <c:v>0.6176470518</c:v>
                </c:pt>
                <c:pt idx="77">
                  <c:v>0.6176470518</c:v>
                </c:pt>
                <c:pt idx="78">
                  <c:v>0.6176470518</c:v>
                </c:pt>
                <c:pt idx="79">
                  <c:v>0.6176470518</c:v>
                </c:pt>
                <c:pt idx="80">
                  <c:v>0.6176470518</c:v>
                </c:pt>
                <c:pt idx="81">
                  <c:v>0.6176470518</c:v>
                </c:pt>
                <c:pt idx="82">
                  <c:v>0.6176470518</c:v>
                </c:pt>
                <c:pt idx="83">
                  <c:v>0.6176470518</c:v>
                </c:pt>
                <c:pt idx="84">
                  <c:v>0.6176470518</c:v>
                </c:pt>
                <c:pt idx="85">
                  <c:v>0.6176470518</c:v>
                </c:pt>
                <c:pt idx="86">
                  <c:v>0.6176470518</c:v>
                </c:pt>
                <c:pt idx="87">
                  <c:v>0.6176470518</c:v>
                </c:pt>
                <c:pt idx="88">
                  <c:v>0.6176470518</c:v>
                </c:pt>
                <c:pt idx="89">
                  <c:v>0.6176470518</c:v>
                </c:pt>
                <c:pt idx="90">
                  <c:v>0.6176470518</c:v>
                </c:pt>
                <c:pt idx="91">
                  <c:v>0.6176470518</c:v>
                </c:pt>
                <c:pt idx="92">
                  <c:v>0.6176470518</c:v>
                </c:pt>
                <c:pt idx="93">
                  <c:v>0.6176470518</c:v>
                </c:pt>
                <c:pt idx="94">
                  <c:v>0.6176470518</c:v>
                </c:pt>
                <c:pt idx="95">
                  <c:v>0.6176470518</c:v>
                </c:pt>
                <c:pt idx="96">
                  <c:v>0.6176470518</c:v>
                </c:pt>
                <c:pt idx="97">
                  <c:v>0.6029411554</c:v>
                </c:pt>
                <c:pt idx="98">
                  <c:v>0.6176470518</c:v>
                </c:pt>
                <c:pt idx="99">
                  <c:v>0.6176470518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0.6679389477</c:v>
                </c:pt>
                <c:pt idx="1">
                  <c:v>0.6488549709</c:v>
                </c:pt>
                <c:pt idx="2">
                  <c:v>0.606870234</c:v>
                </c:pt>
                <c:pt idx="3">
                  <c:v>0.5610687137</c:v>
                </c:pt>
                <c:pt idx="4">
                  <c:v>0.6412213445</c:v>
                </c:pt>
                <c:pt idx="5">
                  <c:v>0.6259542108</c:v>
                </c:pt>
                <c:pt idx="6">
                  <c:v>0.6145038009</c:v>
                </c:pt>
                <c:pt idx="7">
                  <c:v>0.6030534506</c:v>
                </c:pt>
                <c:pt idx="8">
                  <c:v>0.6450381875</c:v>
                </c:pt>
                <c:pt idx="9">
                  <c:v>0.637404561</c:v>
                </c:pt>
                <c:pt idx="10">
                  <c:v>0.6412213445</c:v>
                </c:pt>
                <c:pt idx="11">
                  <c:v>0.6564885378</c:v>
                </c:pt>
                <c:pt idx="12">
                  <c:v>0.6259542108</c:v>
                </c:pt>
                <c:pt idx="13">
                  <c:v>0.6145038009</c:v>
                </c:pt>
                <c:pt idx="14">
                  <c:v>0.6297709942</c:v>
                </c:pt>
                <c:pt idx="15">
                  <c:v>0.6221374273</c:v>
                </c:pt>
                <c:pt idx="16">
                  <c:v>0.679389298</c:v>
                </c:pt>
                <c:pt idx="17">
                  <c:v>0.606870234</c:v>
                </c:pt>
                <c:pt idx="18">
                  <c:v>0.6641221642</c:v>
                </c:pt>
                <c:pt idx="19">
                  <c:v>0.6221374273</c:v>
                </c:pt>
                <c:pt idx="20">
                  <c:v>0.6412213445</c:v>
                </c:pt>
                <c:pt idx="21">
                  <c:v>0.6526717544</c:v>
                </c:pt>
                <c:pt idx="22">
                  <c:v>0.6564885378</c:v>
                </c:pt>
                <c:pt idx="23">
                  <c:v>0.6641221642</c:v>
                </c:pt>
                <c:pt idx="24">
                  <c:v>0.6679389477</c:v>
                </c:pt>
                <c:pt idx="25">
                  <c:v>0.6564885378</c:v>
                </c:pt>
                <c:pt idx="26">
                  <c:v>0.637404561</c:v>
                </c:pt>
                <c:pt idx="27">
                  <c:v>0.637404561</c:v>
                </c:pt>
                <c:pt idx="28">
                  <c:v>0.6488549709</c:v>
                </c:pt>
                <c:pt idx="29">
                  <c:v>0.6450381875</c:v>
                </c:pt>
                <c:pt idx="30">
                  <c:v>0.6679389477</c:v>
                </c:pt>
                <c:pt idx="31">
                  <c:v>0.6870229244</c:v>
                </c:pt>
                <c:pt idx="32">
                  <c:v>0.6259542108</c:v>
                </c:pt>
                <c:pt idx="33">
                  <c:v>0.6412213445</c:v>
                </c:pt>
                <c:pt idx="34">
                  <c:v>0.6259542108</c:v>
                </c:pt>
                <c:pt idx="35">
                  <c:v>0.6603053212</c:v>
                </c:pt>
                <c:pt idx="36">
                  <c:v>0.6183205843</c:v>
                </c:pt>
                <c:pt idx="37">
                  <c:v>0.6450381875</c:v>
                </c:pt>
                <c:pt idx="38">
                  <c:v>0.6297709942</c:v>
                </c:pt>
                <c:pt idx="39">
                  <c:v>0.6297709942</c:v>
                </c:pt>
                <c:pt idx="40">
                  <c:v>0.6106870174</c:v>
                </c:pt>
                <c:pt idx="41">
                  <c:v>0.6603053212</c:v>
                </c:pt>
                <c:pt idx="42">
                  <c:v>0.6564885378</c:v>
                </c:pt>
                <c:pt idx="43">
                  <c:v>0.6717557311</c:v>
                </c:pt>
                <c:pt idx="44">
                  <c:v>0.6603053212</c:v>
                </c:pt>
                <c:pt idx="45">
                  <c:v>0.6603053212</c:v>
                </c:pt>
                <c:pt idx="46">
                  <c:v>0.6641221642</c:v>
                </c:pt>
                <c:pt idx="47">
                  <c:v>0.6412213445</c:v>
                </c:pt>
                <c:pt idx="48">
                  <c:v>0.6488549709</c:v>
                </c:pt>
                <c:pt idx="49">
                  <c:v>0.6641221642</c:v>
                </c:pt>
                <c:pt idx="50">
                  <c:v>0.6450381875</c:v>
                </c:pt>
                <c:pt idx="51">
                  <c:v>0.6030534506</c:v>
                </c:pt>
                <c:pt idx="52">
                  <c:v>0.6183205843</c:v>
                </c:pt>
                <c:pt idx="53">
                  <c:v>0.6908397079</c:v>
                </c:pt>
                <c:pt idx="54">
                  <c:v>0.6335877776</c:v>
                </c:pt>
                <c:pt idx="55">
                  <c:v>0.6641221642</c:v>
                </c:pt>
                <c:pt idx="56">
                  <c:v>0.6488549709</c:v>
                </c:pt>
                <c:pt idx="57">
                  <c:v>0.713740468</c:v>
                </c:pt>
                <c:pt idx="58">
                  <c:v>0.6603053212</c:v>
                </c:pt>
                <c:pt idx="59">
                  <c:v>0.6832060814</c:v>
                </c:pt>
                <c:pt idx="60">
                  <c:v>0.6679389477</c:v>
                </c:pt>
                <c:pt idx="61">
                  <c:v>0.6946564913</c:v>
                </c:pt>
                <c:pt idx="62">
                  <c:v>0.6450381875</c:v>
                </c:pt>
                <c:pt idx="63">
                  <c:v>0.6908397079</c:v>
                </c:pt>
                <c:pt idx="64">
                  <c:v>0.6603053212</c:v>
                </c:pt>
                <c:pt idx="65">
                  <c:v>0.6908397079</c:v>
                </c:pt>
                <c:pt idx="66">
                  <c:v>0.6908397079</c:v>
                </c:pt>
                <c:pt idx="67">
                  <c:v>0.6832060814</c:v>
                </c:pt>
                <c:pt idx="68">
                  <c:v>0.6717557311</c:v>
                </c:pt>
                <c:pt idx="69">
                  <c:v>0.6641221642</c:v>
                </c:pt>
                <c:pt idx="70">
                  <c:v>0.6526717544</c:v>
                </c:pt>
                <c:pt idx="71">
                  <c:v>0.6717557311</c:v>
                </c:pt>
                <c:pt idx="72">
                  <c:v>0.6984732747</c:v>
                </c:pt>
                <c:pt idx="73">
                  <c:v>0.679389298</c:v>
                </c:pt>
                <c:pt idx="74">
                  <c:v>0.6717557311</c:v>
                </c:pt>
                <c:pt idx="75">
                  <c:v>0.679389298</c:v>
                </c:pt>
                <c:pt idx="76">
                  <c:v>0.6526717544</c:v>
                </c:pt>
                <c:pt idx="77">
                  <c:v>0.679389298</c:v>
                </c:pt>
                <c:pt idx="78">
                  <c:v>0.6526717544</c:v>
                </c:pt>
                <c:pt idx="79">
                  <c:v>0.6412213445</c:v>
                </c:pt>
                <c:pt idx="80">
                  <c:v>0.679389298</c:v>
                </c:pt>
                <c:pt idx="81">
                  <c:v>0.6641221642</c:v>
                </c:pt>
                <c:pt idx="82">
                  <c:v>0.6755725145</c:v>
                </c:pt>
                <c:pt idx="83">
                  <c:v>0.7061068416</c:v>
                </c:pt>
                <c:pt idx="84">
                  <c:v>0.6641221642</c:v>
                </c:pt>
                <c:pt idx="85">
                  <c:v>0.6526717544</c:v>
                </c:pt>
                <c:pt idx="86">
                  <c:v>0.6679389477</c:v>
                </c:pt>
                <c:pt idx="87">
                  <c:v>0.637404561</c:v>
                </c:pt>
                <c:pt idx="88">
                  <c:v>0.7061068416</c:v>
                </c:pt>
                <c:pt idx="89">
                  <c:v>0.6832060814</c:v>
                </c:pt>
                <c:pt idx="90">
                  <c:v>0.637404561</c:v>
                </c:pt>
                <c:pt idx="91">
                  <c:v>0.6717557311</c:v>
                </c:pt>
                <c:pt idx="92">
                  <c:v>0.6946564913</c:v>
                </c:pt>
                <c:pt idx="93">
                  <c:v>0.6297709942</c:v>
                </c:pt>
                <c:pt idx="94">
                  <c:v>0.6908397079</c:v>
                </c:pt>
                <c:pt idx="95">
                  <c:v>0.6755725145</c:v>
                </c:pt>
                <c:pt idx="96">
                  <c:v>0.6946564913</c:v>
                </c:pt>
                <c:pt idx="97">
                  <c:v>0.6564885378</c:v>
                </c:pt>
                <c:pt idx="98">
                  <c:v>0.6564885378</c:v>
                </c:pt>
                <c:pt idx="99">
                  <c:v>0.6526717544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0.6911764741</c:v>
                </c:pt>
                <c:pt idx="1">
                  <c:v>0.6911764741</c:v>
                </c:pt>
                <c:pt idx="2">
                  <c:v>0.6911764741</c:v>
                </c:pt>
                <c:pt idx="3">
                  <c:v>0.6764705777</c:v>
                </c:pt>
                <c:pt idx="4">
                  <c:v>0.6764705777</c:v>
                </c:pt>
                <c:pt idx="5">
                  <c:v>0.6764705777</c:v>
                </c:pt>
                <c:pt idx="6">
                  <c:v>0.6764705777</c:v>
                </c:pt>
                <c:pt idx="7">
                  <c:v>0.6764705777</c:v>
                </c:pt>
                <c:pt idx="8">
                  <c:v>0.6764705777</c:v>
                </c:pt>
                <c:pt idx="9">
                  <c:v>0.6764705777</c:v>
                </c:pt>
                <c:pt idx="10">
                  <c:v>0.6764705777</c:v>
                </c:pt>
                <c:pt idx="11">
                  <c:v>0.6764705777</c:v>
                </c:pt>
                <c:pt idx="12">
                  <c:v>0.6764705777</c:v>
                </c:pt>
                <c:pt idx="13">
                  <c:v>0.6764705777</c:v>
                </c:pt>
                <c:pt idx="14">
                  <c:v>0.6764705777</c:v>
                </c:pt>
                <c:pt idx="15">
                  <c:v>0.6911764741</c:v>
                </c:pt>
                <c:pt idx="16">
                  <c:v>0.6911764741</c:v>
                </c:pt>
                <c:pt idx="17">
                  <c:v>0.6911764741</c:v>
                </c:pt>
                <c:pt idx="18">
                  <c:v>0.6911764741</c:v>
                </c:pt>
                <c:pt idx="19">
                  <c:v>0.6617646813</c:v>
                </c:pt>
                <c:pt idx="20">
                  <c:v>0.6764705777</c:v>
                </c:pt>
                <c:pt idx="21">
                  <c:v>0.6617646813</c:v>
                </c:pt>
                <c:pt idx="22">
                  <c:v>0.6617646813</c:v>
                </c:pt>
                <c:pt idx="23">
                  <c:v>0.6617646813</c:v>
                </c:pt>
                <c:pt idx="24">
                  <c:v>0.6617646813</c:v>
                </c:pt>
                <c:pt idx="25">
                  <c:v>0.6617646813</c:v>
                </c:pt>
                <c:pt idx="26">
                  <c:v>0.6617646813</c:v>
                </c:pt>
                <c:pt idx="27">
                  <c:v>0.6470588446</c:v>
                </c:pt>
                <c:pt idx="28">
                  <c:v>0.6617646813</c:v>
                </c:pt>
                <c:pt idx="29">
                  <c:v>0.6617646813</c:v>
                </c:pt>
                <c:pt idx="30">
                  <c:v>0.6617646813</c:v>
                </c:pt>
                <c:pt idx="31">
                  <c:v>0.6617646813</c:v>
                </c:pt>
                <c:pt idx="32">
                  <c:v>0.6617646813</c:v>
                </c:pt>
                <c:pt idx="33">
                  <c:v>0.6617646813</c:v>
                </c:pt>
                <c:pt idx="34">
                  <c:v>0.6617646813</c:v>
                </c:pt>
                <c:pt idx="35">
                  <c:v>0.6617646813</c:v>
                </c:pt>
                <c:pt idx="36">
                  <c:v>0.6617646813</c:v>
                </c:pt>
                <c:pt idx="37">
                  <c:v>0.6617646813</c:v>
                </c:pt>
                <c:pt idx="38">
                  <c:v>0.6617646813</c:v>
                </c:pt>
                <c:pt idx="39">
                  <c:v>0.6617646813</c:v>
                </c:pt>
                <c:pt idx="40">
                  <c:v>0.6617646813</c:v>
                </c:pt>
                <c:pt idx="41">
                  <c:v>0.6617646813</c:v>
                </c:pt>
                <c:pt idx="42">
                  <c:v>0.6617646813</c:v>
                </c:pt>
                <c:pt idx="43">
                  <c:v>0.6617646813</c:v>
                </c:pt>
                <c:pt idx="44">
                  <c:v>0.6617646813</c:v>
                </c:pt>
                <c:pt idx="45">
                  <c:v>0.6617646813</c:v>
                </c:pt>
                <c:pt idx="46">
                  <c:v>0.6617646813</c:v>
                </c:pt>
                <c:pt idx="47">
                  <c:v>0.6617646813</c:v>
                </c:pt>
                <c:pt idx="48">
                  <c:v>0.6617646813</c:v>
                </c:pt>
                <c:pt idx="49">
                  <c:v>0.6617646813</c:v>
                </c:pt>
                <c:pt idx="50">
                  <c:v>0.6617646813</c:v>
                </c:pt>
                <c:pt idx="51">
                  <c:v>0.6617646813</c:v>
                </c:pt>
                <c:pt idx="52">
                  <c:v>0.6617646813</c:v>
                </c:pt>
                <c:pt idx="53">
                  <c:v>0.6617646813</c:v>
                </c:pt>
                <c:pt idx="54">
                  <c:v>0.6617646813</c:v>
                </c:pt>
                <c:pt idx="55">
                  <c:v>0.6617646813</c:v>
                </c:pt>
                <c:pt idx="56">
                  <c:v>0.6617646813</c:v>
                </c:pt>
                <c:pt idx="57">
                  <c:v>0.6617646813</c:v>
                </c:pt>
                <c:pt idx="58">
                  <c:v>0.6617646813</c:v>
                </c:pt>
                <c:pt idx="59">
                  <c:v>0.6617646813</c:v>
                </c:pt>
                <c:pt idx="60">
                  <c:v>0.6617646813</c:v>
                </c:pt>
                <c:pt idx="61">
                  <c:v>0.6617646813</c:v>
                </c:pt>
                <c:pt idx="62">
                  <c:v>0.6617646813</c:v>
                </c:pt>
                <c:pt idx="63">
                  <c:v>0.6617646813</c:v>
                </c:pt>
                <c:pt idx="64">
                  <c:v>0.6617646813</c:v>
                </c:pt>
                <c:pt idx="65">
                  <c:v>0.6617646813</c:v>
                </c:pt>
                <c:pt idx="66">
                  <c:v>0.6617646813</c:v>
                </c:pt>
                <c:pt idx="67">
                  <c:v>0.6617646813</c:v>
                </c:pt>
                <c:pt idx="68">
                  <c:v>0.6617646813</c:v>
                </c:pt>
                <c:pt idx="69">
                  <c:v>0.6617646813</c:v>
                </c:pt>
                <c:pt idx="70">
                  <c:v>0.6617646813</c:v>
                </c:pt>
                <c:pt idx="71">
                  <c:v>0.6617646813</c:v>
                </c:pt>
                <c:pt idx="72">
                  <c:v>0.6617646813</c:v>
                </c:pt>
                <c:pt idx="73">
                  <c:v>0.6617646813</c:v>
                </c:pt>
                <c:pt idx="74">
                  <c:v>0.6617646813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0.6617646813</c:v>
                </c:pt>
                <c:pt idx="82">
                  <c:v>0.6617646813</c:v>
                </c:pt>
                <c:pt idx="83">
                  <c:v>0.6617646813</c:v>
                </c:pt>
                <c:pt idx="84">
                  <c:v>0.6617646813</c:v>
                </c:pt>
                <c:pt idx="85">
                  <c:v>0.6617646813</c:v>
                </c:pt>
                <c:pt idx="86">
                  <c:v>0.6617646813</c:v>
                </c:pt>
                <c:pt idx="87">
                  <c:v>0.6617646813</c:v>
                </c:pt>
                <c:pt idx="88">
                  <c:v>0.6617646813</c:v>
                </c:pt>
                <c:pt idx="89">
                  <c:v>0.6617646813</c:v>
                </c:pt>
                <c:pt idx="90">
                  <c:v>0.6617646813</c:v>
                </c:pt>
                <c:pt idx="91">
                  <c:v>0.6617646813</c:v>
                </c:pt>
                <c:pt idx="92">
                  <c:v>0.6617646813</c:v>
                </c:pt>
                <c:pt idx="93">
                  <c:v>0.6617646813</c:v>
                </c:pt>
                <c:pt idx="94">
                  <c:v>0.6617646813</c:v>
                </c:pt>
                <c:pt idx="95">
                  <c:v>0.6617646813</c:v>
                </c:pt>
                <c:pt idx="96">
                  <c:v>0.6617646813</c:v>
                </c:pt>
                <c:pt idx="97">
                  <c:v>0.6617646813</c:v>
                </c:pt>
                <c:pt idx="98">
                  <c:v>0.6617646813</c:v>
                </c:pt>
                <c:pt idx="99">
                  <c:v>0.6617646813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1.0197458267</c:v>
                </c:pt>
                <c:pt idx="1">
                  <c:v>0.9804094434</c:v>
                </c:pt>
                <c:pt idx="2">
                  <c:v>0.9045225978</c:v>
                </c:pt>
                <c:pt idx="3">
                  <c:v>0.9319761992</c:v>
                </c:pt>
                <c:pt idx="4">
                  <c:v>0.8150745034</c:v>
                </c:pt>
                <c:pt idx="5">
                  <c:v>0.775310874</c:v>
                </c:pt>
                <c:pt idx="6">
                  <c:v>0.8345286846</c:v>
                </c:pt>
                <c:pt idx="7">
                  <c:v>0.8493902683</c:v>
                </c:pt>
                <c:pt idx="8">
                  <c:v>0.8300554752</c:v>
                </c:pt>
                <c:pt idx="9">
                  <c:v>0.823514998</c:v>
                </c:pt>
                <c:pt idx="10">
                  <c:v>0.7753385901</c:v>
                </c:pt>
                <c:pt idx="11">
                  <c:v>0.7530377507</c:v>
                </c:pt>
                <c:pt idx="12">
                  <c:v>0.7122594714</c:v>
                </c:pt>
                <c:pt idx="13">
                  <c:v>0.7525103688</c:v>
                </c:pt>
                <c:pt idx="14">
                  <c:v>0.763702333</c:v>
                </c:pt>
                <c:pt idx="15">
                  <c:v>0.7288993597</c:v>
                </c:pt>
                <c:pt idx="16">
                  <c:v>0.7229517102</c:v>
                </c:pt>
                <c:pt idx="17">
                  <c:v>0.7264013886</c:v>
                </c:pt>
                <c:pt idx="18">
                  <c:v>0.6708922982</c:v>
                </c:pt>
                <c:pt idx="19">
                  <c:v>0.7323988676</c:v>
                </c:pt>
                <c:pt idx="20">
                  <c:v>0.7133964896</c:v>
                </c:pt>
                <c:pt idx="21">
                  <c:v>0.686717093</c:v>
                </c:pt>
                <c:pt idx="22">
                  <c:v>0.6886728406</c:v>
                </c:pt>
                <c:pt idx="23">
                  <c:v>0.6985501647</c:v>
                </c:pt>
                <c:pt idx="24">
                  <c:v>0.680369556</c:v>
                </c:pt>
                <c:pt idx="25">
                  <c:v>0.70193398</c:v>
                </c:pt>
                <c:pt idx="26">
                  <c:v>0.6730196476</c:v>
                </c:pt>
                <c:pt idx="27">
                  <c:v>0.6915078163</c:v>
                </c:pt>
                <c:pt idx="28">
                  <c:v>0.6566151977</c:v>
                </c:pt>
                <c:pt idx="29">
                  <c:v>0.6535042524</c:v>
                </c:pt>
                <c:pt idx="30">
                  <c:v>0.6515664458</c:v>
                </c:pt>
                <c:pt idx="31">
                  <c:v>0.6696004272</c:v>
                </c:pt>
                <c:pt idx="32">
                  <c:v>0.6848828793</c:v>
                </c:pt>
                <c:pt idx="33">
                  <c:v>0.6629090309</c:v>
                </c:pt>
                <c:pt idx="34">
                  <c:v>0.6396079063</c:v>
                </c:pt>
                <c:pt idx="35">
                  <c:v>0.6623276472</c:v>
                </c:pt>
                <c:pt idx="36">
                  <c:v>0.6528544426</c:v>
                </c:pt>
                <c:pt idx="37">
                  <c:v>0.6644511819</c:v>
                </c:pt>
                <c:pt idx="38">
                  <c:v>0.6842350364</c:v>
                </c:pt>
                <c:pt idx="39">
                  <c:v>0.6507149935</c:v>
                </c:pt>
                <c:pt idx="40">
                  <c:v>0.6591424346</c:v>
                </c:pt>
                <c:pt idx="41">
                  <c:v>0.6791223288</c:v>
                </c:pt>
                <c:pt idx="42">
                  <c:v>0.6818010211</c:v>
                </c:pt>
                <c:pt idx="43">
                  <c:v>0.6793597937</c:v>
                </c:pt>
                <c:pt idx="44">
                  <c:v>0.6444832087</c:v>
                </c:pt>
                <c:pt idx="45">
                  <c:v>0.6756652594</c:v>
                </c:pt>
                <c:pt idx="46">
                  <c:v>0.6211189628</c:v>
                </c:pt>
                <c:pt idx="47">
                  <c:v>0.6372544169</c:v>
                </c:pt>
                <c:pt idx="48">
                  <c:v>0.672170043</c:v>
                </c:pt>
                <c:pt idx="49">
                  <c:v>0.6652024388</c:v>
                </c:pt>
                <c:pt idx="50">
                  <c:v>0.673474431</c:v>
                </c:pt>
                <c:pt idx="51">
                  <c:v>0.6675894856</c:v>
                </c:pt>
                <c:pt idx="52">
                  <c:v>0.649625659</c:v>
                </c:pt>
                <c:pt idx="53">
                  <c:v>0.6198859811</c:v>
                </c:pt>
                <c:pt idx="54">
                  <c:v>0.6352019906</c:v>
                </c:pt>
                <c:pt idx="55">
                  <c:v>0.6368016601</c:v>
                </c:pt>
                <c:pt idx="56">
                  <c:v>0.6595039368</c:v>
                </c:pt>
                <c:pt idx="57">
                  <c:v>0.6505442262</c:v>
                </c:pt>
                <c:pt idx="58">
                  <c:v>0.6444851756</c:v>
                </c:pt>
                <c:pt idx="59">
                  <c:v>0.6450079083</c:v>
                </c:pt>
                <c:pt idx="60">
                  <c:v>0.6717200875</c:v>
                </c:pt>
                <c:pt idx="61">
                  <c:v>0.6596893072</c:v>
                </c:pt>
                <c:pt idx="62">
                  <c:v>0.6395165324</c:v>
                </c:pt>
                <c:pt idx="63">
                  <c:v>0.6526200771</c:v>
                </c:pt>
                <c:pt idx="64">
                  <c:v>0.6313751936</c:v>
                </c:pt>
                <c:pt idx="65">
                  <c:v>0.6340370178</c:v>
                </c:pt>
                <c:pt idx="66">
                  <c:v>0.652203083</c:v>
                </c:pt>
                <c:pt idx="67">
                  <c:v>0.6489459276</c:v>
                </c:pt>
                <c:pt idx="68">
                  <c:v>0.6356494427</c:v>
                </c:pt>
                <c:pt idx="69">
                  <c:v>0.6509746909</c:v>
                </c:pt>
                <c:pt idx="70">
                  <c:v>0.6310879588</c:v>
                </c:pt>
                <c:pt idx="71">
                  <c:v>0.6578687429</c:v>
                </c:pt>
                <c:pt idx="72">
                  <c:v>0.6545959711</c:v>
                </c:pt>
                <c:pt idx="73">
                  <c:v>0.6510542035</c:v>
                </c:pt>
                <c:pt idx="74">
                  <c:v>0.6407144666</c:v>
                </c:pt>
                <c:pt idx="75">
                  <c:v>0.6570397019</c:v>
                </c:pt>
                <c:pt idx="76">
                  <c:v>0.6475354433</c:v>
                </c:pt>
                <c:pt idx="77">
                  <c:v>0.6377815008</c:v>
                </c:pt>
                <c:pt idx="78">
                  <c:v>0.6408637762</c:v>
                </c:pt>
                <c:pt idx="79">
                  <c:v>0.6489709616</c:v>
                </c:pt>
                <c:pt idx="80">
                  <c:v>0.6428419352</c:v>
                </c:pt>
                <c:pt idx="81">
                  <c:v>0.6126825213</c:v>
                </c:pt>
                <c:pt idx="82">
                  <c:v>0.6466317177</c:v>
                </c:pt>
                <c:pt idx="83">
                  <c:v>0.657029748</c:v>
                </c:pt>
                <c:pt idx="84">
                  <c:v>0.6348893642</c:v>
                </c:pt>
                <c:pt idx="85">
                  <c:v>0.677854836</c:v>
                </c:pt>
                <c:pt idx="86">
                  <c:v>0.6199482679</c:v>
                </c:pt>
                <c:pt idx="87">
                  <c:v>0.636423409</c:v>
                </c:pt>
                <c:pt idx="88">
                  <c:v>0.6458893418</c:v>
                </c:pt>
                <c:pt idx="89">
                  <c:v>0.6511438489</c:v>
                </c:pt>
                <c:pt idx="90">
                  <c:v>0.6304350495</c:v>
                </c:pt>
                <c:pt idx="91">
                  <c:v>0.6536614895</c:v>
                </c:pt>
                <c:pt idx="92">
                  <c:v>0.6395795941</c:v>
                </c:pt>
                <c:pt idx="93">
                  <c:v>0.6473477483</c:v>
                </c:pt>
                <c:pt idx="94">
                  <c:v>0.6383576989</c:v>
                </c:pt>
                <c:pt idx="95">
                  <c:v>0.6344316602</c:v>
                </c:pt>
                <c:pt idx="96">
                  <c:v>0.6638632417</c:v>
                </c:pt>
                <c:pt idx="97">
                  <c:v>0.6244462729</c:v>
                </c:pt>
                <c:pt idx="98">
                  <c:v>0.6603417993</c:v>
                </c:pt>
                <c:pt idx="99">
                  <c:v>0.6474083662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0.982352078</c:v>
                </c:pt>
                <c:pt idx="1">
                  <c:v>0.954650104</c:v>
                </c:pt>
                <c:pt idx="2">
                  <c:v>0.9301823974</c:v>
                </c:pt>
                <c:pt idx="3">
                  <c:v>0.907314539</c:v>
                </c:pt>
                <c:pt idx="4">
                  <c:v>0.8871856928</c:v>
                </c:pt>
                <c:pt idx="5">
                  <c:v>0.8697327971</c:v>
                </c:pt>
                <c:pt idx="6">
                  <c:v>0.8531864882</c:v>
                </c:pt>
                <c:pt idx="7">
                  <c:v>0.8371241093</c:v>
                </c:pt>
                <c:pt idx="8">
                  <c:v>0.8208889365</c:v>
                </c:pt>
                <c:pt idx="9">
                  <c:v>0.8067592382</c:v>
                </c:pt>
                <c:pt idx="10">
                  <c:v>0.7952742577</c:v>
                </c:pt>
                <c:pt idx="11">
                  <c:v>0.7850292921</c:v>
                </c:pt>
                <c:pt idx="12">
                  <c:v>0.7761913538</c:v>
                </c:pt>
                <c:pt idx="13">
                  <c:v>0.7681232691</c:v>
                </c:pt>
                <c:pt idx="14">
                  <c:v>0.7610840797</c:v>
                </c:pt>
                <c:pt idx="15">
                  <c:v>0.7546050549</c:v>
                </c:pt>
                <c:pt idx="16">
                  <c:v>0.7485388517</c:v>
                </c:pt>
                <c:pt idx="17">
                  <c:v>0.7424896359</c:v>
                </c:pt>
                <c:pt idx="18">
                  <c:v>0.7372850776</c:v>
                </c:pt>
                <c:pt idx="19">
                  <c:v>0.7323697209</c:v>
                </c:pt>
                <c:pt idx="20">
                  <c:v>0.727037251</c:v>
                </c:pt>
                <c:pt idx="21">
                  <c:v>0.7226172686</c:v>
                </c:pt>
                <c:pt idx="22">
                  <c:v>0.7194499969</c:v>
                </c:pt>
                <c:pt idx="23">
                  <c:v>0.7157686353</c:v>
                </c:pt>
                <c:pt idx="24">
                  <c:v>0.7124625444</c:v>
                </c:pt>
                <c:pt idx="25">
                  <c:v>0.7098633051</c:v>
                </c:pt>
                <c:pt idx="26">
                  <c:v>0.7073791027</c:v>
                </c:pt>
                <c:pt idx="27">
                  <c:v>0.704882741</c:v>
                </c:pt>
                <c:pt idx="28">
                  <c:v>0.7027330399</c:v>
                </c:pt>
                <c:pt idx="29">
                  <c:v>0.7009456754</c:v>
                </c:pt>
                <c:pt idx="30">
                  <c:v>0.6990711093</c:v>
                </c:pt>
                <c:pt idx="31">
                  <c:v>0.6975579262</c:v>
                </c:pt>
                <c:pt idx="32">
                  <c:v>0.6958585978</c:v>
                </c:pt>
                <c:pt idx="33">
                  <c:v>0.6941635013</c:v>
                </c:pt>
                <c:pt idx="34">
                  <c:v>0.6928300858</c:v>
                </c:pt>
                <c:pt idx="35">
                  <c:v>0.691518724</c:v>
                </c:pt>
                <c:pt idx="36">
                  <c:v>0.6907715797</c:v>
                </c:pt>
                <c:pt idx="37">
                  <c:v>0.689645052</c:v>
                </c:pt>
                <c:pt idx="38">
                  <c:v>0.6879749298</c:v>
                </c:pt>
                <c:pt idx="39">
                  <c:v>0.6866461635</c:v>
                </c:pt>
                <c:pt idx="40">
                  <c:v>0.6855269074</c:v>
                </c:pt>
                <c:pt idx="41">
                  <c:v>0.6845360994</c:v>
                </c:pt>
                <c:pt idx="42">
                  <c:v>0.6834849715</c:v>
                </c:pt>
                <c:pt idx="43">
                  <c:v>0.6826822758</c:v>
                </c:pt>
                <c:pt idx="44">
                  <c:v>0.681671679</c:v>
                </c:pt>
                <c:pt idx="45">
                  <c:v>0.6809353232</c:v>
                </c:pt>
                <c:pt idx="46">
                  <c:v>0.680680275</c:v>
                </c:pt>
                <c:pt idx="47">
                  <c:v>0.6807789803</c:v>
                </c:pt>
                <c:pt idx="48">
                  <c:v>0.6806917787</c:v>
                </c:pt>
                <c:pt idx="49">
                  <c:v>0.6802952886</c:v>
                </c:pt>
                <c:pt idx="50">
                  <c:v>0.6800943613</c:v>
                </c:pt>
                <c:pt idx="51">
                  <c:v>0.6795740128</c:v>
                </c:pt>
                <c:pt idx="52">
                  <c:v>0.6790403128</c:v>
                </c:pt>
                <c:pt idx="53">
                  <c:v>0.6783803105</c:v>
                </c:pt>
                <c:pt idx="54">
                  <c:v>0.6780572534</c:v>
                </c:pt>
                <c:pt idx="55">
                  <c:v>0.6776143312</c:v>
                </c:pt>
                <c:pt idx="56">
                  <c:v>0.6771224737</c:v>
                </c:pt>
                <c:pt idx="57">
                  <c:v>0.6764627695</c:v>
                </c:pt>
                <c:pt idx="58">
                  <c:v>0.6761264205</c:v>
                </c:pt>
                <c:pt idx="59">
                  <c:v>0.6760852337</c:v>
                </c:pt>
                <c:pt idx="60">
                  <c:v>0.6755886674</c:v>
                </c:pt>
                <c:pt idx="61">
                  <c:v>0.6751853824</c:v>
                </c:pt>
                <c:pt idx="62">
                  <c:v>0.6750939488</c:v>
                </c:pt>
                <c:pt idx="63">
                  <c:v>0.674960494</c:v>
                </c:pt>
                <c:pt idx="64">
                  <c:v>0.6749768257</c:v>
                </c:pt>
                <c:pt idx="65">
                  <c:v>0.674659729</c:v>
                </c:pt>
                <c:pt idx="66">
                  <c:v>0.6743952036</c:v>
                </c:pt>
                <c:pt idx="67">
                  <c:v>0.6743575931</c:v>
                </c:pt>
                <c:pt idx="68">
                  <c:v>0.674169302</c:v>
                </c:pt>
                <c:pt idx="69">
                  <c:v>0.6740914583</c:v>
                </c:pt>
                <c:pt idx="70">
                  <c:v>0.6740803719</c:v>
                </c:pt>
                <c:pt idx="71">
                  <c:v>0.6742208004</c:v>
                </c:pt>
                <c:pt idx="72">
                  <c:v>0.6741924286</c:v>
                </c:pt>
                <c:pt idx="73">
                  <c:v>0.6739013791</c:v>
                </c:pt>
                <c:pt idx="74">
                  <c:v>0.6736053228</c:v>
                </c:pt>
                <c:pt idx="75">
                  <c:v>0.6733350754</c:v>
                </c:pt>
                <c:pt idx="76">
                  <c:v>0.6729412079</c:v>
                </c:pt>
                <c:pt idx="77">
                  <c:v>0.6726612449</c:v>
                </c:pt>
                <c:pt idx="78">
                  <c:v>0.6722656488</c:v>
                </c:pt>
                <c:pt idx="79">
                  <c:v>0.6717980504</c:v>
                </c:pt>
                <c:pt idx="80">
                  <c:v>0.6716268063</c:v>
                </c:pt>
                <c:pt idx="81">
                  <c:v>0.6713598967</c:v>
                </c:pt>
                <c:pt idx="82">
                  <c:v>0.6713092327</c:v>
                </c:pt>
                <c:pt idx="83">
                  <c:v>0.6713222265</c:v>
                </c:pt>
                <c:pt idx="84">
                  <c:v>0.6711140871</c:v>
                </c:pt>
                <c:pt idx="85">
                  <c:v>0.6707600951</c:v>
                </c:pt>
                <c:pt idx="86">
                  <c:v>0.6703112125</c:v>
                </c:pt>
                <c:pt idx="87">
                  <c:v>0.6696935892</c:v>
                </c:pt>
                <c:pt idx="88">
                  <c:v>0.6693553925</c:v>
                </c:pt>
                <c:pt idx="89">
                  <c:v>0.669398725</c:v>
                </c:pt>
                <c:pt idx="90">
                  <c:v>0.669255197</c:v>
                </c:pt>
                <c:pt idx="91">
                  <c:v>0.6693989038</c:v>
                </c:pt>
                <c:pt idx="92">
                  <c:v>0.6692048311</c:v>
                </c:pt>
                <c:pt idx="93">
                  <c:v>0.6688073874</c:v>
                </c:pt>
                <c:pt idx="94">
                  <c:v>0.6686395407</c:v>
                </c:pt>
                <c:pt idx="95">
                  <c:v>0.668541491</c:v>
                </c:pt>
                <c:pt idx="96">
                  <c:v>0.6683869958</c:v>
                </c:pt>
                <c:pt idx="97">
                  <c:v>0.6683138013</c:v>
                </c:pt>
                <c:pt idx="98">
                  <c:v>0.668122232</c:v>
                </c:pt>
                <c:pt idx="99">
                  <c:v>0.6678248048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0.8897433877</c:v>
                </c:pt>
                <c:pt idx="1">
                  <c:v>0.8793928623</c:v>
                </c:pt>
                <c:pt idx="2">
                  <c:v>0.9215976596</c:v>
                </c:pt>
                <c:pt idx="3">
                  <c:v>0.9648938775</c:v>
                </c:pt>
                <c:pt idx="4">
                  <c:v>0.8424919248</c:v>
                </c:pt>
                <c:pt idx="5">
                  <c:v>0.8365718722</c:v>
                </c:pt>
                <c:pt idx="6">
                  <c:v>0.833635211</c:v>
                </c:pt>
                <c:pt idx="7">
                  <c:v>0.8138101697</c:v>
                </c:pt>
                <c:pt idx="8">
                  <c:v>0.754059732</c:v>
                </c:pt>
                <c:pt idx="9">
                  <c:v>0.7386226058</c:v>
                </c:pt>
                <c:pt idx="10">
                  <c:v>0.7525194287</c:v>
                </c:pt>
                <c:pt idx="11">
                  <c:v>0.7091270089</c:v>
                </c:pt>
                <c:pt idx="12">
                  <c:v>0.7402811646</c:v>
                </c:pt>
                <c:pt idx="13">
                  <c:v>0.7608218193</c:v>
                </c:pt>
                <c:pt idx="14">
                  <c:v>0.7455840111</c:v>
                </c:pt>
                <c:pt idx="15">
                  <c:v>0.7216746211</c:v>
                </c:pt>
                <c:pt idx="16">
                  <c:v>0.6697034836</c:v>
                </c:pt>
                <c:pt idx="17">
                  <c:v>0.7282005548</c:v>
                </c:pt>
                <c:pt idx="18">
                  <c:v>0.6661883593</c:v>
                </c:pt>
                <c:pt idx="19">
                  <c:v>0.6887260675</c:v>
                </c:pt>
                <c:pt idx="20">
                  <c:v>0.6995834708</c:v>
                </c:pt>
                <c:pt idx="21">
                  <c:v>0.6866770387</c:v>
                </c:pt>
                <c:pt idx="22">
                  <c:v>0.6774094701</c:v>
                </c:pt>
                <c:pt idx="23">
                  <c:v>0.6569712758</c:v>
                </c:pt>
                <c:pt idx="24">
                  <c:v>0.6457312107</c:v>
                </c:pt>
                <c:pt idx="25">
                  <c:v>0.6580725908</c:v>
                </c:pt>
                <c:pt idx="26">
                  <c:v>0.6760166287</c:v>
                </c:pt>
                <c:pt idx="27">
                  <c:v>0.6772179604</c:v>
                </c:pt>
                <c:pt idx="28">
                  <c:v>0.675870657</c:v>
                </c:pt>
                <c:pt idx="29">
                  <c:v>0.6702510715</c:v>
                </c:pt>
                <c:pt idx="30">
                  <c:v>0.6441230774</c:v>
                </c:pt>
                <c:pt idx="31">
                  <c:v>0.6474158764</c:v>
                </c:pt>
                <c:pt idx="32">
                  <c:v>0.6677889228</c:v>
                </c:pt>
                <c:pt idx="33">
                  <c:v>0.6490007639</c:v>
                </c:pt>
                <c:pt idx="34">
                  <c:v>0.6790465117</c:v>
                </c:pt>
                <c:pt idx="35">
                  <c:v>0.6372768283</c:v>
                </c:pt>
                <c:pt idx="36">
                  <c:v>0.6758067608</c:v>
                </c:pt>
                <c:pt idx="37">
                  <c:v>0.6426045299</c:v>
                </c:pt>
                <c:pt idx="38">
                  <c:v>0.6656973362</c:v>
                </c:pt>
                <c:pt idx="39">
                  <c:v>0.6721640825</c:v>
                </c:pt>
                <c:pt idx="40">
                  <c:v>0.6567950845</c:v>
                </c:pt>
                <c:pt idx="41">
                  <c:v>0.6412106752</c:v>
                </c:pt>
                <c:pt idx="42">
                  <c:v>0.6629296541</c:v>
                </c:pt>
                <c:pt idx="43">
                  <c:v>0.6372600794</c:v>
                </c:pt>
                <c:pt idx="44">
                  <c:v>0.6404932141</c:v>
                </c:pt>
                <c:pt idx="45">
                  <c:v>0.6476471424</c:v>
                </c:pt>
                <c:pt idx="46">
                  <c:v>0.6424373388</c:v>
                </c:pt>
                <c:pt idx="47">
                  <c:v>0.653126955</c:v>
                </c:pt>
                <c:pt idx="48">
                  <c:v>0.6474007368</c:v>
                </c:pt>
                <c:pt idx="49">
                  <c:v>0.6377021074</c:v>
                </c:pt>
                <c:pt idx="50">
                  <c:v>0.6396709085</c:v>
                </c:pt>
                <c:pt idx="51">
                  <c:v>0.6714116335</c:v>
                </c:pt>
                <c:pt idx="52">
                  <c:v>0.6707427502</c:v>
                </c:pt>
                <c:pt idx="53">
                  <c:v>0.6249597073</c:v>
                </c:pt>
                <c:pt idx="54">
                  <c:v>0.6492239833</c:v>
                </c:pt>
                <c:pt idx="55">
                  <c:v>0.6417511702</c:v>
                </c:pt>
                <c:pt idx="56">
                  <c:v>0.6337600946</c:v>
                </c:pt>
                <c:pt idx="57">
                  <c:v>0.6222528219</c:v>
                </c:pt>
                <c:pt idx="58">
                  <c:v>0.6238939166</c:v>
                </c:pt>
                <c:pt idx="59">
                  <c:v>0.6290870905</c:v>
                </c:pt>
                <c:pt idx="60">
                  <c:v>0.633720994</c:v>
                </c:pt>
                <c:pt idx="61">
                  <c:v>0.6247453094</c:v>
                </c:pt>
                <c:pt idx="62">
                  <c:v>0.6502144933</c:v>
                </c:pt>
                <c:pt idx="63">
                  <c:v>0.6183024049</c:v>
                </c:pt>
                <c:pt idx="64">
                  <c:v>0.6431249976</c:v>
                </c:pt>
                <c:pt idx="65">
                  <c:v>0.6239144802</c:v>
                </c:pt>
                <c:pt idx="66">
                  <c:v>0.6296190023</c:v>
                </c:pt>
                <c:pt idx="67">
                  <c:v>0.6269896626</c:v>
                </c:pt>
                <c:pt idx="68">
                  <c:v>0.6289672852</c:v>
                </c:pt>
                <c:pt idx="69">
                  <c:v>0.6293511987</c:v>
                </c:pt>
                <c:pt idx="70">
                  <c:v>0.6330340505</c:v>
                </c:pt>
                <c:pt idx="71">
                  <c:v>0.6362677813</c:v>
                </c:pt>
                <c:pt idx="72">
                  <c:v>0.6104179025</c:v>
                </c:pt>
                <c:pt idx="73">
                  <c:v>0.6193023324</c:v>
                </c:pt>
                <c:pt idx="74">
                  <c:v>0.6288924217</c:v>
                </c:pt>
                <c:pt idx="75">
                  <c:v>0.6303774118</c:v>
                </c:pt>
                <c:pt idx="76">
                  <c:v>0.6430874467</c:v>
                </c:pt>
                <c:pt idx="77">
                  <c:v>0.6254239678</c:v>
                </c:pt>
                <c:pt idx="78">
                  <c:v>0.6374973059</c:v>
                </c:pt>
                <c:pt idx="79">
                  <c:v>0.6401689649</c:v>
                </c:pt>
                <c:pt idx="80">
                  <c:v>0.6287925839</c:v>
                </c:pt>
                <c:pt idx="81">
                  <c:v>0.6304444075</c:v>
                </c:pt>
                <c:pt idx="82">
                  <c:v>0.6272170544</c:v>
                </c:pt>
                <c:pt idx="83">
                  <c:v>0.6227065921</c:v>
                </c:pt>
                <c:pt idx="84">
                  <c:v>0.6390921474</c:v>
                </c:pt>
                <c:pt idx="85">
                  <c:v>0.6317746639</c:v>
                </c:pt>
                <c:pt idx="86">
                  <c:v>0.6329945922</c:v>
                </c:pt>
                <c:pt idx="87">
                  <c:v>0.6401158571</c:v>
                </c:pt>
                <c:pt idx="88">
                  <c:v>0.6078212261</c:v>
                </c:pt>
                <c:pt idx="89">
                  <c:v>0.620855689</c:v>
                </c:pt>
                <c:pt idx="90">
                  <c:v>0.6445492506</c:v>
                </c:pt>
                <c:pt idx="91">
                  <c:v>0.6440477371</c:v>
                </c:pt>
                <c:pt idx="92">
                  <c:v>0.6164485812</c:v>
                </c:pt>
                <c:pt idx="93">
                  <c:v>0.6520930529</c:v>
                </c:pt>
                <c:pt idx="94">
                  <c:v>0.6132544875</c:v>
                </c:pt>
                <c:pt idx="95">
                  <c:v>0.6248415112</c:v>
                </c:pt>
                <c:pt idx="96">
                  <c:v>0.6201028228</c:v>
                </c:pt>
                <c:pt idx="97">
                  <c:v>0.6425732374</c:v>
                </c:pt>
                <c:pt idx="98">
                  <c:v>0.631718874</c:v>
                </c:pt>
                <c:pt idx="99">
                  <c:v>0.6288295388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0.7722252607</c:v>
                </c:pt>
                <c:pt idx="1">
                  <c:v>0.7548953295</c:v>
                </c:pt>
                <c:pt idx="2">
                  <c:v>0.7391036153</c:v>
                </c:pt>
                <c:pt idx="3">
                  <c:v>0.7241591811</c:v>
                </c:pt>
                <c:pt idx="4">
                  <c:v>0.7107662559</c:v>
                </c:pt>
                <c:pt idx="5">
                  <c:v>0.6992021799</c:v>
                </c:pt>
                <c:pt idx="6">
                  <c:v>0.6894642115</c:v>
                </c:pt>
                <c:pt idx="7">
                  <c:v>0.6793532968</c:v>
                </c:pt>
                <c:pt idx="8">
                  <c:v>0.6717236638</c:v>
                </c:pt>
                <c:pt idx="9">
                  <c:v>0.6655207872</c:v>
                </c:pt>
                <c:pt idx="10">
                  <c:v>0.6602615118</c:v>
                </c:pt>
                <c:pt idx="11">
                  <c:v>0.6559972167</c:v>
                </c:pt>
                <c:pt idx="12">
                  <c:v>0.651964128</c:v>
                </c:pt>
                <c:pt idx="13">
                  <c:v>0.6480012536</c:v>
                </c:pt>
                <c:pt idx="14">
                  <c:v>0.6443947554</c:v>
                </c:pt>
                <c:pt idx="15">
                  <c:v>0.6414731741</c:v>
                </c:pt>
                <c:pt idx="16">
                  <c:v>0.6390719414</c:v>
                </c:pt>
                <c:pt idx="17">
                  <c:v>0.6372705102</c:v>
                </c:pt>
                <c:pt idx="18">
                  <c:v>0.6358163953</c:v>
                </c:pt>
                <c:pt idx="19">
                  <c:v>0.6347903013</c:v>
                </c:pt>
                <c:pt idx="20">
                  <c:v>0.6338579059</c:v>
                </c:pt>
                <c:pt idx="21">
                  <c:v>0.6334297061</c:v>
                </c:pt>
                <c:pt idx="22">
                  <c:v>0.6330596805</c:v>
                </c:pt>
                <c:pt idx="23">
                  <c:v>0.632824719</c:v>
                </c:pt>
                <c:pt idx="24">
                  <c:v>0.6325268149</c:v>
                </c:pt>
                <c:pt idx="25">
                  <c:v>0.6324967742</c:v>
                </c:pt>
                <c:pt idx="26">
                  <c:v>0.6325276494</c:v>
                </c:pt>
                <c:pt idx="27">
                  <c:v>0.632268548</c:v>
                </c:pt>
                <c:pt idx="28">
                  <c:v>0.6325144172</c:v>
                </c:pt>
                <c:pt idx="29">
                  <c:v>0.6328307986</c:v>
                </c:pt>
                <c:pt idx="30">
                  <c:v>0.6325711608</c:v>
                </c:pt>
                <c:pt idx="31">
                  <c:v>0.6327540278</c:v>
                </c:pt>
                <c:pt idx="32">
                  <c:v>0.6324357986</c:v>
                </c:pt>
                <c:pt idx="33">
                  <c:v>0.6322335005</c:v>
                </c:pt>
                <c:pt idx="34">
                  <c:v>0.6322500706</c:v>
                </c:pt>
                <c:pt idx="35">
                  <c:v>0.6322940588</c:v>
                </c:pt>
                <c:pt idx="36">
                  <c:v>0.6323677897</c:v>
                </c:pt>
                <c:pt idx="37">
                  <c:v>0.6321731806</c:v>
                </c:pt>
                <c:pt idx="38">
                  <c:v>0.6324012876</c:v>
                </c:pt>
                <c:pt idx="39">
                  <c:v>0.6323056221</c:v>
                </c:pt>
                <c:pt idx="40">
                  <c:v>0.6320940852</c:v>
                </c:pt>
                <c:pt idx="41">
                  <c:v>0.6322274208</c:v>
                </c:pt>
                <c:pt idx="42">
                  <c:v>0.6324191689</c:v>
                </c:pt>
                <c:pt idx="43">
                  <c:v>0.6329096556</c:v>
                </c:pt>
                <c:pt idx="44">
                  <c:v>0.6333788037</c:v>
                </c:pt>
                <c:pt idx="45">
                  <c:v>0.6337066293</c:v>
                </c:pt>
                <c:pt idx="46">
                  <c:v>0.6337847114</c:v>
                </c:pt>
                <c:pt idx="47">
                  <c:v>0.633618176</c:v>
                </c:pt>
                <c:pt idx="48">
                  <c:v>0.6336503625</c:v>
                </c:pt>
                <c:pt idx="49">
                  <c:v>0.6338016391</c:v>
                </c:pt>
                <c:pt idx="50">
                  <c:v>0.6342292428</c:v>
                </c:pt>
                <c:pt idx="51">
                  <c:v>0.6343589425</c:v>
                </c:pt>
                <c:pt idx="52">
                  <c:v>0.6346670389</c:v>
                </c:pt>
                <c:pt idx="53">
                  <c:v>0.6343379617</c:v>
                </c:pt>
                <c:pt idx="54">
                  <c:v>0.6341580749</c:v>
                </c:pt>
                <c:pt idx="55">
                  <c:v>0.6341398954</c:v>
                </c:pt>
                <c:pt idx="56">
                  <c:v>0.6341084242</c:v>
                </c:pt>
                <c:pt idx="57">
                  <c:v>0.6338849068</c:v>
                </c:pt>
                <c:pt idx="58">
                  <c:v>0.6341785789</c:v>
                </c:pt>
                <c:pt idx="59">
                  <c:v>0.6342409849</c:v>
                </c:pt>
                <c:pt idx="60">
                  <c:v>0.6341951489</c:v>
                </c:pt>
                <c:pt idx="61">
                  <c:v>0.63417238</c:v>
                </c:pt>
                <c:pt idx="62">
                  <c:v>0.6341710091</c:v>
                </c:pt>
                <c:pt idx="63">
                  <c:v>0.6342644691</c:v>
                </c:pt>
                <c:pt idx="64">
                  <c:v>0.6345968246</c:v>
                </c:pt>
                <c:pt idx="65">
                  <c:v>0.6348994374</c:v>
                </c:pt>
                <c:pt idx="66">
                  <c:v>0.6347937584</c:v>
                </c:pt>
                <c:pt idx="67">
                  <c:v>0.6348455548</c:v>
                </c:pt>
                <c:pt idx="68">
                  <c:v>0.6346894503</c:v>
                </c:pt>
                <c:pt idx="69">
                  <c:v>0.635117352</c:v>
                </c:pt>
                <c:pt idx="70">
                  <c:v>0.6355051994</c:v>
                </c:pt>
                <c:pt idx="71">
                  <c:v>0.6355479956</c:v>
                </c:pt>
                <c:pt idx="72">
                  <c:v>0.6355297565</c:v>
                </c:pt>
                <c:pt idx="73">
                  <c:v>0.6353671551</c:v>
                </c:pt>
                <c:pt idx="74">
                  <c:v>0.6352322102</c:v>
                </c:pt>
                <c:pt idx="75">
                  <c:v>0.63504529</c:v>
                </c:pt>
                <c:pt idx="76">
                  <c:v>0.6350593567</c:v>
                </c:pt>
                <c:pt idx="77">
                  <c:v>0.6349854469</c:v>
                </c:pt>
                <c:pt idx="78">
                  <c:v>0.6347885132</c:v>
                </c:pt>
                <c:pt idx="79">
                  <c:v>0.6345723271</c:v>
                </c:pt>
                <c:pt idx="80">
                  <c:v>0.6345953345</c:v>
                </c:pt>
                <c:pt idx="81">
                  <c:v>0.6347244978</c:v>
                </c:pt>
                <c:pt idx="82">
                  <c:v>0.6348798871</c:v>
                </c:pt>
                <c:pt idx="83">
                  <c:v>0.6349085569</c:v>
                </c:pt>
                <c:pt idx="84">
                  <c:v>0.6349090338</c:v>
                </c:pt>
                <c:pt idx="85">
                  <c:v>0.6350541115</c:v>
                </c:pt>
                <c:pt idx="86">
                  <c:v>0.6351832747</c:v>
                </c:pt>
                <c:pt idx="87">
                  <c:v>0.6351720691</c:v>
                </c:pt>
                <c:pt idx="88">
                  <c:v>0.6350690722</c:v>
                </c:pt>
                <c:pt idx="89">
                  <c:v>0.6350739002</c:v>
                </c:pt>
                <c:pt idx="90">
                  <c:v>0.6351200938</c:v>
                </c:pt>
                <c:pt idx="91">
                  <c:v>0.635391891</c:v>
                </c:pt>
                <c:pt idx="92">
                  <c:v>0.6353981495</c:v>
                </c:pt>
                <c:pt idx="93">
                  <c:v>0.6352598667</c:v>
                </c:pt>
                <c:pt idx="94">
                  <c:v>0.6353567839</c:v>
                </c:pt>
                <c:pt idx="95">
                  <c:v>0.6352957487</c:v>
                </c:pt>
                <c:pt idx="96">
                  <c:v>0.6351161003</c:v>
                </c:pt>
                <c:pt idx="97">
                  <c:v>0.6349464655</c:v>
                </c:pt>
                <c:pt idx="98">
                  <c:v>0.6347600818</c:v>
                </c:pt>
                <c:pt idx="99">
                  <c:v>0.634893775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0.576335907</c:v>
                </c:pt>
                <c:pt idx="1">
                  <c:v>0.6679389477</c:v>
                </c:pt>
                <c:pt idx="2">
                  <c:v>0.6412213445</c:v>
                </c:pt>
                <c:pt idx="3">
                  <c:v>0.6221374273</c:v>
                </c:pt>
                <c:pt idx="4">
                  <c:v>0.576335907</c:v>
                </c:pt>
                <c:pt idx="5">
                  <c:v>0.6106870174</c:v>
                </c:pt>
                <c:pt idx="6">
                  <c:v>0.6183205843</c:v>
                </c:pt>
                <c:pt idx="7">
                  <c:v>0.5992366672</c:v>
                </c:pt>
                <c:pt idx="8">
                  <c:v>0.6526717544</c:v>
                </c:pt>
                <c:pt idx="9">
                  <c:v>0.6412213445</c:v>
                </c:pt>
                <c:pt idx="10">
                  <c:v>0.6603053212</c:v>
                </c:pt>
                <c:pt idx="11">
                  <c:v>0.6450381875</c:v>
                </c:pt>
                <c:pt idx="12">
                  <c:v>0.6335877776</c:v>
                </c:pt>
                <c:pt idx="13">
                  <c:v>0.6106870174</c:v>
                </c:pt>
                <c:pt idx="14">
                  <c:v>0.6297709942</c:v>
                </c:pt>
                <c:pt idx="15">
                  <c:v>0.637404561</c:v>
                </c:pt>
                <c:pt idx="16">
                  <c:v>0.6221374273</c:v>
                </c:pt>
                <c:pt idx="17">
                  <c:v>0.637404561</c:v>
                </c:pt>
                <c:pt idx="18">
                  <c:v>0.6412213445</c:v>
                </c:pt>
                <c:pt idx="19">
                  <c:v>0.6297709942</c:v>
                </c:pt>
                <c:pt idx="20">
                  <c:v>0.6259542108</c:v>
                </c:pt>
                <c:pt idx="21">
                  <c:v>0.6450381875</c:v>
                </c:pt>
                <c:pt idx="22">
                  <c:v>0.637404561</c:v>
                </c:pt>
                <c:pt idx="23">
                  <c:v>0.6450381875</c:v>
                </c:pt>
                <c:pt idx="24">
                  <c:v>0.6183205843</c:v>
                </c:pt>
                <c:pt idx="25">
                  <c:v>0.6259542108</c:v>
                </c:pt>
                <c:pt idx="26">
                  <c:v>0.606870234</c:v>
                </c:pt>
                <c:pt idx="27">
                  <c:v>0.6106870174</c:v>
                </c:pt>
                <c:pt idx="28">
                  <c:v>0.637404561</c:v>
                </c:pt>
                <c:pt idx="29">
                  <c:v>0.6297709942</c:v>
                </c:pt>
                <c:pt idx="30">
                  <c:v>0.637404561</c:v>
                </c:pt>
                <c:pt idx="31">
                  <c:v>0.6450381875</c:v>
                </c:pt>
                <c:pt idx="32">
                  <c:v>0.6412213445</c:v>
                </c:pt>
                <c:pt idx="33">
                  <c:v>0.6297709942</c:v>
                </c:pt>
                <c:pt idx="34">
                  <c:v>0.6603053212</c:v>
                </c:pt>
                <c:pt idx="35">
                  <c:v>0.6412213445</c:v>
                </c:pt>
                <c:pt idx="36">
                  <c:v>0.6946564913</c:v>
                </c:pt>
                <c:pt idx="37">
                  <c:v>0.6526717544</c:v>
                </c:pt>
                <c:pt idx="38">
                  <c:v>0.6526717544</c:v>
                </c:pt>
                <c:pt idx="39">
                  <c:v>0.6221374273</c:v>
                </c:pt>
                <c:pt idx="40">
                  <c:v>0.6183205843</c:v>
                </c:pt>
                <c:pt idx="41">
                  <c:v>0.6335877776</c:v>
                </c:pt>
                <c:pt idx="42">
                  <c:v>0.6832060814</c:v>
                </c:pt>
                <c:pt idx="43">
                  <c:v>0.6488549709</c:v>
                </c:pt>
                <c:pt idx="44">
                  <c:v>0.6335877776</c:v>
                </c:pt>
                <c:pt idx="45">
                  <c:v>0.7022900581</c:v>
                </c:pt>
                <c:pt idx="46">
                  <c:v>0.6488549709</c:v>
                </c:pt>
                <c:pt idx="47">
                  <c:v>0.6526717544</c:v>
                </c:pt>
                <c:pt idx="48">
                  <c:v>0.6832060814</c:v>
                </c:pt>
                <c:pt idx="49">
                  <c:v>0.6870229244</c:v>
                </c:pt>
                <c:pt idx="50">
                  <c:v>0.6641221642</c:v>
                </c:pt>
                <c:pt idx="51">
                  <c:v>0.637404561</c:v>
                </c:pt>
                <c:pt idx="52">
                  <c:v>0.6526717544</c:v>
                </c:pt>
                <c:pt idx="53">
                  <c:v>0.679389298</c:v>
                </c:pt>
                <c:pt idx="54">
                  <c:v>0.6412213445</c:v>
                </c:pt>
                <c:pt idx="55">
                  <c:v>0.6412213445</c:v>
                </c:pt>
                <c:pt idx="56">
                  <c:v>0.6526717544</c:v>
                </c:pt>
                <c:pt idx="57">
                  <c:v>0.6717557311</c:v>
                </c:pt>
                <c:pt idx="58">
                  <c:v>0.6335877776</c:v>
                </c:pt>
                <c:pt idx="59">
                  <c:v>0.6832060814</c:v>
                </c:pt>
                <c:pt idx="60">
                  <c:v>0.6488549709</c:v>
                </c:pt>
                <c:pt idx="61">
                  <c:v>0.6221374273</c:v>
                </c:pt>
                <c:pt idx="62">
                  <c:v>0.6183205843</c:v>
                </c:pt>
                <c:pt idx="63">
                  <c:v>0.6641221642</c:v>
                </c:pt>
                <c:pt idx="64">
                  <c:v>0.6641221642</c:v>
                </c:pt>
                <c:pt idx="65">
                  <c:v>0.679389298</c:v>
                </c:pt>
                <c:pt idx="66">
                  <c:v>0.6984732747</c:v>
                </c:pt>
                <c:pt idx="67">
                  <c:v>0.6450381875</c:v>
                </c:pt>
                <c:pt idx="68">
                  <c:v>0.6679389477</c:v>
                </c:pt>
                <c:pt idx="69">
                  <c:v>0.6832060814</c:v>
                </c:pt>
                <c:pt idx="70">
                  <c:v>0.6526717544</c:v>
                </c:pt>
                <c:pt idx="71">
                  <c:v>0.6755725145</c:v>
                </c:pt>
                <c:pt idx="72">
                  <c:v>0.6984732747</c:v>
                </c:pt>
                <c:pt idx="73">
                  <c:v>0.6183205843</c:v>
                </c:pt>
                <c:pt idx="74">
                  <c:v>0.6946564913</c:v>
                </c:pt>
                <c:pt idx="75">
                  <c:v>0.6832060814</c:v>
                </c:pt>
                <c:pt idx="76">
                  <c:v>0.6984732747</c:v>
                </c:pt>
                <c:pt idx="77">
                  <c:v>0.6488549709</c:v>
                </c:pt>
                <c:pt idx="78">
                  <c:v>0.679389298</c:v>
                </c:pt>
                <c:pt idx="79">
                  <c:v>0.6679389477</c:v>
                </c:pt>
                <c:pt idx="80">
                  <c:v>0.7175572515</c:v>
                </c:pt>
                <c:pt idx="81">
                  <c:v>0.6755725145</c:v>
                </c:pt>
                <c:pt idx="82">
                  <c:v>0.6679389477</c:v>
                </c:pt>
                <c:pt idx="83">
                  <c:v>0.6755725145</c:v>
                </c:pt>
                <c:pt idx="84">
                  <c:v>0.6526717544</c:v>
                </c:pt>
                <c:pt idx="85">
                  <c:v>0.6564885378</c:v>
                </c:pt>
                <c:pt idx="86">
                  <c:v>0.6946564913</c:v>
                </c:pt>
                <c:pt idx="87">
                  <c:v>0.6603053212</c:v>
                </c:pt>
                <c:pt idx="88">
                  <c:v>0.6832060814</c:v>
                </c:pt>
                <c:pt idx="89">
                  <c:v>0.6832060814</c:v>
                </c:pt>
                <c:pt idx="90">
                  <c:v>0.6908397079</c:v>
                </c:pt>
                <c:pt idx="91">
                  <c:v>0.679389298</c:v>
                </c:pt>
                <c:pt idx="92">
                  <c:v>0.6641221642</c:v>
                </c:pt>
                <c:pt idx="93">
                  <c:v>0.6564885378</c:v>
                </c:pt>
                <c:pt idx="94">
                  <c:v>0.6450381875</c:v>
                </c:pt>
                <c:pt idx="95">
                  <c:v>0.6488549709</c:v>
                </c:pt>
                <c:pt idx="96">
                  <c:v>0.679389298</c:v>
                </c:pt>
                <c:pt idx="97">
                  <c:v>0.6488549709</c:v>
                </c:pt>
                <c:pt idx="98">
                  <c:v>0.679389298</c:v>
                </c:pt>
                <c:pt idx="99">
                  <c:v>0.7061068416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0.6617646813</c:v>
                </c:pt>
                <c:pt idx="1">
                  <c:v>0.6617646813</c:v>
                </c:pt>
                <c:pt idx="2">
                  <c:v>0.6617646813</c:v>
                </c:pt>
                <c:pt idx="3">
                  <c:v>0.6617646813</c:v>
                </c:pt>
                <c:pt idx="4">
                  <c:v>0.6617646813</c:v>
                </c:pt>
                <c:pt idx="5">
                  <c:v>0.6617646813</c:v>
                </c:pt>
                <c:pt idx="6">
                  <c:v>0.6617646813</c:v>
                </c:pt>
                <c:pt idx="7">
                  <c:v>0.6617646813</c:v>
                </c:pt>
                <c:pt idx="8">
                  <c:v>0.6617646813</c:v>
                </c:pt>
                <c:pt idx="9">
                  <c:v>0.6617646813</c:v>
                </c:pt>
                <c:pt idx="10">
                  <c:v>0.6617646813</c:v>
                </c:pt>
                <c:pt idx="11">
                  <c:v>0.6617646813</c:v>
                </c:pt>
                <c:pt idx="12">
                  <c:v>0.6617646813</c:v>
                </c:pt>
                <c:pt idx="13">
                  <c:v>0.6617646813</c:v>
                </c:pt>
                <c:pt idx="14">
                  <c:v>0.6617646813</c:v>
                </c:pt>
                <c:pt idx="15">
                  <c:v>0.6617646813</c:v>
                </c:pt>
                <c:pt idx="16">
                  <c:v>0.6617646813</c:v>
                </c:pt>
                <c:pt idx="17">
                  <c:v>0.6617646813</c:v>
                </c:pt>
                <c:pt idx="18">
                  <c:v>0.6617646813</c:v>
                </c:pt>
                <c:pt idx="19">
                  <c:v>0.6617646813</c:v>
                </c:pt>
                <c:pt idx="20">
                  <c:v>0.6617646813</c:v>
                </c:pt>
                <c:pt idx="21">
                  <c:v>0.6764705777</c:v>
                </c:pt>
                <c:pt idx="22">
                  <c:v>0.6764705777</c:v>
                </c:pt>
                <c:pt idx="23">
                  <c:v>0.6764705777</c:v>
                </c:pt>
                <c:pt idx="24">
                  <c:v>0.6764705777</c:v>
                </c:pt>
                <c:pt idx="25">
                  <c:v>0.6764705777</c:v>
                </c:pt>
                <c:pt idx="26">
                  <c:v>0.6764705777</c:v>
                </c:pt>
                <c:pt idx="27">
                  <c:v>0.6764705777</c:v>
                </c:pt>
                <c:pt idx="28">
                  <c:v>0.6764705777</c:v>
                </c:pt>
                <c:pt idx="29">
                  <c:v>0.6764705777</c:v>
                </c:pt>
                <c:pt idx="30">
                  <c:v>0.6764705777</c:v>
                </c:pt>
                <c:pt idx="31">
                  <c:v>0.6764705777</c:v>
                </c:pt>
                <c:pt idx="32">
                  <c:v>0.6764705777</c:v>
                </c:pt>
                <c:pt idx="33">
                  <c:v>0.6764705777</c:v>
                </c:pt>
                <c:pt idx="34">
                  <c:v>0.6764705777</c:v>
                </c:pt>
                <c:pt idx="35">
                  <c:v>0.6617646813</c:v>
                </c:pt>
                <c:pt idx="36">
                  <c:v>0.6617646813</c:v>
                </c:pt>
                <c:pt idx="37">
                  <c:v>0.6617646813</c:v>
                </c:pt>
                <c:pt idx="38">
                  <c:v>0.6617646813</c:v>
                </c:pt>
                <c:pt idx="39">
                  <c:v>0.6617646813</c:v>
                </c:pt>
                <c:pt idx="40">
                  <c:v>0.6617646813</c:v>
                </c:pt>
                <c:pt idx="41">
                  <c:v>0.6617646813</c:v>
                </c:pt>
                <c:pt idx="42">
                  <c:v>0.6617646813</c:v>
                </c:pt>
                <c:pt idx="43">
                  <c:v>0.6617646813</c:v>
                </c:pt>
                <c:pt idx="44">
                  <c:v>0.6617646813</c:v>
                </c:pt>
                <c:pt idx="45">
                  <c:v>0.6617646813</c:v>
                </c:pt>
                <c:pt idx="46">
                  <c:v>0.6617646813</c:v>
                </c:pt>
                <c:pt idx="47">
                  <c:v>0.6617646813</c:v>
                </c:pt>
                <c:pt idx="48">
                  <c:v>0.6617646813</c:v>
                </c:pt>
                <c:pt idx="49">
                  <c:v>0.6617646813</c:v>
                </c:pt>
                <c:pt idx="50">
                  <c:v>0.6617646813</c:v>
                </c:pt>
                <c:pt idx="51">
                  <c:v>0.6617646813</c:v>
                </c:pt>
                <c:pt idx="52">
                  <c:v>0.6617646813</c:v>
                </c:pt>
                <c:pt idx="53">
                  <c:v>0.6617646813</c:v>
                </c:pt>
                <c:pt idx="54">
                  <c:v>0.6617646813</c:v>
                </c:pt>
                <c:pt idx="55">
                  <c:v>0.6617646813</c:v>
                </c:pt>
                <c:pt idx="56">
                  <c:v>0.6617646813</c:v>
                </c:pt>
                <c:pt idx="57">
                  <c:v>0.6617646813</c:v>
                </c:pt>
                <c:pt idx="58">
                  <c:v>0.6617646813</c:v>
                </c:pt>
                <c:pt idx="59">
                  <c:v>0.6617646813</c:v>
                </c:pt>
                <c:pt idx="60">
                  <c:v>0.6617646813</c:v>
                </c:pt>
                <c:pt idx="61">
                  <c:v>0.6617646813</c:v>
                </c:pt>
                <c:pt idx="62">
                  <c:v>0.6617646813</c:v>
                </c:pt>
                <c:pt idx="63">
                  <c:v>0.6617646813</c:v>
                </c:pt>
                <c:pt idx="64">
                  <c:v>0.6617646813</c:v>
                </c:pt>
                <c:pt idx="65">
                  <c:v>0.6617646813</c:v>
                </c:pt>
                <c:pt idx="66">
                  <c:v>0.6617646813</c:v>
                </c:pt>
                <c:pt idx="67">
                  <c:v>0.6617646813</c:v>
                </c:pt>
                <c:pt idx="68">
                  <c:v>0.6617646813</c:v>
                </c:pt>
                <c:pt idx="69">
                  <c:v>0.6617646813</c:v>
                </c:pt>
                <c:pt idx="70">
                  <c:v>0.6617646813</c:v>
                </c:pt>
                <c:pt idx="71">
                  <c:v>0.6617646813</c:v>
                </c:pt>
                <c:pt idx="72">
                  <c:v>0.6617646813</c:v>
                </c:pt>
                <c:pt idx="73">
                  <c:v>0.6617646813</c:v>
                </c:pt>
                <c:pt idx="74">
                  <c:v>0.6617646813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0.6764705777</c:v>
                </c:pt>
                <c:pt idx="82">
                  <c:v>0.6764705777</c:v>
                </c:pt>
                <c:pt idx="83">
                  <c:v>0.6764705777</c:v>
                </c:pt>
                <c:pt idx="84">
                  <c:v>0.6764705777</c:v>
                </c:pt>
                <c:pt idx="85">
                  <c:v>0.6764705777</c:v>
                </c:pt>
                <c:pt idx="86">
                  <c:v>0.6764705777</c:v>
                </c:pt>
                <c:pt idx="87">
                  <c:v>0.6764705777</c:v>
                </c:pt>
                <c:pt idx="88">
                  <c:v>0.6764705777</c:v>
                </c:pt>
                <c:pt idx="89">
                  <c:v>0.6764705777</c:v>
                </c:pt>
                <c:pt idx="90">
                  <c:v>0.6764705777</c:v>
                </c:pt>
                <c:pt idx="91">
                  <c:v>0.6764705777</c:v>
                </c:pt>
                <c:pt idx="92">
                  <c:v>0.6764705777</c:v>
                </c:pt>
                <c:pt idx="93">
                  <c:v>0.6764705777</c:v>
                </c:pt>
                <c:pt idx="94">
                  <c:v>0.6764705777</c:v>
                </c:pt>
                <c:pt idx="95">
                  <c:v>0.6764705777</c:v>
                </c:pt>
                <c:pt idx="96">
                  <c:v>0.6764705777</c:v>
                </c:pt>
                <c:pt idx="97">
                  <c:v>0.6764705777</c:v>
                </c:pt>
                <c:pt idx="98">
                  <c:v>0.6764705777</c:v>
                </c:pt>
                <c:pt idx="99">
                  <c:v>0.6764705777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0.679389298</c:v>
                </c:pt>
                <c:pt idx="1">
                  <c:v>0.6717557311</c:v>
                </c:pt>
                <c:pt idx="2">
                  <c:v>0.6832060814</c:v>
                </c:pt>
                <c:pt idx="3">
                  <c:v>0.6679389477</c:v>
                </c:pt>
                <c:pt idx="4">
                  <c:v>0.6908397079</c:v>
                </c:pt>
                <c:pt idx="5">
                  <c:v>0.6946564913</c:v>
                </c:pt>
                <c:pt idx="6">
                  <c:v>0.679389298</c:v>
                </c:pt>
                <c:pt idx="7">
                  <c:v>0.6870229244</c:v>
                </c:pt>
                <c:pt idx="8">
                  <c:v>0.6946564913</c:v>
                </c:pt>
                <c:pt idx="9">
                  <c:v>0.6641221642</c:v>
                </c:pt>
                <c:pt idx="10">
                  <c:v>0.7099236846</c:v>
                </c:pt>
                <c:pt idx="11">
                  <c:v>0.7175572515</c:v>
                </c:pt>
                <c:pt idx="12">
                  <c:v>0.6870229244</c:v>
                </c:pt>
                <c:pt idx="13">
                  <c:v>0.6641221642</c:v>
                </c:pt>
                <c:pt idx="14">
                  <c:v>0.7213740349</c:v>
                </c:pt>
                <c:pt idx="15">
                  <c:v>0.679389298</c:v>
                </c:pt>
                <c:pt idx="16">
                  <c:v>0.679389298</c:v>
                </c:pt>
                <c:pt idx="17">
                  <c:v>0.6679389477</c:v>
                </c:pt>
                <c:pt idx="18">
                  <c:v>0.6641221642</c:v>
                </c:pt>
                <c:pt idx="19">
                  <c:v>0.6603053212</c:v>
                </c:pt>
                <c:pt idx="20">
                  <c:v>0.6984732747</c:v>
                </c:pt>
                <c:pt idx="21">
                  <c:v>0.6832060814</c:v>
                </c:pt>
                <c:pt idx="22">
                  <c:v>0.6832060814</c:v>
                </c:pt>
                <c:pt idx="23">
                  <c:v>0.6717557311</c:v>
                </c:pt>
                <c:pt idx="24">
                  <c:v>0.7290076613</c:v>
                </c:pt>
                <c:pt idx="25">
                  <c:v>0.7061068416</c:v>
                </c:pt>
                <c:pt idx="26">
                  <c:v>0.7366412282</c:v>
                </c:pt>
                <c:pt idx="27">
                  <c:v>0.7061068416</c:v>
                </c:pt>
                <c:pt idx="28">
                  <c:v>0.7213740349</c:v>
                </c:pt>
                <c:pt idx="29">
                  <c:v>0.7061068416</c:v>
                </c:pt>
                <c:pt idx="30">
                  <c:v>0.6870229244</c:v>
                </c:pt>
                <c:pt idx="31">
                  <c:v>0.6832060814</c:v>
                </c:pt>
                <c:pt idx="32">
                  <c:v>0.6908397079</c:v>
                </c:pt>
                <c:pt idx="33">
                  <c:v>0.7290076613</c:v>
                </c:pt>
                <c:pt idx="34">
                  <c:v>0.6755725145</c:v>
                </c:pt>
                <c:pt idx="35">
                  <c:v>0.6755725145</c:v>
                </c:pt>
                <c:pt idx="36">
                  <c:v>0.6946564913</c:v>
                </c:pt>
                <c:pt idx="37">
                  <c:v>0.6908397079</c:v>
                </c:pt>
                <c:pt idx="38">
                  <c:v>0.6984732747</c:v>
                </c:pt>
                <c:pt idx="39">
                  <c:v>0.7061068416</c:v>
                </c:pt>
                <c:pt idx="40">
                  <c:v>0.6870229244</c:v>
                </c:pt>
                <c:pt idx="41">
                  <c:v>0.7213740349</c:v>
                </c:pt>
                <c:pt idx="42">
                  <c:v>0.6679389477</c:v>
                </c:pt>
                <c:pt idx="43">
                  <c:v>0.7061068416</c:v>
                </c:pt>
                <c:pt idx="44">
                  <c:v>0.6679389477</c:v>
                </c:pt>
                <c:pt idx="45">
                  <c:v>0.7328244448</c:v>
                </c:pt>
                <c:pt idx="46">
                  <c:v>0.6679389477</c:v>
                </c:pt>
                <c:pt idx="47">
                  <c:v>0.7213740349</c:v>
                </c:pt>
                <c:pt idx="48">
                  <c:v>0.7213740349</c:v>
                </c:pt>
                <c:pt idx="49">
                  <c:v>0.7099236846</c:v>
                </c:pt>
                <c:pt idx="50">
                  <c:v>0.7366412282</c:v>
                </c:pt>
                <c:pt idx="51">
                  <c:v>0.6755725145</c:v>
                </c:pt>
                <c:pt idx="52">
                  <c:v>0.7175572515</c:v>
                </c:pt>
                <c:pt idx="53">
                  <c:v>0.7595419884</c:v>
                </c:pt>
                <c:pt idx="54">
                  <c:v>0.6984732747</c:v>
                </c:pt>
                <c:pt idx="55">
                  <c:v>0.6946564913</c:v>
                </c:pt>
                <c:pt idx="56">
                  <c:v>0.6984732747</c:v>
                </c:pt>
                <c:pt idx="57">
                  <c:v>0.7251908183</c:v>
                </c:pt>
                <c:pt idx="58">
                  <c:v>0.7099236846</c:v>
                </c:pt>
                <c:pt idx="59">
                  <c:v>0.7366412282</c:v>
                </c:pt>
                <c:pt idx="60">
                  <c:v>0.713740468</c:v>
                </c:pt>
                <c:pt idx="61">
                  <c:v>0.7290076613</c:v>
                </c:pt>
                <c:pt idx="62">
                  <c:v>0.6755725145</c:v>
                </c:pt>
                <c:pt idx="63">
                  <c:v>0.7213740349</c:v>
                </c:pt>
                <c:pt idx="64">
                  <c:v>0.7557252049</c:v>
                </c:pt>
                <c:pt idx="65">
                  <c:v>0.7022900581</c:v>
                </c:pt>
                <c:pt idx="66">
                  <c:v>0.7099236846</c:v>
                </c:pt>
                <c:pt idx="67">
                  <c:v>0.6832060814</c:v>
                </c:pt>
                <c:pt idx="68">
                  <c:v>0.6946564913</c:v>
                </c:pt>
                <c:pt idx="69">
                  <c:v>0.7290076613</c:v>
                </c:pt>
                <c:pt idx="70">
                  <c:v>0.7061068416</c:v>
                </c:pt>
                <c:pt idx="71">
                  <c:v>0.713740468</c:v>
                </c:pt>
                <c:pt idx="72">
                  <c:v>0.7175572515</c:v>
                </c:pt>
                <c:pt idx="73">
                  <c:v>0.7290076613</c:v>
                </c:pt>
                <c:pt idx="74">
                  <c:v>0.6946564913</c:v>
                </c:pt>
                <c:pt idx="75">
                  <c:v>0.7328244448</c:v>
                </c:pt>
                <c:pt idx="76">
                  <c:v>0.7404580116</c:v>
                </c:pt>
                <c:pt idx="77">
                  <c:v>0.7290076613</c:v>
                </c:pt>
                <c:pt idx="78">
                  <c:v>0.7022900581</c:v>
                </c:pt>
                <c:pt idx="79">
                  <c:v>0.713740468</c:v>
                </c:pt>
                <c:pt idx="80">
                  <c:v>0.7557252049</c:v>
                </c:pt>
                <c:pt idx="81">
                  <c:v>0.7366412282</c:v>
                </c:pt>
                <c:pt idx="82">
                  <c:v>0.7595419884</c:v>
                </c:pt>
                <c:pt idx="83">
                  <c:v>0.6946564913</c:v>
                </c:pt>
                <c:pt idx="84">
                  <c:v>0.7557252049</c:v>
                </c:pt>
                <c:pt idx="85">
                  <c:v>0.7213740349</c:v>
                </c:pt>
                <c:pt idx="86">
                  <c:v>0.7404580116</c:v>
                </c:pt>
                <c:pt idx="87">
                  <c:v>0.7519084215</c:v>
                </c:pt>
                <c:pt idx="88">
                  <c:v>0.7442747951</c:v>
                </c:pt>
                <c:pt idx="89">
                  <c:v>0.713740468</c:v>
                </c:pt>
                <c:pt idx="90">
                  <c:v>0.7251908183</c:v>
                </c:pt>
                <c:pt idx="91">
                  <c:v>0.7175572515</c:v>
                </c:pt>
                <c:pt idx="92">
                  <c:v>0.6908397079</c:v>
                </c:pt>
                <c:pt idx="93">
                  <c:v>0.713740468</c:v>
                </c:pt>
                <c:pt idx="94">
                  <c:v>0.6946564913</c:v>
                </c:pt>
                <c:pt idx="95">
                  <c:v>0.7213740349</c:v>
                </c:pt>
                <c:pt idx="96">
                  <c:v>0.7366412282</c:v>
                </c:pt>
                <c:pt idx="97">
                  <c:v>0.7442747951</c:v>
                </c:pt>
                <c:pt idx="98">
                  <c:v>0.6946564913</c:v>
                </c:pt>
                <c:pt idx="99">
                  <c:v>0.7213740349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0.75</c:v>
                </c:pt>
                <c:pt idx="1">
                  <c:v>0.7352941036</c:v>
                </c:pt>
                <c:pt idx="2">
                  <c:v>0.7205882072</c:v>
                </c:pt>
                <c:pt idx="3">
                  <c:v>0.7205882072</c:v>
                </c:pt>
                <c:pt idx="4">
                  <c:v>0.7205882072</c:v>
                </c:pt>
                <c:pt idx="5">
                  <c:v>0.7205882072</c:v>
                </c:pt>
                <c:pt idx="6">
                  <c:v>0.7205882072</c:v>
                </c:pt>
                <c:pt idx="7">
                  <c:v>0.7352941036</c:v>
                </c:pt>
                <c:pt idx="8">
                  <c:v>0.7352941036</c:v>
                </c:pt>
                <c:pt idx="9">
                  <c:v>0.7352941036</c:v>
                </c:pt>
                <c:pt idx="10">
                  <c:v>0.7352941036</c:v>
                </c:pt>
                <c:pt idx="11">
                  <c:v>0.7352941036</c:v>
                </c:pt>
                <c:pt idx="12">
                  <c:v>0.7352941036</c:v>
                </c:pt>
                <c:pt idx="13">
                  <c:v>0.7205882072</c:v>
                </c:pt>
                <c:pt idx="14">
                  <c:v>0.7205882072</c:v>
                </c:pt>
                <c:pt idx="15">
                  <c:v>0.7205882072</c:v>
                </c:pt>
                <c:pt idx="16">
                  <c:v>0.7205882072</c:v>
                </c:pt>
                <c:pt idx="17">
                  <c:v>0.7352941036</c:v>
                </c:pt>
                <c:pt idx="18">
                  <c:v>0.7352941036</c:v>
                </c:pt>
                <c:pt idx="19">
                  <c:v>0.75</c:v>
                </c:pt>
                <c:pt idx="20">
                  <c:v>0.75</c:v>
                </c:pt>
                <c:pt idx="21">
                  <c:v>0.75</c:v>
                </c:pt>
                <c:pt idx="22">
                  <c:v>0.75</c:v>
                </c:pt>
                <c:pt idx="23">
                  <c:v>0.75</c:v>
                </c:pt>
                <c:pt idx="24">
                  <c:v>0.75</c:v>
                </c:pt>
                <c:pt idx="25">
                  <c:v>0.75</c:v>
                </c:pt>
                <c:pt idx="26">
                  <c:v>0.7647058964</c:v>
                </c:pt>
                <c:pt idx="27">
                  <c:v>0.7647058964</c:v>
                </c:pt>
                <c:pt idx="28">
                  <c:v>0.7794117928</c:v>
                </c:pt>
                <c:pt idx="29">
                  <c:v>0.7794117928</c:v>
                </c:pt>
                <c:pt idx="30">
                  <c:v>0.7794117928</c:v>
                </c:pt>
                <c:pt idx="31">
                  <c:v>0.7794117928</c:v>
                </c:pt>
                <c:pt idx="32">
                  <c:v>0.7794117928</c:v>
                </c:pt>
                <c:pt idx="33">
                  <c:v>0.7794117928</c:v>
                </c:pt>
                <c:pt idx="34">
                  <c:v>0.7794117928</c:v>
                </c:pt>
                <c:pt idx="35">
                  <c:v>0.7794117928</c:v>
                </c:pt>
                <c:pt idx="36">
                  <c:v>0.7794117928</c:v>
                </c:pt>
                <c:pt idx="37">
                  <c:v>0.7794117928</c:v>
                </c:pt>
                <c:pt idx="38">
                  <c:v>0.7794117928</c:v>
                </c:pt>
                <c:pt idx="39">
                  <c:v>0.7941176295</c:v>
                </c:pt>
                <c:pt idx="40">
                  <c:v>0.7941176295</c:v>
                </c:pt>
                <c:pt idx="41">
                  <c:v>0.7941176295</c:v>
                </c:pt>
                <c:pt idx="42">
                  <c:v>0.7941176295</c:v>
                </c:pt>
                <c:pt idx="43">
                  <c:v>0.7941176295</c:v>
                </c:pt>
                <c:pt idx="44">
                  <c:v>0.7941176295</c:v>
                </c:pt>
                <c:pt idx="45">
                  <c:v>0.7941176295</c:v>
                </c:pt>
                <c:pt idx="46">
                  <c:v>0.7941176295</c:v>
                </c:pt>
                <c:pt idx="47">
                  <c:v>0.7941176295</c:v>
                </c:pt>
                <c:pt idx="48">
                  <c:v>0.7941176295</c:v>
                </c:pt>
                <c:pt idx="49">
                  <c:v>0.7941176295</c:v>
                </c:pt>
                <c:pt idx="50">
                  <c:v>0.7941176295</c:v>
                </c:pt>
                <c:pt idx="51">
                  <c:v>0.7941176295</c:v>
                </c:pt>
                <c:pt idx="52">
                  <c:v>0.7941176295</c:v>
                </c:pt>
                <c:pt idx="53">
                  <c:v>0.7941176295</c:v>
                </c:pt>
                <c:pt idx="54">
                  <c:v>0.7941176295</c:v>
                </c:pt>
                <c:pt idx="55">
                  <c:v>0.7941176295</c:v>
                </c:pt>
                <c:pt idx="56">
                  <c:v>0.7941176295</c:v>
                </c:pt>
                <c:pt idx="57">
                  <c:v>0.7941176295</c:v>
                </c:pt>
                <c:pt idx="58">
                  <c:v>0.7941176295</c:v>
                </c:pt>
                <c:pt idx="59">
                  <c:v>0.7941176295</c:v>
                </c:pt>
                <c:pt idx="60">
                  <c:v>0.7941176295</c:v>
                </c:pt>
                <c:pt idx="61">
                  <c:v>0.7941176295</c:v>
                </c:pt>
                <c:pt idx="62">
                  <c:v>0.7941176295</c:v>
                </c:pt>
                <c:pt idx="63">
                  <c:v>0.7941176295</c:v>
                </c:pt>
                <c:pt idx="64">
                  <c:v>0.7941176295</c:v>
                </c:pt>
                <c:pt idx="65">
                  <c:v>0.7941176295</c:v>
                </c:pt>
                <c:pt idx="66">
                  <c:v>0.7941176295</c:v>
                </c:pt>
                <c:pt idx="67">
                  <c:v>0.7941176295</c:v>
                </c:pt>
                <c:pt idx="68">
                  <c:v>0.7941176295</c:v>
                </c:pt>
                <c:pt idx="69">
                  <c:v>0.7941176295</c:v>
                </c:pt>
                <c:pt idx="70">
                  <c:v>0.7941176295</c:v>
                </c:pt>
                <c:pt idx="71">
                  <c:v>0.7941176295</c:v>
                </c:pt>
                <c:pt idx="72">
                  <c:v>0.7941176295</c:v>
                </c:pt>
                <c:pt idx="73">
                  <c:v>0.7941176295</c:v>
                </c:pt>
                <c:pt idx="74">
                  <c:v>0.7941176295</c:v>
                </c:pt>
                <c:pt idx="75">
                  <c:v>0.7941176295</c:v>
                </c:pt>
                <c:pt idx="76">
                  <c:v>0.7941176295</c:v>
                </c:pt>
                <c:pt idx="77">
                  <c:v>0.7941176295</c:v>
                </c:pt>
                <c:pt idx="78">
                  <c:v>0.7941176295</c:v>
                </c:pt>
                <c:pt idx="79">
                  <c:v>0.7941176295</c:v>
                </c:pt>
                <c:pt idx="80">
                  <c:v>0.7941176295</c:v>
                </c:pt>
                <c:pt idx="81">
                  <c:v>0.7941176295</c:v>
                </c:pt>
                <c:pt idx="82">
                  <c:v>0.7941176295</c:v>
                </c:pt>
                <c:pt idx="83">
                  <c:v>0.7941176295</c:v>
                </c:pt>
                <c:pt idx="84">
                  <c:v>0.7941176295</c:v>
                </c:pt>
                <c:pt idx="85">
                  <c:v>0.7941176295</c:v>
                </c:pt>
                <c:pt idx="86">
                  <c:v>0.7941176295</c:v>
                </c:pt>
                <c:pt idx="87">
                  <c:v>0.7941176295</c:v>
                </c:pt>
                <c:pt idx="88">
                  <c:v>0.7941176295</c:v>
                </c:pt>
                <c:pt idx="89">
                  <c:v>0.7941176295</c:v>
                </c:pt>
                <c:pt idx="90">
                  <c:v>0.7941176295</c:v>
                </c:pt>
                <c:pt idx="91">
                  <c:v>0.7941176295</c:v>
                </c:pt>
                <c:pt idx="92">
                  <c:v>0.7941176295</c:v>
                </c:pt>
                <c:pt idx="93">
                  <c:v>0.7941176295</c:v>
                </c:pt>
                <c:pt idx="94">
                  <c:v>0.7941176295</c:v>
                </c:pt>
                <c:pt idx="95">
                  <c:v>0.7941176295</c:v>
                </c:pt>
                <c:pt idx="96">
                  <c:v>0.7941176295</c:v>
                </c:pt>
                <c:pt idx="97">
                  <c:v>0.7941176295</c:v>
                </c:pt>
                <c:pt idx="98">
                  <c:v>0.7941176295</c:v>
                </c:pt>
                <c:pt idx="99">
                  <c:v>0.7941176295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2383">
              <a:solidFill>
                <a:srgbClr val="89B9D4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0.9770468473</c:v>
                </c:pt>
                <c:pt idx="1">
                  <c:v>0.8530664444</c:v>
                </c:pt>
                <c:pt idx="2">
                  <c:v>0.8854337931</c:v>
                </c:pt>
                <c:pt idx="3">
                  <c:v>0.8367980719</c:v>
                </c:pt>
                <c:pt idx="4">
                  <c:v>0.8569604754</c:v>
                </c:pt>
                <c:pt idx="5">
                  <c:v>0.8012893796</c:v>
                </c:pt>
                <c:pt idx="6">
                  <c:v>0.7630565166</c:v>
                </c:pt>
                <c:pt idx="7">
                  <c:v>0.7992976308</c:v>
                </c:pt>
                <c:pt idx="8">
                  <c:v>0.711660862</c:v>
                </c:pt>
                <c:pt idx="9">
                  <c:v>0.7357955575</c:v>
                </c:pt>
                <c:pt idx="10">
                  <c:v>0.711595118</c:v>
                </c:pt>
                <c:pt idx="11">
                  <c:v>0.7375085354</c:v>
                </c:pt>
                <c:pt idx="12">
                  <c:v>0.7138566375</c:v>
                </c:pt>
                <c:pt idx="13">
                  <c:v>0.7115800381</c:v>
                </c:pt>
                <c:pt idx="14">
                  <c:v>0.7114764452</c:v>
                </c:pt>
                <c:pt idx="15">
                  <c:v>0.6975438595</c:v>
                </c:pt>
                <c:pt idx="16">
                  <c:v>0.7055104971</c:v>
                </c:pt>
                <c:pt idx="17">
                  <c:v>0.678969264</c:v>
                </c:pt>
                <c:pt idx="18">
                  <c:v>0.6710860133</c:v>
                </c:pt>
                <c:pt idx="19">
                  <c:v>0.6671353579</c:v>
                </c:pt>
                <c:pt idx="20">
                  <c:v>0.6877560616</c:v>
                </c:pt>
                <c:pt idx="21">
                  <c:v>0.6610545516</c:v>
                </c:pt>
                <c:pt idx="22">
                  <c:v>0.6535795331</c:v>
                </c:pt>
                <c:pt idx="23">
                  <c:v>0.6704618335</c:v>
                </c:pt>
                <c:pt idx="24">
                  <c:v>0.6654924154</c:v>
                </c:pt>
                <c:pt idx="25">
                  <c:v>0.6599904895</c:v>
                </c:pt>
                <c:pt idx="26">
                  <c:v>0.6896317005</c:v>
                </c:pt>
                <c:pt idx="27">
                  <c:v>0.654081583</c:v>
                </c:pt>
                <c:pt idx="28">
                  <c:v>0.6651577353</c:v>
                </c:pt>
                <c:pt idx="29">
                  <c:v>0.6609672904</c:v>
                </c:pt>
                <c:pt idx="30">
                  <c:v>0.6523803473</c:v>
                </c:pt>
                <c:pt idx="31">
                  <c:v>0.6482322216</c:v>
                </c:pt>
                <c:pt idx="32">
                  <c:v>0.6480688453</c:v>
                </c:pt>
                <c:pt idx="33">
                  <c:v>0.6558620334</c:v>
                </c:pt>
                <c:pt idx="34">
                  <c:v>0.642392695</c:v>
                </c:pt>
                <c:pt idx="35">
                  <c:v>0.6608092189</c:v>
                </c:pt>
                <c:pt idx="36">
                  <c:v>0.6398845911</c:v>
                </c:pt>
                <c:pt idx="37">
                  <c:v>0.6534950733</c:v>
                </c:pt>
                <c:pt idx="38">
                  <c:v>0.6384010911</c:v>
                </c:pt>
                <c:pt idx="39">
                  <c:v>0.6498020887</c:v>
                </c:pt>
                <c:pt idx="40">
                  <c:v>0.6540888548</c:v>
                </c:pt>
                <c:pt idx="41">
                  <c:v>0.643702209</c:v>
                </c:pt>
                <c:pt idx="42">
                  <c:v>0.6259655952</c:v>
                </c:pt>
                <c:pt idx="43">
                  <c:v>0.6422160864</c:v>
                </c:pt>
                <c:pt idx="44">
                  <c:v>0.665617466</c:v>
                </c:pt>
                <c:pt idx="45">
                  <c:v>0.6320128441</c:v>
                </c:pt>
                <c:pt idx="46">
                  <c:v>0.6277464032</c:v>
                </c:pt>
                <c:pt idx="47">
                  <c:v>0.6554167867</c:v>
                </c:pt>
                <c:pt idx="48">
                  <c:v>0.6177458167</c:v>
                </c:pt>
                <c:pt idx="49">
                  <c:v>0.6212437153</c:v>
                </c:pt>
                <c:pt idx="50">
                  <c:v>0.6291871071</c:v>
                </c:pt>
                <c:pt idx="51">
                  <c:v>0.6466466188</c:v>
                </c:pt>
                <c:pt idx="52">
                  <c:v>0.6415907145</c:v>
                </c:pt>
                <c:pt idx="53">
                  <c:v>0.6216304898</c:v>
                </c:pt>
                <c:pt idx="54">
                  <c:v>0.6485818624</c:v>
                </c:pt>
                <c:pt idx="55">
                  <c:v>0.6524594426</c:v>
                </c:pt>
                <c:pt idx="56">
                  <c:v>0.6413052678</c:v>
                </c:pt>
                <c:pt idx="57">
                  <c:v>0.6335161328</c:v>
                </c:pt>
                <c:pt idx="58">
                  <c:v>0.6527892351</c:v>
                </c:pt>
                <c:pt idx="59">
                  <c:v>0.6342220902</c:v>
                </c:pt>
                <c:pt idx="60">
                  <c:v>0.6526561975</c:v>
                </c:pt>
                <c:pt idx="61">
                  <c:v>0.6534538269</c:v>
                </c:pt>
                <c:pt idx="62">
                  <c:v>0.6487000585</c:v>
                </c:pt>
                <c:pt idx="63">
                  <c:v>0.6280648112</c:v>
                </c:pt>
                <c:pt idx="64">
                  <c:v>0.6313574314</c:v>
                </c:pt>
                <c:pt idx="65">
                  <c:v>0.6188411117</c:v>
                </c:pt>
                <c:pt idx="66">
                  <c:v>0.6135386229</c:v>
                </c:pt>
                <c:pt idx="67">
                  <c:v>0.6364535689</c:v>
                </c:pt>
                <c:pt idx="68">
                  <c:v>0.6227143407</c:v>
                </c:pt>
                <c:pt idx="69">
                  <c:v>0.6212748289</c:v>
                </c:pt>
                <c:pt idx="70">
                  <c:v>0.6407778859</c:v>
                </c:pt>
                <c:pt idx="71">
                  <c:v>0.6349118948</c:v>
                </c:pt>
                <c:pt idx="72">
                  <c:v>0.6165620089</c:v>
                </c:pt>
                <c:pt idx="73">
                  <c:v>0.662961781</c:v>
                </c:pt>
                <c:pt idx="74">
                  <c:v>0.6238772273</c:v>
                </c:pt>
                <c:pt idx="75">
                  <c:v>0.6217064857</c:v>
                </c:pt>
                <c:pt idx="76">
                  <c:v>0.605419755</c:v>
                </c:pt>
                <c:pt idx="77">
                  <c:v>0.6387585402</c:v>
                </c:pt>
                <c:pt idx="78">
                  <c:v>0.6196875572</c:v>
                </c:pt>
                <c:pt idx="79">
                  <c:v>0.6284522414</c:v>
                </c:pt>
                <c:pt idx="80">
                  <c:v>0.5975431204</c:v>
                </c:pt>
                <c:pt idx="81">
                  <c:v>0.6263012886</c:v>
                </c:pt>
                <c:pt idx="82">
                  <c:v>0.6170541048</c:v>
                </c:pt>
                <c:pt idx="83">
                  <c:v>0.6193206906</c:v>
                </c:pt>
                <c:pt idx="84">
                  <c:v>0.6244003773</c:v>
                </c:pt>
                <c:pt idx="85">
                  <c:v>0.6096126437</c:v>
                </c:pt>
                <c:pt idx="86">
                  <c:v>0.6088250279</c:v>
                </c:pt>
                <c:pt idx="87">
                  <c:v>0.6228821278</c:v>
                </c:pt>
                <c:pt idx="88">
                  <c:v>0.6141517162</c:v>
                </c:pt>
                <c:pt idx="89">
                  <c:v>0.6120636463</c:v>
                </c:pt>
                <c:pt idx="90">
                  <c:v>0.6037127376</c:v>
                </c:pt>
                <c:pt idx="91">
                  <c:v>0.6230902076</c:v>
                </c:pt>
                <c:pt idx="92">
                  <c:v>0.623722136</c:v>
                </c:pt>
                <c:pt idx="93">
                  <c:v>0.6280373931</c:v>
                </c:pt>
                <c:pt idx="94">
                  <c:v>0.6081212163</c:v>
                </c:pt>
                <c:pt idx="95">
                  <c:v>0.6264300346</c:v>
                </c:pt>
                <c:pt idx="96">
                  <c:v>0.6107901335</c:v>
                </c:pt>
                <c:pt idx="97">
                  <c:v>0.6339451671</c:v>
                </c:pt>
                <c:pt idx="98">
                  <c:v>0.6146643162</c:v>
                </c:pt>
                <c:pt idx="99">
                  <c:v>0.6066727042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2860">
              <a:solidFill>
                <a:srgbClr val="2474A6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0.8262582421</c:v>
                </c:pt>
                <c:pt idx="1">
                  <c:v>0.8040970564</c:v>
                </c:pt>
                <c:pt idx="2">
                  <c:v>0.7835472226</c:v>
                </c:pt>
                <c:pt idx="3">
                  <c:v>0.7644414902</c:v>
                </c:pt>
                <c:pt idx="4">
                  <c:v>0.7472415566</c:v>
                </c:pt>
                <c:pt idx="5">
                  <c:v>0.7314608693</c:v>
                </c:pt>
                <c:pt idx="6">
                  <c:v>0.7188630104</c:v>
                </c:pt>
                <c:pt idx="7">
                  <c:v>0.7057329416</c:v>
                </c:pt>
                <c:pt idx="8">
                  <c:v>0.6948484182</c:v>
                </c:pt>
                <c:pt idx="9">
                  <c:v>0.6860208511</c:v>
                </c:pt>
                <c:pt idx="10">
                  <c:v>0.6780662537</c:v>
                </c:pt>
                <c:pt idx="11">
                  <c:v>0.6714857817</c:v>
                </c:pt>
                <c:pt idx="12">
                  <c:v>0.6647680402</c:v>
                </c:pt>
                <c:pt idx="13">
                  <c:v>0.6589423418</c:v>
                </c:pt>
                <c:pt idx="14">
                  <c:v>0.6540373564</c:v>
                </c:pt>
                <c:pt idx="15">
                  <c:v>0.6496785879</c:v>
                </c:pt>
                <c:pt idx="16">
                  <c:v>0.6451122165</c:v>
                </c:pt>
                <c:pt idx="17">
                  <c:v>0.6417169571</c:v>
                </c:pt>
                <c:pt idx="18">
                  <c:v>0.6393066049</c:v>
                </c:pt>
                <c:pt idx="19">
                  <c:v>0.6376877427</c:v>
                </c:pt>
                <c:pt idx="20">
                  <c:v>0.6357802749</c:v>
                </c:pt>
                <c:pt idx="21">
                  <c:v>0.6341096163</c:v>
                </c:pt>
                <c:pt idx="22">
                  <c:v>0.6330426335</c:v>
                </c:pt>
                <c:pt idx="23">
                  <c:v>0.6318881512</c:v>
                </c:pt>
                <c:pt idx="24">
                  <c:v>0.630651474</c:v>
                </c:pt>
                <c:pt idx="25">
                  <c:v>0.6300520897</c:v>
                </c:pt>
                <c:pt idx="26">
                  <c:v>0.6288257241</c:v>
                </c:pt>
                <c:pt idx="27">
                  <c:v>0.6277888417</c:v>
                </c:pt>
                <c:pt idx="28">
                  <c:v>0.6271107793</c:v>
                </c:pt>
                <c:pt idx="29">
                  <c:v>0.6266543865</c:v>
                </c:pt>
                <c:pt idx="30">
                  <c:v>0.6260604262</c:v>
                </c:pt>
                <c:pt idx="31">
                  <c:v>0.6257098317</c:v>
                </c:pt>
                <c:pt idx="32">
                  <c:v>0.6253454089</c:v>
                </c:pt>
                <c:pt idx="33">
                  <c:v>0.6250109076</c:v>
                </c:pt>
                <c:pt idx="34">
                  <c:v>0.6247130632</c:v>
                </c:pt>
                <c:pt idx="35">
                  <c:v>0.6245678067</c:v>
                </c:pt>
                <c:pt idx="36">
                  <c:v>0.6245864034</c:v>
                </c:pt>
                <c:pt idx="37">
                  <c:v>0.6243329644</c:v>
                </c:pt>
                <c:pt idx="38">
                  <c:v>0.6240566373</c:v>
                </c:pt>
                <c:pt idx="39">
                  <c:v>0.623840034</c:v>
                </c:pt>
                <c:pt idx="40">
                  <c:v>0.6236297488</c:v>
                </c:pt>
                <c:pt idx="41">
                  <c:v>0.6233012676</c:v>
                </c:pt>
                <c:pt idx="42">
                  <c:v>0.6229822636</c:v>
                </c:pt>
                <c:pt idx="43">
                  <c:v>0.6229935288</c:v>
                </c:pt>
                <c:pt idx="44">
                  <c:v>0.6228128076</c:v>
                </c:pt>
                <c:pt idx="45">
                  <c:v>0.6227502823</c:v>
                </c:pt>
                <c:pt idx="46">
                  <c:v>0.6228232384</c:v>
                </c:pt>
                <c:pt idx="47">
                  <c:v>0.6227802038</c:v>
                </c:pt>
                <c:pt idx="48">
                  <c:v>0.6228020787</c:v>
                </c:pt>
                <c:pt idx="49">
                  <c:v>0.6227753758</c:v>
                </c:pt>
                <c:pt idx="50">
                  <c:v>0.6226811409</c:v>
                </c:pt>
                <c:pt idx="51">
                  <c:v>0.622574687</c:v>
                </c:pt>
                <c:pt idx="52">
                  <c:v>0.622494638</c:v>
                </c:pt>
                <c:pt idx="53">
                  <c:v>0.6223416328</c:v>
                </c:pt>
                <c:pt idx="54">
                  <c:v>0.6221752763</c:v>
                </c:pt>
                <c:pt idx="55">
                  <c:v>0.62220186</c:v>
                </c:pt>
                <c:pt idx="56">
                  <c:v>0.6220928431</c:v>
                </c:pt>
                <c:pt idx="57">
                  <c:v>0.6220205426</c:v>
                </c:pt>
                <c:pt idx="58">
                  <c:v>0.6220415831</c:v>
                </c:pt>
                <c:pt idx="59">
                  <c:v>0.6221083403</c:v>
                </c:pt>
                <c:pt idx="60">
                  <c:v>0.6220326424</c:v>
                </c:pt>
                <c:pt idx="61">
                  <c:v>0.6218936443</c:v>
                </c:pt>
                <c:pt idx="62">
                  <c:v>0.6217710376</c:v>
                </c:pt>
                <c:pt idx="63">
                  <c:v>0.6218232512</c:v>
                </c:pt>
                <c:pt idx="64">
                  <c:v>0.6216400266</c:v>
                </c:pt>
                <c:pt idx="65">
                  <c:v>0.6215283275</c:v>
                </c:pt>
                <c:pt idx="66">
                  <c:v>0.6211410761</c:v>
                </c:pt>
                <c:pt idx="67">
                  <c:v>0.6211168766</c:v>
                </c:pt>
                <c:pt idx="68">
                  <c:v>0.6207196712</c:v>
                </c:pt>
                <c:pt idx="69">
                  <c:v>0.620552063</c:v>
                </c:pt>
                <c:pt idx="70">
                  <c:v>0.6203963161</c:v>
                </c:pt>
                <c:pt idx="71">
                  <c:v>0.62030375</c:v>
                </c:pt>
                <c:pt idx="72">
                  <c:v>0.6199769974</c:v>
                </c:pt>
                <c:pt idx="73">
                  <c:v>0.6196511984</c:v>
                </c:pt>
                <c:pt idx="74">
                  <c:v>0.6194272041</c:v>
                </c:pt>
                <c:pt idx="75">
                  <c:v>0.6193118095</c:v>
                </c:pt>
                <c:pt idx="76">
                  <c:v>0.6189624667</c:v>
                </c:pt>
                <c:pt idx="77">
                  <c:v>0.6183766723</c:v>
                </c:pt>
                <c:pt idx="78">
                  <c:v>0.6178241968</c:v>
                </c:pt>
                <c:pt idx="79">
                  <c:v>0.617439568</c:v>
                </c:pt>
                <c:pt idx="80">
                  <c:v>0.6170778871</c:v>
                </c:pt>
                <c:pt idx="81">
                  <c:v>0.6167141795</c:v>
                </c:pt>
                <c:pt idx="82">
                  <c:v>0.6165583134</c:v>
                </c:pt>
                <c:pt idx="83">
                  <c:v>0.6164706945</c:v>
                </c:pt>
                <c:pt idx="84">
                  <c:v>0.6163423061</c:v>
                </c:pt>
                <c:pt idx="85">
                  <c:v>0.6160954237</c:v>
                </c:pt>
                <c:pt idx="86">
                  <c:v>0.6157756448</c:v>
                </c:pt>
                <c:pt idx="87">
                  <c:v>0.6155136228</c:v>
                </c:pt>
                <c:pt idx="88">
                  <c:v>0.615100503</c:v>
                </c:pt>
                <c:pt idx="89">
                  <c:v>0.6145974994</c:v>
                </c:pt>
                <c:pt idx="90">
                  <c:v>0.6141473651</c:v>
                </c:pt>
                <c:pt idx="91">
                  <c:v>0.6141497493</c:v>
                </c:pt>
                <c:pt idx="92">
                  <c:v>0.6141124964</c:v>
                </c:pt>
                <c:pt idx="93">
                  <c:v>0.6138430834</c:v>
                </c:pt>
                <c:pt idx="94">
                  <c:v>0.6136385798</c:v>
                </c:pt>
                <c:pt idx="95">
                  <c:v>0.6132777929</c:v>
                </c:pt>
                <c:pt idx="96">
                  <c:v>0.6128252745</c:v>
                </c:pt>
                <c:pt idx="97">
                  <c:v>0.6122818589</c:v>
                </c:pt>
                <c:pt idx="98">
                  <c:v>0.6117476225</c:v>
                </c:pt>
                <c:pt idx="99">
                  <c:v>0.6115164161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2383">
              <a:solidFill>
                <a:srgbClr val="E9AD91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0.795206666</c:v>
                </c:pt>
                <c:pt idx="1">
                  <c:v>0.817856133</c:v>
                </c:pt>
                <c:pt idx="2">
                  <c:v>0.7794911265</c:v>
                </c:pt>
                <c:pt idx="3">
                  <c:v>0.7625406384</c:v>
                </c:pt>
                <c:pt idx="4">
                  <c:v>0.7304062843</c:v>
                </c:pt>
                <c:pt idx="5">
                  <c:v>0.7358773351</c:v>
                </c:pt>
                <c:pt idx="6">
                  <c:v>0.7231865525</c:v>
                </c:pt>
                <c:pt idx="7">
                  <c:v>0.7121269107</c:v>
                </c:pt>
                <c:pt idx="8">
                  <c:v>0.6903164983</c:v>
                </c:pt>
                <c:pt idx="9">
                  <c:v>0.7141383886</c:v>
                </c:pt>
                <c:pt idx="10">
                  <c:v>0.6653751731</c:v>
                </c:pt>
                <c:pt idx="11">
                  <c:v>0.6448971033</c:v>
                </c:pt>
                <c:pt idx="12">
                  <c:v>0.6680791378</c:v>
                </c:pt>
                <c:pt idx="13">
                  <c:v>0.6785424948</c:v>
                </c:pt>
                <c:pt idx="14">
                  <c:v>0.6303526759</c:v>
                </c:pt>
                <c:pt idx="15">
                  <c:v>0.6637654305</c:v>
                </c:pt>
                <c:pt idx="16">
                  <c:v>0.6467270255</c:v>
                </c:pt>
                <c:pt idx="17">
                  <c:v>0.6435322762</c:v>
                </c:pt>
                <c:pt idx="18">
                  <c:v>0.6831358671</c:v>
                </c:pt>
                <c:pt idx="19">
                  <c:v>0.6716938019</c:v>
                </c:pt>
                <c:pt idx="20">
                  <c:v>0.6365997791</c:v>
                </c:pt>
                <c:pt idx="21">
                  <c:v>0.6223108768</c:v>
                </c:pt>
                <c:pt idx="22">
                  <c:v>0.6252563596</c:v>
                </c:pt>
                <c:pt idx="23">
                  <c:v>0.6475558877</c:v>
                </c:pt>
                <c:pt idx="24">
                  <c:v>0.6182388663</c:v>
                </c:pt>
                <c:pt idx="25">
                  <c:v>0.6225805283</c:v>
                </c:pt>
                <c:pt idx="26">
                  <c:v>0.5941034555</c:v>
                </c:pt>
                <c:pt idx="27">
                  <c:v>0.6081604958</c:v>
                </c:pt>
                <c:pt idx="28">
                  <c:v>0.5996190906</c:v>
                </c:pt>
                <c:pt idx="29">
                  <c:v>0.6167157888</c:v>
                </c:pt>
                <c:pt idx="30">
                  <c:v>0.6060994864</c:v>
                </c:pt>
                <c:pt idx="31">
                  <c:v>0.6243515611</c:v>
                </c:pt>
                <c:pt idx="32">
                  <c:v>0.6425746083</c:v>
                </c:pt>
                <c:pt idx="33">
                  <c:v>0.5917996764</c:v>
                </c:pt>
                <c:pt idx="34">
                  <c:v>0.6339387894</c:v>
                </c:pt>
                <c:pt idx="35">
                  <c:v>0.6424900293</c:v>
                </c:pt>
                <c:pt idx="36">
                  <c:v>0.6043634415</c:v>
                </c:pt>
                <c:pt idx="37">
                  <c:v>0.6236267686</c:v>
                </c:pt>
                <c:pt idx="38">
                  <c:v>0.6088239551</c:v>
                </c:pt>
                <c:pt idx="39">
                  <c:v>0.6022840738</c:v>
                </c:pt>
                <c:pt idx="40">
                  <c:v>0.6113909483</c:v>
                </c:pt>
                <c:pt idx="41">
                  <c:v>0.5913972855</c:v>
                </c:pt>
                <c:pt idx="42">
                  <c:v>0.6243931055</c:v>
                </c:pt>
                <c:pt idx="43">
                  <c:v>0.6039558649</c:v>
                </c:pt>
                <c:pt idx="44">
                  <c:v>0.6264428496</c:v>
                </c:pt>
                <c:pt idx="45">
                  <c:v>0.5917336941</c:v>
                </c:pt>
                <c:pt idx="46">
                  <c:v>0.6186032295</c:v>
                </c:pt>
                <c:pt idx="47">
                  <c:v>0.5969894528</c:v>
                </c:pt>
                <c:pt idx="48">
                  <c:v>0.6062346101</c:v>
                </c:pt>
                <c:pt idx="49">
                  <c:v>0.5941067934</c:v>
                </c:pt>
                <c:pt idx="50">
                  <c:v>0.5892946124</c:v>
                </c:pt>
                <c:pt idx="51">
                  <c:v>0.6208165288</c:v>
                </c:pt>
                <c:pt idx="52">
                  <c:v>0.6022202969</c:v>
                </c:pt>
                <c:pt idx="53">
                  <c:v>0.5795016885</c:v>
                </c:pt>
                <c:pt idx="54">
                  <c:v>0.6155389547</c:v>
                </c:pt>
                <c:pt idx="55">
                  <c:v>0.6080028415</c:v>
                </c:pt>
                <c:pt idx="56">
                  <c:v>0.6203458309</c:v>
                </c:pt>
                <c:pt idx="57">
                  <c:v>0.5907363296</c:v>
                </c:pt>
                <c:pt idx="58">
                  <c:v>0.5977517366</c:v>
                </c:pt>
                <c:pt idx="59">
                  <c:v>0.5877560973</c:v>
                </c:pt>
                <c:pt idx="60">
                  <c:v>0.6039745212</c:v>
                </c:pt>
                <c:pt idx="61">
                  <c:v>0.585144937</c:v>
                </c:pt>
                <c:pt idx="62">
                  <c:v>0.6090750694</c:v>
                </c:pt>
                <c:pt idx="63">
                  <c:v>0.5891385674</c:v>
                </c:pt>
                <c:pt idx="64">
                  <c:v>0.5682302713</c:v>
                </c:pt>
                <c:pt idx="65">
                  <c:v>0.5966330767</c:v>
                </c:pt>
                <c:pt idx="66">
                  <c:v>0.6144147515</c:v>
                </c:pt>
                <c:pt idx="67">
                  <c:v>0.6080351472</c:v>
                </c:pt>
                <c:pt idx="68">
                  <c:v>0.6098812222</c:v>
                </c:pt>
                <c:pt idx="69">
                  <c:v>0.5895496011</c:v>
                </c:pt>
                <c:pt idx="70">
                  <c:v>0.6068834066</c:v>
                </c:pt>
                <c:pt idx="71">
                  <c:v>0.5923886895</c:v>
                </c:pt>
                <c:pt idx="72">
                  <c:v>0.6040107012</c:v>
                </c:pt>
                <c:pt idx="73">
                  <c:v>0.5797447562</c:v>
                </c:pt>
                <c:pt idx="74">
                  <c:v>0.5984410644</c:v>
                </c:pt>
                <c:pt idx="75">
                  <c:v>0.5876169801</c:v>
                </c:pt>
                <c:pt idx="76">
                  <c:v>0.585822165</c:v>
                </c:pt>
                <c:pt idx="77">
                  <c:v>0.5931333303</c:v>
                </c:pt>
                <c:pt idx="78">
                  <c:v>0.6000382304</c:v>
                </c:pt>
                <c:pt idx="79">
                  <c:v>0.5938779712</c:v>
                </c:pt>
                <c:pt idx="80">
                  <c:v>0.569314301</c:v>
                </c:pt>
                <c:pt idx="81">
                  <c:v>0.5600777864</c:v>
                </c:pt>
                <c:pt idx="82">
                  <c:v>0.5629315376</c:v>
                </c:pt>
                <c:pt idx="83">
                  <c:v>0.6298316717</c:v>
                </c:pt>
                <c:pt idx="84">
                  <c:v>0.5664491057</c:v>
                </c:pt>
                <c:pt idx="85">
                  <c:v>0.5819808245</c:v>
                </c:pt>
                <c:pt idx="86">
                  <c:v>0.5793902874</c:v>
                </c:pt>
                <c:pt idx="87">
                  <c:v>0.5626465678</c:v>
                </c:pt>
                <c:pt idx="88">
                  <c:v>0.56665802</c:v>
                </c:pt>
                <c:pt idx="89">
                  <c:v>0.5986914635</c:v>
                </c:pt>
                <c:pt idx="90">
                  <c:v>0.5838397145</c:v>
                </c:pt>
                <c:pt idx="91">
                  <c:v>0.5894569755</c:v>
                </c:pt>
                <c:pt idx="92">
                  <c:v>0.6165278554</c:v>
                </c:pt>
                <c:pt idx="93">
                  <c:v>0.594640553</c:v>
                </c:pt>
                <c:pt idx="94">
                  <c:v>0.5879454017</c:v>
                </c:pt>
                <c:pt idx="95">
                  <c:v>0.5857396126</c:v>
                </c:pt>
                <c:pt idx="96">
                  <c:v>0.591154933</c:v>
                </c:pt>
                <c:pt idx="97">
                  <c:v>0.577031076</c:v>
                </c:pt>
                <c:pt idx="98">
                  <c:v>0.6106561422</c:v>
                </c:pt>
                <c:pt idx="99">
                  <c:v>0.5784736872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2860">
              <a:solidFill>
                <a:srgbClr val="D65F2B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0.5706925988</c:v>
                </c:pt>
                <c:pt idx="1">
                  <c:v>0.5607557893</c:v>
                </c:pt>
                <c:pt idx="2">
                  <c:v>0.5522210598</c:v>
                </c:pt>
                <c:pt idx="3">
                  <c:v>0.5447602272</c:v>
                </c:pt>
                <c:pt idx="4">
                  <c:v>0.5384454727</c:v>
                </c:pt>
                <c:pt idx="5">
                  <c:v>0.5323454738</c:v>
                </c:pt>
                <c:pt idx="6">
                  <c:v>0.5275207162</c:v>
                </c:pt>
                <c:pt idx="7">
                  <c:v>0.5229055882</c:v>
                </c:pt>
                <c:pt idx="8">
                  <c:v>0.5190602541</c:v>
                </c:pt>
                <c:pt idx="9">
                  <c:v>0.5157987475</c:v>
                </c:pt>
                <c:pt idx="10">
                  <c:v>0.5134096146</c:v>
                </c:pt>
                <c:pt idx="11">
                  <c:v>0.5118525624</c:v>
                </c:pt>
                <c:pt idx="12">
                  <c:v>0.5107031465</c:v>
                </c:pt>
                <c:pt idx="13">
                  <c:v>0.5095582008</c:v>
                </c:pt>
                <c:pt idx="14">
                  <c:v>0.5085909367</c:v>
                </c:pt>
                <c:pt idx="15">
                  <c:v>0.5079810023</c:v>
                </c:pt>
                <c:pt idx="16">
                  <c:v>0.5075587034</c:v>
                </c:pt>
                <c:pt idx="17">
                  <c:v>0.5073661804</c:v>
                </c:pt>
                <c:pt idx="18">
                  <c:v>0.5074327588</c:v>
                </c:pt>
                <c:pt idx="19">
                  <c:v>0.5076422095</c:v>
                </c:pt>
                <c:pt idx="20">
                  <c:v>0.5078390837</c:v>
                </c:pt>
                <c:pt idx="21">
                  <c:v>0.5078590512</c:v>
                </c:pt>
                <c:pt idx="22">
                  <c:v>0.5082207322</c:v>
                </c:pt>
                <c:pt idx="23">
                  <c:v>0.5085860491</c:v>
                </c:pt>
                <c:pt idx="24">
                  <c:v>0.508662045</c:v>
                </c:pt>
                <c:pt idx="25">
                  <c:v>0.5089629889</c:v>
                </c:pt>
                <c:pt idx="26">
                  <c:v>0.5090271235</c:v>
                </c:pt>
                <c:pt idx="27">
                  <c:v>0.5090318322</c:v>
                </c:pt>
                <c:pt idx="28">
                  <c:v>0.5090881586</c:v>
                </c:pt>
                <c:pt idx="29">
                  <c:v>0.5094482899</c:v>
                </c:pt>
                <c:pt idx="30">
                  <c:v>0.5095008612</c:v>
                </c:pt>
                <c:pt idx="31">
                  <c:v>0.5098176003</c:v>
                </c:pt>
                <c:pt idx="32">
                  <c:v>0.5101092458</c:v>
                </c:pt>
                <c:pt idx="33">
                  <c:v>0.5100753307</c:v>
                </c:pt>
                <c:pt idx="34">
                  <c:v>0.5104954243</c:v>
                </c:pt>
                <c:pt idx="35">
                  <c:v>0.5111053586</c:v>
                </c:pt>
                <c:pt idx="36">
                  <c:v>0.5112937093</c:v>
                </c:pt>
                <c:pt idx="37">
                  <c:v>0.5112822056</c:v>
                </c:pt>
                <c:pt idx="38">
                  <c:v>0.5113084316</c:v>
                </c:pt>
                <c:pt idx="39">
                  <c:v>0.511308074</c:v>
                </c:pt>
                <c:pt idx="40">
                  <c:v>0.5113577843</c:v>
                </c:pt>
                <c:pt idx="41">
                  <c:v>0.5110845566</c:v>
                </c:pt>
                <c:pt idx="42">
                  <c:v>0.5111296773</c:v>
                </c:pt>
                <c:pt idx="43">
                  <c:v>0.5113224387</c:v>
                </c:pt>
                <c:pt idx="44">
                  <c:v>0.5117664933</c:v>
                </c:pt>
                <c:pt idx="45">
                  <c:v>0.5113723874</c:v>
                </c:pt>
                <c:pt idx="46">
                  <c:v>0.5109314919</c:v>
                </c:pt>
                <c:pt idx="47">
                  <c:v>0.510553062</c:v>
                </c:pt>
                <c:pt idx="48">
                  <c:v>0.5101981163</c:v>
                </c:pt>
                <c:pt idx="49">
                  <c:v>0.5101829767</c:v>
                </c:pt>
                <c:pt idx="50">
                  <c:v>0.5099006891</c:v>
                </c:pt>
                <c:pt idx="51">
                  <c:v>0.5096831322</c:v>
                </c:pt>
                <c:pt idx="52">
                  <c:v>0.5097076893</c:v>
                </c:pt>
                <c:pt idx="53">
                  <c:v>0.5093086362</c:v>
                </c:pt>
                <c:pt idx="54">
                  <c:v>0.5094236135</c:v>
                </c:pt>
                <c:pt idx="55">
                  <c:v>0.509578526</c:v>
                </c:pt>
                <c:pt idx="56">
                  <c:v>0.5095617771</c:v>
                </c:pt>
                <c:pt idx="57">
                  <c:v>0.5092158914</c:v>
                </c:pt>
                <c:pt idx="58">
                  <c:v>0.5089313984</c:v>
                </c:pt>
                <c:pt idx="59">
                  <c:v>0.5085186958</c:v>
                </c:pt>
                <c:pt idx="60">
                  <c:v>0.5081768632</c:v>
                </c:pt>
                <c:pt idx="61">
                  <c:v>0.5082209706</c:v>
                </c:pt>
                <c:pt idx="62">
                  <c:v>0.5080956221</c:v>
                </c:pt>
                <c:pt idx="63">
                  <c:v>0.5082059503</c:v>
                </c:pt>
                <c:pt idx="64">
                  <c:v>0.5076947212</c:v>
                </c:pt>
                <c:pt idx="65">
                  <c:v>0.5072677135</c:v>
                </c:pt>
                <c:pt idx="66">
                  <c:v>0.5072583556</c:v>
                </c:pt>
                <c:pt idx="67">
                  <c:v>0.5076234341</c:v>
                </c:pt>
                <c:pt idx="68">
                  <c:v>0.5078154206</c:v>
                </c:pt>
                <c:pt idx="69">
                  <c:v>0.5079665184</c:v>
                </c:pt>
                <c:pt idx="70">
                  <c:v>0.5079464912</c:v>
                </c:pt>
                <c:pt idx="71">
                  <c:v>0.5080226064</c:v>
                </c:pt>
                <c:pt idx="72">
                  <c:v>0.5079048872</c:v>
                </c:pt>
                <c:pt idx="73">
                  <c:v>0.5075058937</c:v>
                </c:pt>
                <c:pt idx="74">
                  <c:v>0.5072438121</c:v>
                </c:pt>
                <c:pt idx="75">
                  <c:v>0.5067393184</c:v>
                </c:pt>
                <c:pt idx="76">
                  <c:v>0.5066803098</c:v>
                </c:pt>
                <c:pt idx="77">
                  <c:v>0.5062590837</c:v>
                </c:pt>
                <c:pt idx="78">
                  <c:v>0.5062306523</c:v>
                </c:pt>
                <c:pt idx="79">
                  <c:v>0.5057757497</c:v>
                </c:pt>
                <c:pt idx="80">
                  <c:v>0.5051429272</c:v>
                </c:pt>
                <c:pt idx="81">
                  <c:v>0.5046243072</c:v>
                </c:pt>
                <c:pt idx="82">
                  <c:v>0.5039758682</c:v>
                </c:pt>
                <c:pt idx="83">
                  <c:v>0.5035780072</c:v>
                </c:pt>
                <c:pt idx="84">
                  <c:v>0.5034561157</c:v>
                </c:pt>
                <c:pt idx="85">
                  <c:v>0.5032935143</c:v>
                </c:pt>
                <c:pt idx="86">
                  <c:v>0.5031012297</c:v>
                </c:pt>
                <c:pt idx="87">
                  <c:v>0.5024378896</c:v>
                </c:pt>
                <c:pt idx="88">
                  <c:v>0.5018564463</c:v>
                </c:pt>
                <c:pt idx="89">
                  <c:v>0.5016723275</c:v>
                </c:pt>
                <c:pt idx="90">
                  <c:v>0.5017077327</c:v>
                </c:pt>
                <c:pt idx="91">
                  <c:v>0.5016674995</c:v>
                </c:pt>
                <c:pt idx="92">
                  <c:v>0.5018714666</c:v>
                </c:pt>
                <c:pt idx="93">
                  <c:v>0.5016311407</c:v>
                </c:pt>
                <c:pt idx="94">
                  <c:v>0.5016856194</c:v>
                </c:pt>
                <c:pt idx="95">
                  <c:v>0.5014567375</c:v>
                </c:pt>
                <c:pt idx="96">
                  <c:v>0.5009486079</c:v>
                </c:pt>
                <c:pt idx="97">
                  <c:v>0.5002740026</c:v>
                </c:pt>
                <c:pt idx="98">
                  <c:v>0.4999605715</c:v>
                </c:pt>
                <c:pt idx="99">
                  <c:v>0.499864012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6EB13-E575-468B-99B6-D627EAAD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EEGConformer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频带残差与普通模型对比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02BE0-5B74-4033-A08B-92E12334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rPr>
              <a:t>四种预训练数据规模</a:t>
            </a:r>
          </a:p>
          <a:p xmlns:a="http://schemas.openxmlformats.org/drawingml/2006/main">
            <a: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rPr>
              <a:t>统一在 S21 上微调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83B4F-344F-4A2B-8864-0506F2D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rPr>
              <a:t>ME 拇指 / 小指二分类   depth=1   3 秒窗口</a:t>
            </a:r>
          </a:p>
          <a:p xmlns:a="http://schemas.openxmlformats.org/drawingml/2006/main">
            <a: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rPr>
              <a:t>单次实验，seed=42   实验日期 2026-10-21</a:t>
            </a:r>
          </a:p>
        </p:txBody>
      </p:sp>
    </p:spTree>
    <p:extLst>
      <p:ext uri="{BB962C8B-B14F-4D97-AF65-F5344CB8AC3E}">
        <p14:creationId xmlns:p14="http://schemas.microsoft.com/office/powerpoint/2010/main" val="1089025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8BA84-8897-4979-974D-FF6A297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四组预训练与相同的 S21 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066D9-14E4-415A-9974-39F31D9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1032-AA70-4138-850C-7E8C4EBA67A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476500"/>
                <a:gridCol w="2476500"/>
                <a:gridCol w="31432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17,185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4,211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 / 68 个窗口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28,056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6,905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 / 68 个窗口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55,429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13,447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 / 68 个窗口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108,111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26,705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 / 68 个窗口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E6AF6-309C-4869-B39C-DD75C05F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频带残差四组全部重新预训练，普通模型沿用上一轮结果。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仅使用 Session 2 的二分类与三分类 Base 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921BE-BF2C-4BBE-A571-A4195AD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按 trial 划分后再分窗。同一组的两种模型直接共用已保存的训练与验证划分。</a:t>
            </a:r>
          </a:p>
        </p:txBody>
      </p:sp>
    </p:spTree>
    <p:extLst>
      <p:ext uri="{BB962C8B-B14F-4D97-AF65-F5344CB8AC3E}">
        <p14:creationId xmlns:p14="http://schemas.microsoft.com/office/powerpoint/2010/main" val="1242711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F4400-AC2B-4C9D-AB14-187DBC2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两种模型的前端结构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4EFD2-F5B0-4F12-9530-76BF915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0967F-FC63-4F65-BF9D-DB5CBFB8EF7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10000"/>
                <a:gridCol w="4857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EEGConformer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EEGConformer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× 300 × 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× 300 × 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频率范围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4–40 Hz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4–8 / 8–13 / 13–30 / 30–40 Hz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空间卷积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Conv2D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每个子带独立 DepthwiseConv2D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融合与宽带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单个宽带分支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加权 + 门控宽带残差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编码器与参数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depth=1，379,306 参数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depth=1，412,751 参数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DCD2-5D3A-44C0-B9FC-B5031C8E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两种配置共用编码器和分类头设计。插件还改变了归一化与参数量，因此比较的是完整配置。</a:t>
            </a:r>
          </a:p>
        </p:txBody>
      </p:sp>
    </p:spTree>
    <p:extLst>
      <p:ext uri="{BB962C8B-B14F-4D97-AF65-F5344CB8AC3E}">
        <p14:creationId xmlns:p14="http://schemas.microsoft.com/office/powerpoint/2010/main" val="1442658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8FC92-6597-4883-A577-2CFDB183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统一训练设置与模型选择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DD54F-A0CB-4529-934B-B9C85B8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5C302-0AB3-48A7-B62D-10E86D32C0B9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10000"/>
                <a:gridCol w="46672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 epoch / Batch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 / 32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/ 32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 学习率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Dropout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可训练部分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全部模型参数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 4 个 Dense 层及插件融合参数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降学习率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val_loss：30 轮，乘以 0.5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val_loss：30 轮，乘以 0.5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早停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val_loss：80 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val_loss：80 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首次最高验证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首次最高验证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D3F2E-20CE-49A3-94EA-C9EAB326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融合参数仅存在于频带残差模型。Loss 为 label smoothing=0.1 的交叉熵。</a:t>
            </a:r>
          </a:p>
        </p:txBody>
      </p:sp>
    </p:spTree>
    <p:extLst>
      <p:ext uri="{BB962C8B-B14F-4D97-AF65-F5344CB8AC3E}">
        <p14:creationId xmlns:p14="http://schemas.microsoft.com/office/powerpoint/2010/main" val="1407528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2A613-A7D0-446A-8ACC-8B0D9397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分批加载与数据一致性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775AE-5869-4CD0-B75F-903F3F9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A9F94-B3CC-4CF5-B8C9-A8E5D711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五平面窗口按被试写入磁盘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2D35-4B05-4B69-96BF-61789FB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逐 MAT 文件读取并处理，每次变换最多 32 个窗口。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训练通过内存映射取 batch=32，预取 1 批，保留不足 32 个的尾批。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6E756-C490-4CC6-96C4-C0FFF2F7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与上次数据逐文件核对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D9EEB-AADC-49DE-A669-8FC589C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数据目录：/Dataset2/dataset_bci_decode_kxy/data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核对源文件 SHA256、trial 标签、窗口起点与索引。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3F2F-15EA-4304-9317-4BD2299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GPU 分配上限为每进程 16 GiB，CUDA 上下文另有开销。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6B03-B5DC-46DF-A881-BAB7508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保存逐轮指标、配置、划分、checkpoint、源码快照与资源使用记录。</a:t>
            </a:r>
          </a:p>
        </p:txBody>
      </p:sp>
    </p:spTree>
    <p:extLst>
      <p:ext uri="{BB962C8B-B14F-4D97-AF65-F5344CB8AC3E}">
        <p14:creationId xmlns:p14="http://schemas.microsoft.com/office/powerpoint/2010/main" val="1041297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47F59-6AE3-4393-8F48-D04DCDD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最佳验证结果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06C71-026D-4EB3-B4B1-45E1239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EAD69-B286-4865-B824-5BAA0D2836DB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619250"/>
                <a:gridCol w="1952625"/>
                <a:gridCol w="1571625"/>
                <a:gridCol w="1714500"/>
                <a:gridCol w="20002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 / pp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55.88%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+10.29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0.6849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0.6433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58.82%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+7.35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0.6773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0.8100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64.71%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69.12%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+4.41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0.9824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0.7722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67.65%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79.41%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+11.76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0.6341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0.5113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C4A55-4160-4BE5-9B4E-3A7D2637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Acc 与 loss 均来自各自首次达到最高验证准确率的 checkpoint。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每组只有 1 次运行，没有独立测试集。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A9D09-8B16-4C1E-86D5-18A0955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pp 为百分点。验证集用于 checkpoint 选择，结果不能直接视为独立测试性能。</a:t>
            </a:r>
          </a:p>
        </p:txBody>
      </p:sp>
    </p:spTree>
    <p:extLst>
      <p:ext uri="{BB962C8B-B14F-4D97-AF65-F5344CB8AC3E}">
        <p14:creationId xmlns:p14="http://schemas.microsoft.com/office/powerpoint/2010/main" val="1129588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790CD-BC5C-4310-83BD-177938A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准确率与两种模型的差值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F5E71-8E7A-4565-AC53-FC3BA18F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BABB01E-4F69-40AA-9378-9BDC95735E5B}"/>
              </a:ext>
            </a:extLst>
          </p:cNvPr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5619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3bb7d2b2ea437f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8DCD553-A548-40D0-A3EB-01BABEE73BB6}"/>
              </a:ext>
            </a:extLst>
          </p:cNvPr>
          <p:cNvGraphicFramePr/>
          <p:nvPr/>
        </p:nvGraphicFramePr>
        <p:xfrm>
          <a:off xmlns:a="http://schemas.openxmlformats.org/drawingml/2006/main" x="6429375" y="1381125"/>
          <a:ext xmlns:a="http://schemas.openxmlformats.org/drawingml/2006/main" cx="52863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76b15c4ce2424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BD47C-EB33-4F6D-8D5F-BE7C414B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同一 S21 验证集：68 个窗口。单次运行不能估计重复实验方差或统计显著性。</a:t>
            </a:r>
          </a:p>
        </p:txBody>
      </p:sp>
    </p:spTree>
    <p:extLst>
      <p:ext uri="{BB962C8B-B14F-4D97-AF65-F5344CB8AC3E}">
        <p14:creationId xmlns:p14="http://schemas.microsoft.com/office/powerpoint/2010/main" val="1333616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F4B22-2EDB-4341-9A00-B413F4D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预训练最佳验证结果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3362C-796A-4481-90F6-894F379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27E5-E1BC-4AE9-8D90-B88133415F4B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000250"/>
                <a:gridCol w="2286000"/>
                <a:gridCol w="2000250"/>
                <a:gridCol w="23812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86.99%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88.13%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0.4893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0.4456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84.24%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82.48%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0.5724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0.5779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77.78%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79.74%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0.7016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0.6234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76.73%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77.17%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0.7065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0.6864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51AD7-8C06-46F9-9831-3295A572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同一组的两种模型使用相同预训练验证划分。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不同组的预训练验证被试范围不同，不能当作同一验证集。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C2F36-EF97-4DA5-891F-1D4B347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三人普通模型复用旧训练。其 shuffle 顺序与本轮 NumPy 全排列不同。</a:t>
            </a:r>
          </a:p>
        </p:txBody>
      </p:sp>
    </p:spTree>
    <p:extLst>
      <p:ext uri="{BB962C8B-B14F-4D97-AF65-F5344CB8AC3E}">
        <p14:creationId xmlns:p14="http://schemas.microsoft.com/office/powerpoint/2010/main" val="1920625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6DE6-1336-4B59-85DC-911FF96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S01/S02/S05：预训练曲线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4E782-3C40-4E85-A864-401E6C4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8CEE18A-EEC4-4554-8CCB-D70565564945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89fa6093f642cd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0DD9D64-055C-4B14-9CC3-27A663207D4F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c822dd624943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84E62-5560-44FD-AC28-E0A9890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372431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58152-AE41-4777-850E-B174180D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S01–S05：预训练曲线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B7932-6601-476F-9365-2F03457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B18B50F-370F-4785-B49B-F11A903C260E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1d6db519954ce2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E31CF8F-A0F0-4512-9009-CA9437A05991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05217be7344e1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31776-E32E-42DF-872A-4A639562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761837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0CA01-F6C9-4AFF-85C9-454609FF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S01–S10：预训练曲线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B44D2-7F8C-4EF2-A4E6-32AC8E9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8B9E44-EF21-4D8C-B20E-AD7153BEB2B6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5d3a43a7984360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93197B0-ECFE-4F04-9D81-A0CC499FF874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7daa51d44a410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1073E-C713-497E-B13C-A3F1991B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504552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28408-18DF-4EFC-91F6-4946AD6B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S01–S20：预训练曲线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FF659-9EF2-4729-8876-0364FFF5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C042F67-382C-4188-9E79-D8F151325FC1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3a7290d0c94076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F26FF6D-4478-4341-9237-7E4F9F9D2F9A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2f8860d19f49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70BBD-1D54-4ADC-ABA2-EFB3C6A1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19440472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59AA6-2E99-40FB-8758-C35A51D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S01/S02/S05：S21 微调曲线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F8F3E-BE76-4DAB-B184-7DEC518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59CA45-7519-43C1-B4E2-F74D06B0F7B7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9bc4ec704a4060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8C4939D-62FA-4892-9711-6CFFDAF397BE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13ed9ba0b4478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0A85C-913D-4EBD-AF2F-5B6492FB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13317343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9751-F719-4B61-B685-7F2880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S01–S05：S21 微调曲线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DCD79-0956-402C-A23F-0D336A36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DE134BB-5A56-4AC6-908F-2B0693F203CE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d6d466042946d1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D7D2B95-7839-4883-B718-02165FC099CC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377e11ca2647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2B27D-A2C2-4BA5-9DE6-782670A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1228988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C831-E0AD-4F51-BF98-38E9EC1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S01–S10：S21 微调曲线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52F84-DB8B-48E8-889F-625541B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8607459-2A78-4AC9-B072-F8DF96E36656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02951a3e74a5b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EFE82C1-82F6-4835-BA0F-6FE4DDAE32AD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a3f5f095b431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E40DB-8F2F-446A-A146-8D92C7A3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7451213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6E42F-A5A3-4E23-BA59-6BBC6E16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S01–S20：S21 微调曲线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59D2C-656D-4A12-B678-473BA84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5C11C9D-2CA7-4AE1-985A-78A8AD850259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a631a6328a458a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4E2C8F1-F2DD-493A-BD21-221270D45989}"/>
              </a:ext>
            </a:extLst>
          </p:cNvPr>
          <p:cNvGraphicFramePr/>
          <p:nvPr/>
        </p:nvGraphicFramePr>
        <p:xfrm>
          <a:off xmlns:a="http://schemas.openxmlformats.org/drawingml/2006/main" x="6381750" y="1285875"/>
          <a:ext xmlns:a="http://schemas.openxmlformats.org/drawingml/2006/main" cx="5619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dd099d64e42d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3B5EB-DF94-4144-9D0F-532A2DC3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深色为验证曲线，浅色为训练曲线。显示所有已完成 epoch，不进行平滑处理。</a:t>
            </a:r>
          </a:p>
        </p:txBody>
      </p:sp>
    </p:spTree>
    <p:extLst>
      <p:ext uri="{BB962C8B-B14F-4D97-AF65-F5344CB8AC3E}">
        <p14:creationId xmlns:p14="http://schemas.microsoft.com/office/powerpoint/2010/main" val="12829409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217CD-2854-41A9-9293-CABCFEB8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频带融合权重与宽带门控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4D296-0047-49A5-B6D6-CA3DA8FC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2BE6C-1EDF-4947-BE72-49A3FFF54AC8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  <a:gridCol w="1381125"/>
                <a:gridCol w="1381125"/>
                <a:gridCol w="1476375"/>
                <a:gridCol w="1476375"/>
                <a:gridCol w="1524000"/>
              </a:tblGrid>
              <a:tr h="444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4–8 Hz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8–13 Hz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13–30 Hz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30–40 Hz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宽带系数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0.225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0.209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0.155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0.228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0.211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0.280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0.280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0.241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0.206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0.271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0.230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0.241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0.206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0.270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0.230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0.239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0.285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0.239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0.285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0.222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0.278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0.253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0.224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0.276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0.367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EB6B2-C154-4064-991B-34C7B56D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这些是全局融合参数，不能直接解释为手指重要性。各子带独立标准化后不再保留绝对功率。</a:t>
            </a:r>
          </a:p>
        </p:txBody>
      </p:sp>
    </p:spTree>
    <p:extLst>
      <p:ext uri="{BB962C8B-B14F-4D97-AF65-F5344CB8AC3E}">
        <p14:creationId xmlns:p14="http://schemas.microsoft.com/office/powerpoint/2010/main" val="9274488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74D89-2CF0-4E2D-B8CA-64A6FFC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训练规模与资源记录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0DE85-2305-4E3A-8EE7-97A1426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E54CA-AF3D-497F-8853-66D01366B21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905000"/>
                <a:gridCol w="1905000"/>
                <a:gridCol w="1619250"/>
                <a:gridCol w="1619250"/>
                <a:gridCol w="16192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训练窗口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/ 残差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epoch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RSS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GiB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 RSS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GiB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 GPU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GiB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17,185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 / 85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未记录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18.40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28,056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/ 84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7.80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28.31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55,429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/ 82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12.63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52.74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108,111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 / 81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22.14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99.66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038AB-290C-44E8-86B7-A5189A17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人五平面缓存共 96.43 GiB。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RSS 包含模型、缓冲区和内存映射驻留页，GPU 为间隔 30 秒采样峰值。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B50BC-0004-4391-A575-F4D6A26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分批加载避免创建全量训练 Tensor。采样值可能遗漏瞬时峰值，CUDA 上下文计入 GPU 使用量。</a:t>
            </a:r>
          </a:p>
        </p:txBody>
      </p:sp>
    </p:spTree>
    <p:extLst>
      <p:ext uri="{BB962C8B-B14F-4D97-AF65-F5344CB8AC3E}">
        <p14:creationId xmlns:p14="http://schemas.microsoft.com/office/powerpoint/2010/main" val="1077347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B092-5E45-4D72-A98C-E4288AD0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结果解释与后续验证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D7383-13D3-4926-8B32-184CFF5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035CB-3C97-4E8A-91BD-01DEFCF2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本轮回答完整插件配置在 S21 上的表现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CA47B-A559-4E48-B318-26A2E71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频带划分、空间卷积、归一化、参数量与微调参数一起改变。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单独判断频带偏置或残差的贡献，需要对应消融实验。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A00D4-587D-416A-AF1C-C2C9829B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单随机种子和验证集选择限制了结论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7E6ED-B61F-4894-A5F8-17AD299D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需要多随机种子与独立测试集，才能评估稳定性及泛化。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扩大被试范围也增加了每轮优化步数，不能只归因于数据总量。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AEC5-5AFF-44FA-9B2B-B154D9E1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已核对 1924 个源文件与 16 个模型 checkpoint。</a:t>
            </a:r>
          </a:p>
          <a:p xmlns:a="http://schemas.openxmlformats.org/drawingml/2006/main">
            <a:pPr>
              <a:def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原始历史、模型、配置、划分和复算记录随实验目录保存。</a:t>
            </a:r>
          </a:p>
        </p:txBody>
      </p:sp>
    </p:spTree>
    <p:extLst>
      <p:ext uri="{BB962C8B-B14F-4D97-AF65-F5344CB8AC3E}">
        <p14:creationId xmlns:p14="http://schemas.microsoft.com/office/powerpoint/2010/main" val="1981975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2026-10-21T11:54:59.3190000Z</dcterms:created>
  <dcterms:modified xsi:type="dcterms:W3CDTF">2026-10-21T11:54:59.3190000Z</dcterms:modified>
</coreProperties>
</file>