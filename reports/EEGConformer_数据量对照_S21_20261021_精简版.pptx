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bb0078321c474e" /><Relationship Type="http://schemas.openxmlformats.org/officeDocument/2006/relationships/extended-properties" Target="/docProps/app.xml" Id="Re1b0260cd468440b" /><Relationship Type="http://schemas.openxmlformats.org/officeDocument/2006/relationships/officeDocument" Target="/ppt/presentation.xml" Id="Red31ea74dace46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ea3c520da74ff6"/>
  </p:sldMasterIdLst>
  <p:notesMasterIdLst>
    <p:notesMasterId xmlns:r="http://schemas.openxmlformats.org/officeDocument/2006/relationships" r:id="Raf606399f1a84c29"/>
  </p:notesMasterIdLst>
  <p:sldIdLst>
    <p:sldId xmlns:r="http://schemas.openxmlformats.org/officeDocument/2006/relationships" id="256" r:id="R588d8268567b426c"/>
    <p:sldId xmlns:r="http://schemas.openxmlformats.org/officeDocument/2006/relationships" id="257" r:id="Ra9ae77faaeca4d67"/>
    <p:sldId xmlns:r="http://schemas.openxmlformats.org/officeDocument/2006/relationships" id="258" r:id="R58ccf1ad27204123"/>
    <p:sldId xmlns:r="http://schemas.openxmlformats.org/officeDocument/2006/relationships" id="259" r:id="Rec3cf99edea94f78"/>
    <p:sldId xmlns:r="http://schemas.openxmlformats.org/officeDocument/2006/relationships" id="260" r:id="Re9a3351c0b9143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2307784f704271" /><Relationship Type="http://schemas.openxmlformats.org/officeDocument/2006/relationships/slideMaster" Target="/ppt/slideMasters/slideMaster1.xml" Id="Re1ea3c520da74ff6" /><Relationship Type="http://schemas.openxmlformats.org/officeDocument/2006/relationships/notesMaster" Target="/ppt/notesMasters/notesMaster1.xml" Id="Raf606399f1a84c29" /><Relationship Type="http://schemas.openxmlformats.org/officeDocument/2006/relationships/presProps" Target="/ppt/presProps.xml" Id="R03676f3311bf48d8" /><Relationship Type="http://schemas.openxmlformats.org/officeDocument/2006/relationships/tableStyles" Target="/ppt/tableStyles.xml" Id="Rffb5d6134d9e4fda" /><Relationship Type="http://schemas.openxmlformats.org/officeDocument/2006/relationships/slide" Target="/ppt/slides/slide1.xml" Id="R588d8268567b426c" /><Relationship Type="http://schemas.openxmlformats.org/officeDocument/2006/relationships/slide" Target="/ppt/slides/slide2.xml" Id="Ra9ae77faaeca4d67" /><Relationship Type="http://schemas.openxmlformats.org/officeDocument/2006/relationships/slide" Target="/ppt/slides/slide3.xml" Id="R58ccf1ad27204123" /><Relationship Type="http://schemas.openxmlformats.org/officeDocument/2006/relationships/slide" Target="/ppt/slides/slide4.xml" Id="Rec3cf99edea94f78" /><Relationship Type="http://schemas.openxmlformats.org/officeDocument/2006/relationships/slide" Target="/ppt/slides/slide5.xml" Id="Re9a3351c0b9143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53e4b9d47046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0a166d6a904b11" /><Relationship Type="http://schemas.openxmlformats.org/officeDocument/2006/relationships/notesMaster" Target="/ppt/notesMasters/notesMaster1.xml" Id="Rbd040105793d42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4099c29cdb4d15" /><Relationship Type="http://schemas.openxmlformats.org/officeDocument/2006/relationships/notesMaster" Target="/ppt/notesMasters/notesMaster1.xml" Id="Ree0e42a5fb4444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3057033c4145f6" /><Relationship Type="http://schemas.openxmlformats.org/officeDocument/2006/relationships/notesMaster" Target="/ppt/notesMasters/notesMaster1.xml" Id="Rdfd019c7264f40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072e8703214075" /><Relationship Type="http://schemas.openxmlformats.org/officeDocument/2006/relationships/notesMaster" Target="/ppt/notesMasters/notesMaster1.xml" Id="R35abd97364e143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2145d9e37c4247" /><Relationship Type="http://schemas.openxmlformats.org/officeDocument/2006/relationships/notesMaster" Target="/ppt/notesMasters/notesMaster1.xml" Id="R8e682036b43943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来源：E:/VSCode/Finger-BCI-Decoding-main/experiment_results/conformer_scaling_S21_20261021/protocol.json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来源：E:/VSCode/Finger-BCI-Decoding-main/experiment_results/conformer_scaling_S21_20261021/summary.json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来源：E:/VSCode/Finger-BCI-Decoding-main/experiment_results/conformer_scaling_S21_20261021/s20/pretrain.history.json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来源：E:/VSCode/Finger-BCI-Decoding-main/experiment_results/conformer_scaling_S21_20261021/s20/finetune.history.json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来源：E:/VSCode/Finger-BCI-Decoding-main/experiment_results/conformer_scaling_S21_20261021/REPORT.md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f3643f3bd43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77ea25f1c42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2801b75c449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be972122f40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f02f77a8243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b10a04a304c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E7E4AC-3687-45DB-8B9C-B716D17CDC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B781EF-A42A-4F43-ACD3-8A03E0F35E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6A7A62-907B-4797-924F-183E62D06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2D7C19-B60C-4AA9-B39A-878FD2BB6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7DF69A-8AF2-473A-A0E4-1E6D7654B3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52F925-BC46-47A8-9E0B-C9948B3752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7C41F4-55C2-492F-8924-B168FE5CAA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9642FF-0455-482C-A054-4C31E50C1E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48FD21-AAEA-4039-B126-AF7FAB24B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4EB640-7793-4F1F-A0CF-1907FDA623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d7913599b64edf" /><Relationship Type="http://schemas.openxmlformats.org/officeDocument/2006/relationships/slideLayout" Target="/ppt/slideLayouts/slideLayout1.xml" Id="R0db4229ba906415c" /><Relationship Type="http://schemas.openxmlformats.org/officeDocument/2006/relationships/slideLayout" Target="/ppt/slideLayouts/slideLayout2.xml" Id="Rec2f12b0f2d242ca" /><Relationship Type="http://schemas.openxmlformats.org/officeDocument/2006/relationships/slideLayout" Target="/ppt/slideLayouts/slideLayout3.xml" Id="R6a984b7fbf614381" /><Relationship Type="http://schemas.openxmlformats.org/officeDocument/2006/relationships/slideLayout" Target="/ppt/slideLayouts/slideLayout4.xml" Id="R6ad83318c4084e44" /><Relationship Type="http://schemas.openxmlformats.org/officeDocument/2006/relationships/slideLayout" Target="/ppt/slideLayouts/slideLayout5.xml" Id="R70b0a18951f54528" /><Relationship Type="http://schemas.openxmlformats.org/officeDocument/2006/relationships/slideLayout" Target="/ppt/slideLayouts/slideLayout6.xml" Id="R9ba1c723294240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b4229ba906415c"/>
    <p:sldLayoutId xmlns:r="http://schemas.openxmlformats.org/officeDocument/2006/relationships" id="2147483650" r:id="Rec2f12b0f2d242ca"/>
    <p:sldLayoutId xmlns:r="http://schemas.openxmlformats.org/officeDocument/2006/relationships" id="2147483651" r:id="R6a984b7fbf614381"/>
    <p:sldLayoutId xmlns:r="http://schemas.openxmlformats.org/officeDocument/2006/relationships" id="2147483652" r:id="R6ad83318c4084e44"/>
    <p:sldLayoutId xmlns:r="http://schemas.openxmlformats.org/officeDocument/2006/relationships" id="2147483653" r:id="R70b0a18951f54528"/>
    <p:sldLayoutId xmlns:r="http://schemas.openxmlformats.org/officeDocument/2006/relationships" id="2147483654" r:id="R9ba1c723294240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36a2be3bc4ecd" /><Relationship Type="http://schemas.openxmlformats.org/officeDocument/2006/relationships/notesSlide" Target="/ppt/notesSlides/notesSlide1.xml" Id="R79910c37785848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1e539f74994f2c" /><Relationship Type="http://schemas.openxmlformats.org/officeDocument/2006/relationships/chart" Target="/ppt/slides/charts/chart1.xml" Id="Ree6ad4f1063d40bb" /><Relationship Type="http://schemas.openxmlformats.org/officeDocument/2006/relationships/chart" Target="/ppt/slides/charts/chart2.xml" Id="R256dbae40abf402f" /><Relationship Type="http://schemas.openxmlformats.org/officeDocument/2006/relationships/notesSlide" Target="/ppt/notesSlides/notesSlide2.xml" Id="R34b2189fbde44d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230b600624415f" /><Relationship Type="http://schemas.openxmlformats.org/officeDocument/2006/relationships/chart" Target="/ppt/slides/charts/chart3.xml" Id="Rb520e2723bde4d92" /><Relationship Type="http://schemas.openxmlformats.org/officeDocument/2006/relationships/chart" Target="/ppt/slides/charts/chart4.xml" Id="Rb41a9886b19b4dd9" /><Relationship Type="http://schemas.openxmlformats.org/officeDocument/2006/relationships/notesSlide" Target="/ppt/notesSlides/notesSlide3.xml" Id="Rfb994e2e229040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ba4560f9b4460" /><Relationship Type="http://schemas.openxmlformats.org/officeDocument/2006/relationships/chart" Target="/ppt/slides/charts/chart5.xml" Id="Rf00eb5a42ff74b2f" /><Relationship Type="http://schemas.openxmlformats.org/officeDocument/2006/relationships/chart" Target="/ppt/slides/charts/chart6.xml" Id="Rf4951ca157894a8d" /><Relationship Type="http://schemas.openxmlformats.org/officeDocument/2006/relationships/notesSlide" Target="/ppt/notesSlides/notesSlide4.xml" Id="Rbd33716e89d341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7d22289194d0a" /><Relationship Type="http://schemas.openxmlformats.org/officeDocument/2006/relationships/notesSlide" Target="/ppt/notesSlides/notesSlide5.xml" Id="R06c067107eb5457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最佳验证 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532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377EB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3 人参考</c:v>
                </c:pt>
                <c:pt idx="1">
                  <c:v>5 人</c:v>
                </c:pt>
                <c:pt idx="2">
                  <c:v>10 人</c:v>
                </c:pt>
                <c:pt idx="3">
                  <c:v>20 人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0.5588235259</c:v>
                </c:pt>
                <c:pt idx="1">
                  <c:v>0.5882353187</c:v>
                </c:pt>
                <c:pt idx="2">
                  <c:v>0.6470588446</c:v>
                </c:pt>
                <c:pt idx="3">
                  <c:v>0.6764705777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对应验证 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532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Loss</c:v>
          </c:tx>
          <c:spPr>
            <a:solidFill xmlns:a="http://schemas.openxmlformats.org/drawingml/2006/main">
              <a:srgbClr val="8F64B5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3 人参考</c:v>
                </c:pt>
                <c:pt idx="1">
                  <c:v>5 人</c:v>
                </c:pt>
                <c:pt idx="2">
                  <c:v>10 人</c:v>
                </c:pt>
                <c:pt idx="3">
                  <c:v>20 人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0.6849280596</c:v>
                </c:pt>
                <c:pt idx="1">
                  <c:v>0.677292645</c:v>
                </c:pt>
                <c:pt idx="2">
                  <c:v>0.982352078</c:v>
                </c:pt>
                <c:pt idx="3">
                  <c:v>0.6341096163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验证 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532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3 人参考</c:v>
          </c:tx>
          <c:spPr>
            <a:ln xmlns:a="http://schemas.openxmlformats.org/drawingml/2006/main" w="25718">
              <a:solidFill>
                <a:srgbClr val="377EB8"/>
              </a:solidFill>
            </a:ln>
          </c:spPr>
          <c:marker>
            <c:symbol val="none"/>
          </c:marker>
          <c:xVal>
            <c:numRef>
              <c:f>'Chart Data'!$A$2:$A$85</c:f>
              <c:numCache>
                <c:formatCode>General</c:formatCode>
                <c:ptCount val="8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</c:numCache>
            </c:numRef>
          </c:xVal>
          <c:yVal>
            <c:numRef>
              <c:f>'Chart Data'!$B$2:$B$85</c:f>
              <c:numCache>
                <c:formatCode>0%</c:formatCode>
                <c:ptCount val="84"/>
                <c:pt idx="0">
                  <c:v>0.5020185113</c:v>
                </c:pt>
                <c:pt idx="1">
                  <c:v>0.7411541343</c:v>
                </c:pt>
                <c:pt idx="2">
                  <c:v>0.7929232717</c:v>
                </c:pt>
                <c:pt idx="3">
                  <c:v>0.836380899</c:v>
                </c:pt>
                <c:pt idx="4">
                  <c:v>0.7898361683</c:v>
                </c:pt>
                <c:pt idx="5">
                  <c:v>0.8335312009</c:v>
                </c:pt>
                <c:pt idx="6">
                  <c:v>0.8014723063</c:v>
                </c:pt>
                <c:pt idx="7">
                  <c:v>0.8468297124</c:v>
                </c:pt>
                <c:pt idx="8">
                  <c:v>0.8256946206</c:v>
                </c:pt>
                <c:pt idx="9">
                  <c:v>0.8546663523</c:v>
                </c:pt>
                <c:pt idx="10">
                  <c:v>0.8325813413</c:v>
                </c:pt>
                <c:pt idx="11">
                  <c:v>0.8475421667</c:v>
                </c:pt>
                <c:pt idx="12">
                  <c:v>0.8278318644</c:v>
                </c:pt>
                <c:pt idx="13">
                  <c:v>0.8473047018</c:v>
                </c:pt>
                <c:pt idx="14">
                  <c:v>0.8546663523</c:v>
                </c:pt>
                <c:pt idx="15">
                  <c:v>0.8589408398</c:v>
                </c:pt>
                <c:pt idx="16">
                  <c:v>0.836380899</c:v>
                </c:pt>
                <c:pt idx="17">
                  <c:v>0.8577535152</c:v>
                </c:pt>
                <c:pt idx="18">
                  <c:v>0.8356685042</c:v>
                </c:pt>
                <c:pt idx="19">
                  <c:v>0.8520541191</c:v>
                </c:pt>
                <c:pt idx="20">
                  <c:v>0.8575160503</c:v>
                </c:pt>
                <c:pt idx="21">
                  <c:v>0.8147708178</c:v>
                </c:pt>
                <c:pt idx="22">
                  <c:v>0.8375682831</c:v>
                </c:pt>
                <c:pt idx="23">
                  <c:v>0.8439800739</c:v>
                </c:pt>
                <c:pt idx="24">
                  <c:v>0.8520541191</c:v>
                </c:pt>
                <c:pt idx="25">
                  <c:v>0.8425552249</c:v>
                </c:pt>
                <c:pt idx="26">
                  <c:v>0.8556162715</c:v>
                </c:pt>
                <c:pt idx="27">
                  <c:v>0.8617905378</c:v>
                </c:pt>
                <c:pt idx="28">
                  <c:v>0.8413678408</c:v>
                </c:pt>
                <c:pt idx="29">
                  <c:v>0.7888862491</c:v>
                </c:pt>
                <c:pt idx="30">
                  <c:v>0.8480170965</c:v>
                </c:pt>
                <c:pt idx="31">
                  <c:v>0.8648777008</c:v>
                </c:pt>
                <c:pt idx="32">
                  <c:v>0.8617905378</c:v>
                </c:pt>
                <c:pt idx="33">
                  <c:v>0.8570410609</c:v>
                </c:pt>
                <c:pt idx="34">
                  <c:v>0.8601282239</c:v>
                </c:pt>
                <c:pt idx="35">
                  <c:v>0.8653526306</c:v>
                </c:pt>
                <c:pt idx="36">
                  <c:v>0.8663025498</c:v>
                </c:pt>
                <c:pt idx="37">
                  <c:v>0.862977922</c:v>
                </c:pt>
                <c:pt idx="38">
                  <c:v>0.8285442591</c:v>
                </c:pt>
                <c:pt idx="39">
                  <c:v>0.8679648638</c:v>
                </c:pt>
                <c:pt idx="40">
                  <c:v>0.8691522479</c:v>
                </c:pt>
                <c:pt idx="41">
                  <c:v>0.8313939571</c:v>
                </c:pt>
                <c:pt idx="42">
                  <c:v>0.8594158292</c:v>
                </c:pt>
                <c:pt idx="43">
                  <c:v>0.8570410609</c:v>
                </c:pt>
                <c:pt idx="44">
                  <c:v>0.8648777008</c:v>
                </c:pt>
                <c:pt idx="45">
                  <c:v>0.8698646426</c:v>
                </c:pt>
                <c:pt idx="46">
                  <c:v>0.8682023287</c:v>
                </c:pt>
                <c:pt idx="47">
                  <c:v>0.85846591</c:v>
                </c:pt>
                <c:pt idx="48">
                  <c:v>0.864402771</c:v>
                </c:pt>
                <c:pt idx="49">
                  <c:v>0.8544288874</c:v>
                </c:pt>
                <c:pt idx="50">
                  <c:v>0.8596532941</c:v>
                </c:pt>
                <c:pt idx="51">
                  <c:v>0.86582762</c:v>
                </c:pt>
                <c:pt idx="52">
                  <c:v>0.8684397936</c:v>
                </c:pt>
                <c:pt idx="53">
                  <c:v>0.8620280027</c:v>
                </c:pt>
                <c:pt idx="54">
                  <c:v>0.8610781431</c:v>
                </c:pt>
                <c:pt idx="55">
                  <c:v>0.8549038172</c:v>
                </c:pt>
                <c:pt idx="56">
                  <c:v>0.8527665734</c:v>
                </c:pt>
                <c:pt idx="57">
                  <c:v>0.8399429917</c:v>
                </c:pt>
                <c:pt idx="58">
                  <c:v>0.8439800739</c:v>
                </c:pt>
                <c:pt idx="59">
                  <c:v>0.8513417244</c:v>
                </c:pt>
                <c:pt idx="60">
                  <c:v>0.8606031537</c:v>
                </c:pt>
                <c:pt idx="61">
                  <c:v>0.8689147234</c:v>
                </c:pt>
                <c:pt idx="62">
                  <c:v>0.8582284451</c:v>
                </c:pt>
                <c:pt idx="63">
                  <c:v>0.8527665734</c:v>
                </c:pt>
                <c:pt idx="64">
                  <c:v>0.8539539576</c:v>
                </c:pt>
                <c:pt idx="65">
                  <c:v>0.8449299335</c:v>
                </c:pt>
                <c:pt idx="66">
                  <c:v>0.8525291085</c:v>
                </c:pt>
                <c:pt idx="67">
                  <c:v>0.8684397936</c:v>
                </c:pt>
                <c:pt idx="68">
                  <c:v>0.8532415032</c:v>
                </c:pt>
                <c:pt idx="69">
                  <c:v>0.8539539576</c:v>
                </c:pt>
                <c:pt idx="70">
                  <c:v>0.856803596</c:v>
                </c:pt>
                <c:pt idx="71">
                  <c:v>0.8508667946</c:v>
                </c:pt>
                <c:pt idx="72">
                  <c:v>0.8617905378</c:v>
                </c:pt>
                <c:pt idx="73">
                  <c:v>0.864402771</c:v>
                </c:pt>
                <c:pt idx="74">
                  <c:v>0.8546663523</c:v>
                </c:pt>
                <c:pt idx="75">
                  <c:v>0.8603656888</c:v>
                </c:pt>
                <c:pt idx="76">
                  <c:v>0.8606031537</c:v>
                </c:pt>
                <c:pt idx="77">
                  <c:v>0.8511042595</c:v>
                </c:pt>
                <c:pt idx="78">
                  <c:v>0.8539539576</c:v>
                </c:pt>
                <c:pt idx="79">
                  <c:v>0.8482545614</c:v>
                </c:pt>
                <c:pt idx="80">
                  <c:v>0.8532415032</c:v>
                </c:pt>
                <c:pt idx="81">
                  <c:v>0.8546663523</c:v>
                </c:pt>
                <c:pt idx="82">
                  <c:v>0.86582762</c:v>
                </c:pt>
                <c:pt idx="83">
                  <c:v>0.8665400147</c:v>
                </c:pt>
              </c:numCache>
            </c:numRef>
          </c:yVal>
          <c:smooth val="0"/>
        </c:ser>
        <c:ser>
          <c:idx val="1"/>
          <c:order val="1"/>
          <c:tx>
            <c:v>5 人</c:v>
          </c:tx>
          <c:spPr>
            <a:ln xmlns:a="http://schemas.openxmlformats.org/drawingml/2006/main" w="25718">
              <a:solidFill>
                <a:srgbClr val="DF7E2A"/>
              </a:solidFill>
            </a:ln>
          </c:spPr>
          <c:marker>
            <c:symbol val="none"/>
          </c:marker>
          <c:xVal>
            <c:numRef>
              <c:f>'Chart Data'!$C$2:$C$83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Data'!$D$2:$D$83</c:f>
              <c:numCache>
                <c:formatCode>0%</c:formatCode>
                <c:ptCount val="82"/>
                <c:pt idx="0">
                  <c:v>0.6687907577</c:v>
                </c:pt>
                <c:pt idx="1">
                  <c:v>0.7707458138</c:v>
                </c:pt>
                <c:pt idx="2">
                  <c:v>0.7330919504</c:v>
                </c:pt>
                <c:pt idx="3">
                  <c:v>0.7871108055</c:v>
                </c:pt>
                <c:pt idx="4">
                  <c:v>0.7772628665</c:v>
                </c:pt>
                <c:pt idx="5">
                  <c:v>0.7965242863</c:v>
                </c:pt>
                <c:pt idx="6">
                  <c:v>0.7845039964</c:v>
                </c:pt>
                <c:pt idx="7">
                  <c:v>0.753077507</c:v>
                </c:pt>
                <c:pt idx="8">
                  <c:v>0.7998551726</c:v>
                </c:pt>
                <c:pt idx="9">
                  <c:v>0.7992758751</c:v>
                </c:pt>
                <c:pt idx="10">
                  <c:v>0.8081100583</c:v>
                </c:pt>
                <c:pt idx="11">
                  <c:v>0.8097031116</c:v>
                </c:pt>
                <c:pt idx="12">
                  <c:v>0.8002896309</c:v>
                </c:pt>
                <c:pt idx="13">
                  <c:v>0.7995655537</c:v>
                </c:pt>
                <c:pt idx="14">
                  <c:v>0.8049239516</c:v>
                </c:pt>
                <c:pt idx="15">
                  <c:v>0.806227386</c:v>
                </c:pt>
                <c:pt idx="16">
                  <c:v>0.8031861186</c:v>
                </c:pt>
                <c:pt idx="17">
                  <c:v>0.8179579973</c:v>
                </c:pt>
                <c:pt idx="18">
                  <c:v>0.8076756001</c:v>
                </c:pt>
                <c:pt idx="19">
                  <c:v>0.7885590196</c:v>
                </c:pt>
                <c:pt idx="20">
                  <c:v>0.7934829593</c:v>
                </c:pt>
                <c:pt idx="21">
                  <c:v>0.8249095082</c:v>
                </c:pt>
                <c:pt idx="22">
                  <c:v>0.8104272485</c:v>
                </c:pt>
                <c:pt idx="23">
                  <c:v>0.8236060739</c:v>
                </c:pt>
                <c:pt idx="24">
                  <c:v>0.8037654161</c:v>
                </c:pt>
                <c:pt idx="25">
                  <c:v>0.8102824092</c:v>
                </c:pt>
                <c:pt idx="26">
                  <c:v>0.8311368823</c:v>
                </c:pt>
                <c:pt idx="27">
                  <c:v>0.8234612346</c:v>
                </c:pt>
                <c:pt idx="28">
                  <c:v>0.7527878284</c:v>
                </c:pt>
                <c:pt idx="29">
                  <c:v>0.8269370198</c:v>
                </c:pt>
                <c:pt idx="30">
                  <c:v>0.8263577223</c:v>
                </c:pt>
                <c:pt idx="31">
                  <c:v>0.7988414168</c:v>
                </c:pt>
                <c:pt idx="32">
                  <c:v>0.8218682408</c:v>
                </c:pt>
                <c:pt idx="33">
                  <c:v>0.8280955553</c:v>
                </c:pt>
                <c:pt idx="34">
                  <c:v>0.8118754625</c:v>
                </c:pt>
                <c:pt idx="35">
                  <c:v>0.8220130205</c:v>
                </c:pt>
                <c:pt idx="36">
                  <c:v>0.8228819966</c:v>
                </c:pt>
                <c:pt idx="37">
                  <c:v>0.8056480885</c:v>
                </c:pt>
                <c:pt idx="38">
                  <c:v>0.8165097833</c:v>
                </c:pt>
                <c:pt idx="39">
                  <c:v>0.8301231265</c:v>
                </c:pt>
                <c:pt idx="40">
                  <c:v>0.8128892183</c:v>
                </c:pt>
                <c:pt idx="41">
                  <c:v>0.8263577223</c:v>
                </c:pt>
                <c:pt idx="42">
                  <c:v>0.8243302107</c:v>
                </c:pt>
                <c:pt idx="43">
                  <c:v>0.8205648065</c:v>
                </c:pt>
                <c:pt idx="44">
                  <c:v>0.8379434943</c:v>
                </c:pt>
                <c:pt idx="45">
                  <c:v>0.8231716156</c:v>
                </c:pt>
                <c:pt idx="46">
                  <c:v>0.8241853714</c:v>
                </c:pt>
                <c:pt idx="47">
                  <c:v>0.8364952803</c:v>
                </c:pt>
                <c:pt idx="48">
                  <c:v>0.8286748528</c:v>
                </c:pt>
                <c:pt idx="49">
                  <c:v>0.8156408668</c:v>
                </c:pt>
                <c:pt idx="50">
                  <c:v>0.8263577223</c:v>
                </c:pt>
                <c:pt idx="51">
                  <c:v>0.8302679062</c:v>
                </c:pt>
                <c:pt idx="52">
                  <c:v>0.821144104</c:v>
                </c:pt>
                <c:pt idx="53">
                  <c:v>0.825923264</c:v>
                </c:pt>
                <c:pt idx="54">
                  <c:v>0.8333091736</c:v>
                </c:pt>
                <c:pt idx="55">
                  <c:v>0.8257784247</c:v>
                </c:pt>
                <c:pt idx="56">
                  <c:v>0.8081100583</c:v>
                </c:pt>
                <c:pt idx="57">
                  <c:v>0.8185372949</c:v>
                </c:pt>
                <c:pt idx="58">
                  <c:v>0.8140478134</c:v>
                </c:pt>
                <c:pt idx="59">
                  <c:v>0.8208544254</c:v>
                </c:pt>
                <c:pt idx="60">
                  <c:v>0.8353366852</c:v>
                </c:pt>
                <c:pt idx="61">
                  <c:v>0.834612608</c:v>
                </c:pt>
                <c:pt idx="62">
                  <c:v>0.8364952803</c:v>
                </c:pt>
                <c:pt idx="63">
                  <c:v>0.8314265013</c:v>
                </c:pt>
                <c:pt idx="64">
                  <c:v>0.8337436914</c:v>
                </c:pt>
                <c:pt idx="65">
                  <c:v>0.8344677687</c:v>
                </c:pt>
                <c:pt idx="66">
                  <c:v>0.8349022269</c:v>
                </c:pt>
                <c:pt idx="67">
                  <c:v>0.8349022269</c:v>
                </c:pt>
                <c:pt idx="68">
                  <c:v>0.8424330354</c:v>
                </c:pt>
                <c:pt idx="69">
                  <c:v>0.8351919055</c:v>
                </c:pt>
                <c:pt idx="70">
                  <c:v>0.830992043</c:v>
                </c:pt>
                <c:pt idx="71">
                  <c:v>0.8324402571</c:v>
                </c:pt>
                <c:pt idx="72">
                  <c:v>0.8246198297</c:v>
                </c:pt>
                <c:pt idx="73">
                  <c:v>0.8379434943</c:v>
                </c:pt>
                <c:pt idx="74">
                  <c:v>0.8373642564</c:v>
                </c:pt>
                <c:pt idx="75">
                  <c:v>0.8349022269</c:v>
                </c:pt>
                <c:pt idx="76">
                  <c:v>0.8302679062</c:v>
                </c:pt>
                <c:pt idx="77">
                  <c:v>0.830992043</c:v>
                </c:pt>
                <c:pt idx="78">
                  <c:v>0.8366401196</c:v>
                </c:pt>
                <c:pt idx="79">
                  <c:v>0.8328747153</c:v>
                </c:pt>
                <c:pt idx="80">
                  <c:v>0.8334540129</c:v>
                </c:pt>
                <c:pt idx="81">
                  <c:v>0.8265025616</c:v>
                </c:pt>
              </c:numCache>
            </c:numRef>
          </c:yVal>
          <c:smooth val="0"/>
        </c:ser>
        <c:ser>
          <c:idx val="2"/>
          <c:order val="2"/>
          <c:tx>
            <c:v>10 人</c:v>
          </c:tx>
          <c:spPr>
            <a:ln xmlns:a="http://schemas.openxmlformats.org/drawingml/2006/main" w="25718">
              <a:solidFill>
                <a:srgbClr val="4A9849"/>
              </a:solidFill>
            </a:ln>
          </c:spPr>
          <c:marker>
            <c:symbol val="none"/>
          </c:marker>
          <c:xVal>
            <c:numRef>
              <c:f>'Chart Data'!$E$2:$E$83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Data'!$F$2:$F$83</c:f>
              <c:numCache>
                <c:formatCode>0%</c:formatCode>
                <c:ptCount val="82"/>
                <c:pt idx="0">
                  <c:v>0.7230609059</c:v>
                </c:pt>
                <c:pt idx="1">
                  <c:v>0.7481222749</c:v>
                </c:pt>
                <c:pt idx="2">
                  <c:v>0.758682251</c:v>
                </c:pt>
                <c:pt idx="3">
                  <c:v>0.743437171</c:v>
                </c:pt>
                <c:pt idx="4">
                  <c:v>0.737859726</c:v>
                </c:pt>
                <c:pt idx="5">
                  <c:v>0.7505763173</c:v>
                </c:pt>
                <c:pt idx="6">
                  <c:v>0.7150293589</c:v>
                </c:pt>
                <c:pt idx="7">
                  <c:v>0.7545921206</c:v>
                </c:pt>
                <c:pt idx="8">
                  <c:v>0.731687367</c:v>
                </c:pt>
                <c:pt idx="9">
                  <c:v>0.7560794353</c:v>
                </c:pt>
                <c:pt idx="10">
                  <c:v>0.7589053512</c:v>
                </c:pt>
                <c:pt idx="11">
                  <c:v>0.7499070168</c:v>
                </c:pt>
                <c:pt idx="12">
                  <c:v>0.743362844</c:v>
                </c:pt>
                <c:pt idx="13">
                  <c:v>0.7514687181</c:v>
                </c:pt>
                <c:pt idx="14">
                  <c:v>0.7533279061</c:v>
                </c:pt>
                <c:pt idx="15">
                  <c:v>0.7540715337</c:v>
                </c:pt>
                <c:pt idx="16">
                  <c:v>0.7555588484</c:v>
                </c:pt>
                <c:pt idx="17">
                  <c:v>0.7584591508</c:v>
                </c:pt>
                <c:pt idx="18">
                  <c:v>0.7371160984</c:v>
                </c:pt>
                <c:pt idx="19">
                  <c:v>0.7624748945</c:v>
                </c:pt>
                <c:pt idx="20">
                  <c:v>0.7564512491</c:v>
                </c:pt>
                <c:pt idx="21">
                  <c:v>0.7760838866</c:v>
                </c:pt>
                <c:pt idx="22">
                  <c:v>0.7380828261</c:v>
                </c:pt>
                <c:pt idx="23">
                  <c:v>0.7645571232</c:v>
                </c:pt>
                <c:pt idx="24">
                  <c:v>0.7591284513</c:v>
                </c:pt>
                <c:pt idx="25">
                  <c:v>0.7351825833</c:v>
                </c:pt>
                <c:pt idx="26">
                  <c:v>0.7211273909</c:v>
                </c:pt>
                <c:pt idx="27">
                  <c:v>0.7641109824</c:v>
                </c:pt>
                <c:pt idx="28">
                  <c:v>0.7405369282</c:v>
                </c:pt>
                <c:pt idx="29">
                  <c:v>0.764259696</c:v>
                </c:pt>
                <c:pt idx="30">
                  <c:v>0.7633672953</c:v>
                </c:pt>
                <c:pt idx="31">
                  <c:v>0.7553357482</c:v>
                </c:pt>
                <c:pt idx="32">
                  <c:v>0.7708038688</c:v>
                </c:pt>
                <c:pt idx="33">
                  <c:v>0.7656726241</c:v>
                </c:pt>
                <c:pt idx="34">
                  <c:v>0.7651520967</c:v>
                </c:pt>
                <c:pt idx="35">
                  <c:v>0.7654495239</c:v>
                </c:pt>
                <c:pt idx="36">
                  <c:v>0.7777943015</c:v>
                </c:pt>
                <c:pt idx="37">
                  <c:v>0.7432884574</c:v>
                </c:pt>
                <c:pt idx="38">
                  <c:v>0.7725143433</c:v>
                </c:pt>
                <c:pt idx="39">
                  <c:v>0.7776455879</c:v>
                </c:pt>
                <c:pt idx="40">
                  <c:v>0.771026969</c:v>
                </c:pt>
                <c:pt idx="41">
                  <c:v>0.7763813734</c:v>
                </c:pt>
                <c:pt idx="42">
                  <c:v>0.7687216401</c:v>
                </c:pt>
                <c:pt idx="43">
                  <c:v>0.7656726241</c:v>
                </c:pt>
                <c:pt idx="44">
                  <c:v>0.770432055</c:v>
                </c:pt>
                <c:pt idx="45">
                  <c:v>0.7599464655</c:v>
                </c:pt>
                <c:pt idx="46">
                  <c:v>0.7507250905</c:v>
                </c:pt>
                <c:pt idx="47">
                  <c:v>0.7683498263</c:v>
                </c:pt>
                <c:pt idx="48">
                  <c:v>0.7621774077</c:v>
                </c:pt>
                <c:pt idx="49">
                  <c:v>0.7564512491</c:v>
                </c:pt>
                <c:pt idx="50">
                  <c:v>0.7532535195</c:v>
                </c:pt>
                <c:pt idx="51">
                  <c:v>0.769837141</c:v>
                </c:pt>
                <c:pt idx="52">
                  <c:v>0.7669368386</c:v>
                </c:pt>
                <c:pt idx="53">
                  <c:v>0.764334023</c:v>
                </c:pt>
                <c:pt idx="54">
                  <c:v>0.7680523396</c:v>
                </c:pt>
                <c:pt idx="55">
                  <c:v>0.7480478883</c:v>
                </c:pt>
                <c:pt idx="56">
                  <c:v>0.7592771649</c:v>
                </c:pt>
                <c:pt idx="57">
                  <c:v>0.7597977519</c:v>
                </c:pt>
                <c:pt idx="58">
                  <c:v>0.7713988423</c:v>
                </c:pt>
                <c:pt idx="59">
                  <c:v>0.7264817357</c:v>
                </c:pt>
                <c:pt idx="60">
                  <c:v>0.7687960267</c:v>
                </c:pt>
                <c:pt idx="61">
                  <c:v>0.7607644796</c:v>
                </c:pt>
                <c:pt idx="62">
                  <c:v>0.7638134956</c:v>
                </c:pt>
                <c:pt idx="63">
                  <c:v>0.764334023</c:v>
                </c:pt>
                <c:pt idx="64">
                  <c:v>0.7687960267</c:v>
                </c:pt>
                <c:pt idx="65">
                  <c:v>0.7576411366</c:v>
                </c:pt>
                <c:pt idx="66">
                  <c:v>0.767308712</c:v>
                </c:pt>
                <c:pt idx="67">
                  <c:v>0.7644084096</c:v>
                </c:pt>
                <c:pt idx="68">
                  <c:v>0.7721424699</c:v>
                </c:pt>
                <c:pt idx="69">
                  <c:v>0.7653751969</c:v>
                </c:pt>
                <c:pt idx="70">
                  <c:v>0.7725143433</c:v>
                </c:pt>
                <c:pt idx="71">
                  <c:v>0.7737785578</c:v>
                </c:pt>
                <c:pt idx="72">
                  <c:v>0.761805594</c:v>
                </c:pt>
                <c:pt idx="73">
                  <c:v>0.7568230629</c:v>
                </c:pt>
                <c:pt idx="74">
                  <c:v>0.7683498263</c:v>
                </c:pt>
                <c:pt idx="75">
                  <c:v>0.7668625116</c:v>
                </c:pt>
                <c:pt idx="76">
                  <c:v>0.7675318122</c:v>
                </c:pt>
                <c:pt idx="77">
                  <c:v>0.7650033236</c:v>
                </c:pt>
                <c:pt idx="78">
                  <c:v>0.7609875798</c:v>
                </c:pt>
                <c:pt idx="79">
                  <c:v>0.7678292394</c:v>
                </c:pt>
                <c:pt idx="80">
                  <c:v>0.7669368386</c:v>
                </c:pt>
                <c:pt idx="81">
                  <c:v>0.766788125</c:v>
                </c:pt>
              </c:numCache>
            </c:numRef>
          </c:yVal>
          <c:smooth val="0"/>
        </c:ser>
        <c:ser>
          <c:idx val="3"/>
          <c:order val="3"/>
          <c:tx>
            <c:v>20 人</c:v>
          </c:tx>
          <c:spPr>
            <a:ln xmlns:a="http://schemas.openxmlformats.org/drawingml/2006/main" w="25718">
              <a:solidFill>
                <a:srgbClr val="8F64B5"/>
              </a:solidFill>
            </a:ln>
          </c:spPr>
          <c:marker>
            <c:symbol val="none"/>
          </c:marker>
          <c:xVal>
            <c:numRef>
              <c:f>'Chart Data'!$G$2:$G$84</c:f>
              <c:numCache>
                <c:formatCode>General</c:formatCode>
                <c:ptCount val="8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</c:numCache>
            </c:numRef>
          </c:xVal>
          <c:yVal>
            <c:numRef>
              <c:f>'Chart Data'!$H$2:$H$84</c:f>
              <c:numCache>
                <c:formatCode>0%</c:formatCode>
                <c:ptCount val="83"/>
                <c:pt idx="0">
                  <c:v>0.6933158636</c:v>
                </c:pt>
                <c:pt idx="1">
                  <c:v>0.7223740816</c:v>
                </c:pt>
                <c:pt idx="2">
                  <c:v>0.7290769815</c:v>
                </c:pt>
                <c:pt idx="3">
                  <c:v>0.7220745087</c:v>
                </c:pt>
                <c:pt idx="4">
                  <c:v>0.7098296285</c:v>
                </c:pt>
                <c:pt idx="5">
                  <c:v>0.7450290322</c:v>
                </c:pt>
                <c:pt idx="6">
                  <c:v>0.727766335</c:v>
                </c:pt>
                <c:pt idx="7">
                  <c:v>0.7381763458</c:v>
                </c:pt>
                <c:pt idx="8">
                  <c:v>0.7355176806</c:v>
                </c:pt>
                <c:pt idx="9">
                  <c:v>0.7448043227</c:v>
                </c:pt>
                <c:pt idx="10">
                  <c:v>0.745141387</c:v>
                </c:pt>
                <c:pt idx="11">
                  <c:v>0.7547650337</c:v>
                </c:pt>
                <c:pt idx="12">
                  <c:v>0.7317730784</c:v>
                </c:pt>
                <c:pt idx="13">
                  <c:v>0.7477251291</c:v>
                </c:pt>
                <c:pt idx="14">
                  <c:v>0.7316607237</c:v>
                </c:pt>
                <c:pt idx="15">
                  <c:v>0.7293016315</c:v>
                </c:pt>
                <c:pt idx="16">
                  <c:v>0.7616176605</c:v>
                </c:pt>
                <c:pt idx="17">
                  <c:v>0.7457404733</c:v>
                </c:pt>
                <c:pt idx="18">
                  <c:v>0.7313611507</c:v>
                </c:pt>
                <c:pt idx="19">
                  <c:v>0.7281033397</c:v>
                </c:pt>
                <c:pt idx="20">
                  <c:v>0.7464894056</c:v>
                </c:pt>
                <c:pt idx="21">
                  <c:v>0.7395993471</c:v>
                </c:pt>
                <c:pt idx="22">
                  <c:v>0.7546901107</c:v>
                </c:pt>
                <c:pt idx="23">
                  <c:v>0.7493727803</c:v>
                </c:pt>
                <c:pt idx="24">
                  <c:v>0.7535293102</c:v>
                </c:pt>
                <c:pt idx="25">
                  <c:v>0.7405354977</c:v>
                </c:pt>
                <c:pt idx="26">
                  <c:v>0.7542407513</c:v>
                </c:pt>
                <c:pt idx="27">
                  <c:v>0.7562254071</c:v>
                </c:pt>
                <c:pt idx="28">
                  <c:v>0.7598202825</c:v>
                </c:pt>
                <c:pt idx="29">
                  <c:v>0.7430818081</c:v>
                </c:pt>
                <c:pt idx="30">
                  <c:v>0.7509829402</c:v>
                </c:pt>
                <c:pt idx="31">
                  <c:v>0.7512825131</c:v>
                </c:pt>
                <c:pt idx="32">
                  <c:v>0.7275416851</c:v>
                </c:pt>
                <c:pt idx="33">
                  <c:v>0.7557760477</c:v>
                </c:pt>
                <c:pt idx="34">
                  <c:v>0.7552518249</c:v>
                </c:pt>
                <c:pt idx="35">
                  <c:v>0.750870645</c:v>
                </c:pt>
                <c:pt idx="36">
                  <c:v>0.7396367788</c:v>
                </c:pt>
                <c:pt idx="37">
                  <c:v>0.7539037466</c:v>
                </c:pt>
                <c:pt idx="38">
                  <c:v>0.7673094869</c:v>
                </c:pt>
                <c:pt idx="39">
                  <c:v>0.7456656098</c:v>
                </c:pt>
                <c:pt idx="40">
                  <c:v>0.758210063</c:v>
                </c:pt>
                <c:pt idx="41">
                  <c:v>0.7598202825</c:v>
                </c:pt>
                <c:pt idx="42">
                  <c:v>0.7612806559</c:v>
                </c:pt>
                <c:pt idx="43">
                  <c:v>0.7573488355</c:v>
                </c:pt>
                <c:pt idx="44">
                  <c:v>0.7621044517</c:v>
                </c:pt>
                <c:pt idx="45">
                  <c:v>0.7634150982</c:v>
                </c:pt>
                <c:pt idx="46">
                  <c:v>0.7569369078</c:v>
                </c:pt>
                <c:pt idx="47">
                  <c:v>0.7563003302</c:v>
                </c:pt>
                <c:pt idx="48">
                  <c:v>0.760756433</c:v>
                </c:pt>
                <c:pt idx="49">
                  <c:v>0.7609810829</c:v>
                </c:pt>
                <c:pt idx="50">
                  <c:v>0.751095295</c:v>
                </c:pt>
                <c:pt idx="51">
                  <c:v>0.7481744885</c:v>
                </c:pt>
                <c:pt idx="52">
                  <c:v>0.7579854131</c:v>
                </c:pt>
                <c:pt idx="53">
                  <c:v>0.7549896836</c:v>
                </c:pt>
                <c:pt idx="54">
                  <c:v>0.7506085038</c:v>
                </c:pt>
                <c:pt idx="55">
                  <c:v>0.7505335808</c:v>
                </c:pt>
                <c:pt idx="56">
                  <c:v>0.7591087818</c:v>
                </c:pt>
                <c:pt idx="57">
                  <c:v>0.7476502657</c:v>
                </c:pt>
                <c:pt idx="58">
                  <c:v>0.7588841319</c:v>
                </c:pt>
                <c:pt idx="59">
                  <c:v>0.7615427971</c:v>
                </c:pt>
                <c:pt idx="60">
                  <c:v>0.759296</c:v>
                </c:pt>
                <c:pt idx="61">
                  <c:v>0.7585096359</c:v>
                </c:pt>
                <c:pt idx="62">
                  <c:v>0.743381381</c:v>
                </c:pt>
                <c:pt idx="63">
                  <c:v>0.7597827911</c:v>
                </c:pt>
                <c:pt idx="64">
                  <c:v>0.7611308694</c:v>
                </c:pt>
                <c:pt idx="65">
                  <c:v>0.7538663149</c:v>
                </c:pt>
                <c:pt idx="66">
                  <c:v>0.7554016113</c:v>
                </c:pt>
                <c:pt idx="67">
                  <c:v>0.761056006</c:v>
                </c:pt>
                <c:pt idx="68">
                  <c:v>0.7577981949</c:v>
                </c:pt>
                <c:pt idx="69">
                  <c:v>0.755813539</c:v>
                </c:pt>
                <c:pt idx="70">
                  <c:v>0.7574236989</c:v>
                </c:pt>
                <c:pt idx="71">
                  <c:v>0.7592211366</c:v>
                </c:pt>
                <c:pt idx="72">
                  <c:v>0.7609810829</c:v>
                </c:pt>
                <c:pt idx="73">
                  <c:v>0.757124126</c:v>
                </c:pt>
                <c:pt idx="74">
                  <c:v>0.7605691552</c:v>
                </c:pt>
                <c:pt idx="75">
                  <c:v>0.7596330047</c:v>
                </c:pt>
                <c:pt idx="76">
                  <c:v>0.7586968541</c:v>
                </c:pt>
                <c:pt idx="77">
                  <c:v>0.7594083548</c:v>
                </c:pt>
                <c:pt idx="78">
                  <c:v>0.7634150982</c:v>
                </c:pt>
                <c:pt idx="79">
                  <c:v>0.7586594224</c:v>
                </c:pt>
                <c:pt idx="80">
                  <c:v>0.7576109171</c:v>
                </c:pt>
                <c:pt idx="81">
                  <c:v>0.7583972812</c:v>
                </c:pt>
                <c:pt idx="82">
                  <c:v>0.7524808049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95"/>
          <c:min val="0.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验证 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532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3 人参考</c:v>
          </c:tx>
          <c:spPr>
            <a:ln xmlns:a="http://schemas.openxmlformats.org/drawingml/2006/main" w="25718">
              <a:solidFill>
                <a:srgbClr val="377EB8"/>
              </a:solidFill>
            </a:ln>
          </c:spPr>
          <c:marker>
            <c:symbol val="none"/>
          </c:marker>
          <c:xVal>
            <c:numRef>
              <c:f>'Chart Data'!$A$2:$A$85</c:f>
              <c:numCache>
                <c:formatCode>General</c:formatCode>
                <c:ptCount val="8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</c:numCache>
            </c:numRef>
          </c:xVal>
          <c:yVal>
            <c:numRef>
              <c:f>'Chart Data'!$B$2:$B$85</c:f>
              <c:numCache>
                <c:formatCode>0.0</c:formatCode>
                <c:ptCount val="84"/>
                <c:pt idx="0">
                  <c:v>0.6901740432</c:v>
                </c:pt>
                <c:pt idx="1">
                  <c:v>0.5490297675</c:v>
                </c:pt>
                <c:pt idx="2">
                  <c:v>0.5409748554</c:v>
                </c:pt>
                <c:pt idx="3">
                  <c:v>0.4685361087</c:v>
                </c:pt>
                <c:pt idx="4">
                  <c:v>0.5549173355</c:v>
                </c:pt>
                <c:pt idx="5">
                  <c:v>0.5011158586</c:v>
                </c:pt>
                <c:pt idx="6">
                  <c:v>0.5803985</c:v>
                </c:pt>
                <c:pt idx="7">
                  <c:v>0.498128742</c:v>
                </c:pt>
                <c:pt idx="8">
                  <c:v>0.532232523</c:v>
                </c:pt>
                <c:pt idx="9">
                  <c:v>0.4998286664</c:v>
                </c:pt>
                <c:pt idx="10">
                  <c:v>0.5376839638</c:v>
                </c:pt>
                <c:pt idx="11">
                  <c:v>0.5045223236</c:v>
                </c:pt>
                <c:pt idx="12">
                  <c:v>0.5491425395</c:v>
                </c:pt>
                <c:pt idx="13">
                  <c:v>0.5022379756</c:v>
                </c:pt>
                <c:pt idx="14">
                  <c:v>0.4937508404</c:v>
                </c:pt>
                <c:pt idx="15">
                  <c:v>0.4859579504</c:v>
                </c:pt>
                <c:pt idx="16">
                  <c:v>0.5526806116</c:v>
                </c:pt>
                <c:pt idx="17">
                  <c:v>0.5004617572</c:v>
                </c:pt>
                <c:pt idx="18">
                  <c:v>0.5425252318</c:v>
                </c:pt>
                <c:pt idx="19">
                  <c:v>0.5141018033</c:v>
                </c:pt>
                <c:pt idx="20">
                  <c:v>0.5232024789</c:v>
                </c:pt>
                <c:pt idx="21">
                  <c:v>0.6050370932</c:v>
                </c:pt>
                <c:pt idx="22">
                  <c:v>0.5255954266</c:v>
                </c:pt>
                <c:pt idx="23">
                  <c:v>0.5202332139</c:v>
                </c:pt>
                <c:pt idx="24">
                  <c:v>0.5167645812</c:v>
                </c:pt>
                <c:pt idx="25">
                  <c:v>0.5427421331</c:v>
                </c:pt>
                <c:pt idx="26">
                  <c:v>0.504565537</c:v>
                </c:pt>
                <c:pt idx="27">
                  <c:v>0.4879816771</c:v>
                </c:pt>
                <c:pt idx="28">
                  <c:v>0.5429221392</c:v>
                </c:pt>
                <c:pt idx="29">
                  <c:v>0.6212980151</c:v>
                </c:pt>
                <c:pt idx="30">
                  <c:v>0.5529788136</c:v>
                </c:pt>
                <c:pt idx="31">
                  <c:v>0.5110502839</c:v>
                </c:pt>
                <c:pt idx="32">
                  <c:v>0.4941391051</c:v>
                </c:pt>
                <c:pt idx="33">
                  <c:v>0.5111991167</c:v>
                </c:pt>
                <c:pt idx="34">
                  <c:v>0.5179072618</c:v>
                </c:pt>
                <c:pt idx="35">
                  <c:v>0.4898138642</c:v>
                </c:pt>
                <c:pt idx="36">
                  <c:v>0.4940676987</c:v>
                </c:pt>
                <c:pt idx="37">
                  <c:v>0.5145593882</c:v>
                </c:pt>
                <c:pt idx="38">
                  <c:v>0.5894173384</c:v>
                </c:pt>
                <c:pt idx="39">
                  <c:v>0.4858059585</c:v>
                </c:pt>
                <c:pt idx="40">
                  <c:v>0.5046184659</c:v>
                </c:pt>
                <c:pt idx="41">
                  <c:v>0.5855854154</c:v>
                </c:pt>
                <c:pt idx="42">
                  <c:v>0.5023639202</c:v>
                </c:pt>
                <c:pt idx="43">
                  <c:v>0.5279025435</c:v>
                </c:pt>
                <c:pt idx="44">
                  <c:v>0.4975593984</c:v>
                </c:pt>
                <c:pt idx="45">
                  <c:v>0.4893159568</c:v>
                </c:pt>
                <c:pt idx="46">
                  <c:v>0.505179584</c:v>
                </c:pt>
                <c:pt idx="47">
                  <c:v>0.5289053321</c:v>
                </c:pt>
                <c:pt idx="48">
                  <c:v>0.5188742876</c:v>
                </c:pt>
                <c:pt idx="49">
                  <c:v>0.5351403952</c:v>
                </c:pt>
                <c:pt idx="50">
                  <c:v>0.5265467167</c:v>
                </c:pt>
                <c:pt idx="51">
                  <c:v>0.4956939518</c:v>
                </c:pt>
                <c:pt idx="52">
                  <c:v>0.5000959039</c:v>
                </c:pt>
                <c:pt idx="53">
                  <c:v>0.5176983476</c:v>
                </c:pt>
                <c:pt idx="54">
                  <c:v>0.5299310684</c:v>
                </c:pt>
                <c:pt idx="55">
                  <c:v>0.5323852897</c:v>
                </c:pt>
                <c:pt idx="56">
                  <c:v>0.5468346477</c:v>
                </c:pt>
                <c:pt idx="57">
                  <c:v>0.561807394</c:v>
                </c:pt>
                <c:pt idx="58">
                  <c:v>0.5552771091</c:v>
                </c:pt>
                <c:pt idx="59">
                  <c:v>0.5322161317</c:v>
                </c:pt>
                <c:pt idx="60">
                  <c:v>0.5134332776</c:v>
                </c:pt>
                <c:pt idx="61">
                  <c:v>0.5085861683</c:v>
                </c:pt>
                <c:pt idx="62">
                  <c:v>0.5174037814</c:v>
                </c:pt>
                <c:pt idx="63">
                  <c:v>0.5457544327</c:v>
                </c:pt>
                <c:pt idx="64">
                  <c:v>0.5382533073</c:v>
                </c:pt>
                <c:pt idx="65">
                  <c:v>0.5678232312</c:v>
                </c:pt>
                <c:pt idx="66">
                  <c:v>0.5512834191</c:v>
                </c:pt>
                <c:pt idx="67">
                  <c:v>0.5091451406</c:v>
                </c:pt>
                <c:pt idx="68">
                  <c:v>0.5369586349</c:v>
                </c:pt>
                <c:pt idx="69">
                  <c:v>0.549690187</c:v>
                </c:pt>
                <c:pt idx="70">
                  <c:v>0.541180253</c:v>
                </c:pt>
                <c:pt idx="71">
                  <c:v>0.5563796163</c:v>
                </c:pt>
                <c:pt idx="72">
                  <c:v>0.5306455493</c:v>
                </c:pt>
                <c:pt idx="73">
                  <c:v>0.5191400647</c:v>
                </c:pt>
                <c:pt idx="74">
                  <c:v>0.5522071123</c:v>
                </c:pt>
                <c:pt idx="75">
                  <c:v>0.5314093232</c:v>
                </c:pt>
                <c:pt idx="76">
                  <c:v>0.5310200453</c:v>
                </c:pt>
                <c:pt idx="77">
                  <c:v>0.5520939827</c:v>
                </c:pt>
                <c:pt idx="78">
                  <c:v>0.5484931469</c:v>
                </c:pt>
                <c:pt idx="79">
                  <c:v>0.5649555326</c:v>
                </c:pt>
                <c:pt idx="80">
                  <c:v>0.5412203074</c:v>
                </c:pt>
                <c:pt idx="81">
                  <c:v>0.5455464125</c:v>
                </c:pt>
                <c:pt idx="82">
                  <c:v>0.5175303817</c:v>
                </c:pt>
                <c:pt idx="83">
                  <c:v>0.5234612226</c:v>
                </c:pt>
              </c:numCache>
            </c:numRef>
          </c:yVal>
          <c:smooth val="0"/>
        </c:ser>
        <c:ser>
          <c:idx val="1"/>
          <c:order val="1"/>
          <c:tx>
            <c:v>5 人</c:v>
          </c:tx>
          <c:spPr>
            <a:ln xmlns:a="http://schemas.openxmlformats.org/drawingml/2006/main" w="25718">
              <a:solidFill>
                <a:srgbClr val="DF7E2A"/>
              </a:solidFill>
            </a:ln>
          </c:spPr>
          <c:marker>
            <c:symbol val="none"/>
          </c:marker>
          <c:xVal>
            <c:numRef>
              <c:f>'Chart Data'!$C$2:$C$83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Data'!$D$2:$D$83</c:f>
              <c:numCache>
                <c:formatCode>0.0</c:formatCode>
                <c:ptCount val="82"/>
                <c:pt idx="0">
                  <c:v>0.6178881526</c:v>
                </c:pt>
                <c:pt idx="1">
                  <c:v>0.5233410597</c:v>
                </c:pt>
                <c:pt idx="2">
                  <c:v>0.5834773779</c:v>
                </c:pt>
                <c:pt idx="3">
                  <c:v>0.5308294296</c:v>
                </c:pt>
                <c:pt idx="4">
                  <c:v>0.6357463002</c:v>
                </c:pt>
                <c:pt idx="5">
                  <c:v>0.5593329072</c:v>
                </c:pt>
                <c:pt idx="6">
                  <c:v>0.6254863143</c:v>
                </c:pt>
                <c:pt idx="7">
                  <c:v>0.6959218383</c:v>
                </c:pt>
                <c:pt idx="8">
                  <c:v>0.604013443</c:v>
                </c:pt>
                <c:pt idx="9">
                  <c:v>0.5974538922</c:v>
                </c:pt>
                <c:pt idx="10">
                  <c:v>0.5727565885</c:v>
                </c:pt>
                <c:pt idx="11">
                  <c:v>0.5641178489</c:v>
                </c:pt>
                <c:pt idx="12">
                  <c:v>0.6196827888</c:v>
                </c:pt>
                <c:pt idx="13">
                  <c:v>0.6577197909</c:v>
                </c:pt>
                <c:pt idx="14">
                  <c:v>0.6027889252</c:v>
                </c:pt>
                <c:pt idx="15">
                  <c:v>0.6469727755</c:v>
                </c:pt>
                <c:pt idx="16">
                  <c:v>0.6418967843</c:v>
                </c:pt>
                <c:pt idx="17">
                  <c:v>0.5618738532</c:v>
                </c:pt>
                <c:pt idx="18">
                  <c:v>0.5991514921</c:v>
                </c:pt>
                <c:pt idx="19">
                  <c:v>0.6333324909</c:v>
                </c:pt>
                <c:pt idx="20">
                  <c:v>0.6817131639</c:v>
                </c:pt>
                <c:pt idx="21">
                  <c:v>0.560082376</c:v>
                </c:pt>
                <c:pt idx="22">
                  <c:v>0.6119570732</c:v>
                </c:pt>
                <c:pt idx="23">
                  <c:v>0.5717951655</c:v>
                </c:pt>
                <c:pt idx="24">
                  <c:v>0.6205362678</c:v>
                </c:pt>
                <c:pt idx="25">
                  <c:v>0.5558073521</c:v>
                </c:pt>
                <c:pt idx="26">
                  <c:v>0.5626232028</c:v>
                </c:pt>
                <c:pt idx="27">
                  <c:v>0.596549809</c:v>
                </c:pt>
                <c:pt idx="28">
                  <c:v>0.7835945487</c:v>
                </c:pt>
                <c:pt idx="29">
                  <c:v>0.5853449702</c:v>
                </c:pt>
                <c:pt idx="30">
                  <c:v>0.5715031028</c:v>
                </c:pt>
                <c:pt idx="31">
                  <c:v>0.6235731244</c:v>
                </c:pt>
                <c:pt idx="32">
                  <c:v>0.5800396204</c:v>
                </c:pt>
                <c:pt idx="33">
                  <c:v>0.576179862</c:v>
                </c:pt>
                <c:pt idx="34">
                  <c:v>0.626975894</c:v>
                </c:pt>
                <c:pt idx="35">
                  <c:v>0.6129515767</c:v>
                </c:pt>
                <c:pt idx="36">
                  <c:v>0.5950137973</c:v>
                </c:pt>
                <c:pt idx="37">
                  <c:v>0.6527020335</c:v>
                </c:pt>
                <c:pt idx="38">
                  <c:v>0.6122605205</c:v>
                </c:pt>
                <c:pt idx="39">
                  <c:v>0.5940143466</c:v>
                </c:pt>
                <c:pt idx="40">
                  <c:v>0.6278318167</c:v>
                </c:pt>
                <c:pt idx="41">
                  <c:v>0.5934014916</c:v>
                </c:pt>
                <c:pt idx="42">
                  <c:v>0.5962072015</c:v>
                </c:pt>
                <c:pt idx="43">
                  <c:v>0.6095836163</c:v>
                </c:pt>
                <c:pt idx="44">
                  <c:v>0.5645725727</c:v>
                </c:pt>
                <c:pt idx="45">
                  <c:v>0.6069160104</c:v>
                </c:pt>
                <c:pt idx="46">
                  <c:v>0.5906252265</c:v>
                </c:pt>
                <c:pt idx="47">
                  <c:v>0.5726549625</c:v>
                </c:pt>
                <c:pt idx="48">
                  <c:v>0.5912066102</c:v>
                </c:pt>
                <c:pt idx="49">
                  <c:v>0.6176022291</c:v>
                </c:pt>
                <c:pt idx="50">
                  <c:v>0.593693316</c:v>
                </c:pt>
                <c:pt idx="51">
                  <c:v>0.5728448629</c:v>
                </c:pt>
                <c:pt idx="52">
                  <c:v>0.6229935288</c:v>
                </c:pt>
                <c:pt idx="53">
                  <c:v>0.6060245037</c:v>
                </c:pt>
                <c:pt idx="54">
                  <c:v>0.5691367388</c:v>
                </c:pt>
                <c:pt idx="55">
                  <c:v>0.5848930478</c:v>
                </c:pt>
                <c:pt idx="56">
                  <c:v>0.6512227058</c:v>
                </c:pt>
                <c:pt idx="57">
                  <c:v>0.605171442</c:v>
                </c:pt>
                <c:pt idx="58">
                  <c:v>0.6228786707</c:v>
                </c:pt>
                <c:pt idx="59">
                  <c:v>0.6046688557</c:v>
                </c:pt>
                <c:pt idx="60">
                  <c:v>0.5681813359</c:v>
                </c:pt>
                <c:pt idx="61">
                  <c:v>0.5709023476</c:v>
                </c:pt>
                <c:pt idx="62">
                  <c:v>0.5739062428</c:v>
                </c:pt>
                <c:pt idx="63">
                  <c:v>0.5975256562</c:v>
                </c:pt>
                <c:pt idx="64">
                  <c:v>0.5925657749</c:v>
                </c:pt>
                <c:pt idx="65">
                  <c:v>0.5803902149</c:v>
                </c:pt>
                <c:pt idx="66">
                  <c:v>0.5898792744</c:v>
                </c:pt>
                <c:pt idx="67">
                  <c:v>0.5952213407</c:v>
                </c:pt>
                <c:pt idx="68">
                  <c:v>0.5723501444</c:v>
                </c:pt>
                <c:pt idx="69">
                  <c:v>0.574439466</c:v>
                </c:pt>
                <c:pt idx="70">
                  <c:v>0.597282052</c:v>
                </c:pt>
                <c:pt idx="71">
                  <c:v>0.5843934417</c:v>
                </c:pt>
                <c:pt idx="72">
                  <c:v>0.6023364067</c:v>
                </c:pt>
                <c:pt idx="73">
                  <c:v>0.5846473575</c:v>
                </c:pt>
                <c:pt idx="74">
                  <c:v>0.5791192651</c:v>
                </c:pt>
                <c:pt idx="75">
                  <c:v>0.5852651596</c:v>
                </c:pt>
                <c:pt idx="76">
                  <c:v>0.5875803232</c:v>
                </c:pt>
                <c:pt idx="77">
                  <c:v>0.5968109965</c:v>
                </c:pt>
                <c:pt idx="78">
                  <c:v>0.583152771</c:v>
                </c:pt>
                <c:pt idx="79">
                  <c:v>0.605738759</c:v>
                </c:pt>
                <c:pt idx="80">
                  <c:v>0.5990052819</c:v>
                </c:pt>
                <c:pt idx="81">
                  <c:v>0.6082666516</c:v>
                </c:pt>
              </c:numCache>
            </c:numRef>
          </c:yVal>
          <c:smooth val="0"/>
        </c:ser>
        <c:ser>
          <c:idx val="2"/>
          <c:order val="2"/>
          <c:tx>
            <c:v>10 人</c:v>
          </c:tx>
          <c:spPr>
            <a:ln xmlns:a="http://schemas.openxmlformats.org/drawingml/2006/main" w="25718">
              <a:solidFill>
                <a:srgbClr val="4A9849"/>
              </a:solidFill>
            </a:ln>
          </c:spPr>
          <c:marker>
            <c:symbol val="none"/>
          </c:marker>
          <c:xVal>
            <c:numRef>
              <c:f>'Chart Data'!$E$2:$E$83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Data'!$F$2:$F$83</c:f>
              <c:numCache>
                <c:formatCode>0.0</c:formatCode>
                <c:ptCount val="82"/>
                <c:pt idx="0">
                  <c:v>0.5750304461</c:v>
                </c:pt>
                <c:pt idx="1">
                  <c:v>0.5512194037</c:v>
                </c:pt>
                <c:pt idx="2">
                  <c:v>0.5857726336</c:v>
                </c:pt>
                <c:pt idx="3">
                  <c:v>0.6244969964</c:v>
                </c:pt>
                <c:pt idx="4">
                  <c:v>0.6803911924</c:v>
                </c:pt>
                <c:pt idx="5">
                  <c:v>0.6167809367</c:v>
                </c:pt>
                <c:pt idx="6">
                  <c:v>0.7169370651</c:v>
                </c:pt>
                <c:pt idx="7">
                  <c:v>0.6749067903</c:v>
                </c:pt>
                <c:pt idx="8">
                  <c:v>0.6697984338</c:v>
                </c:pt>
                <c:pt idx="9">
                  <c:v>0.6780346036</c:v>
                </c:pt>
                <c:pt idx="10">
                  <c:v>0.6815807819</c:v>
                </c:pt>
                <c:pt idx="11">
                  <c:v>0.668676734</c:v>
                </c:pt>
                <c:pt idx="12">
                  <c:v>0.7178273201</c:v>
                </c:pt>
                <c:pt idx="13">
                  <c:v>0.7352259159</c:v>
                </c:pt>
                <c:pt idx="14">
                  <c:v>0.7407295108</c:v>
                </c:pt>
                <c:pt idx="15">
                  <c:v>0.6942569017</c:v>
                </c:pt>
                <c:pt idx="16">
                  <c:v>0.6898009777</c:v>
                </c:pt>
                <c:pt idx="17">
                  <c:v>0.6491972804</c:v>
                </c:pt>
                <c:pt idx="18">
                  <c:v>0.7663059235</c:v>
                </c:pt>
                <c:pt idx="19">
                  <c:v>0.716006577</c:v>
                </c:pt>
                <c:pt idx="20">
                  <c:v>0.7011666894</c:v>
                </c:pt>
                <c:pt idx="21">
                  <c:v>0.6514718533</c:v>
                </c:pt>
                <c:pt idx="22">
                  <c:v>0.7691179514</c:v>
                </c:pt>
                <c:pt idx="23">
                  <c:v>0.6799299121</c:v>
                </c:pt>
                <c:pt idx="24">
                  <c:v>0.729118228</c:v>
                </c:pt>
                <c:pt idx="25">
                  <c:v>0.7478835583</c:v>
                </c:pt>
                <c:pt idx="26">
                  <c:v>0.7511911392</c:v>
                </c:pt>
                <c:pt idx="27">
                  <c:v>0.6981757283</c:v>
                </c:pt>
                <c:pt idx="28">
                  <c:v>0.740113318</c:v>
                </c:pt>
                <c:pt idx="29">
                  <c:v>0.6933298111</c:v>
                </c:pt>
                <c:pt idx="30">
                  <c:v>0.7039636374</c:v>
                </c:pt>
                <c:pt idx="31">
                  <c:v>0.7084115148</c:v>
                </c:pt>
                <c:pt idx="32">
                  <c:v>0.7075430155</c:v>
                </c:pt>
                <c:pt idx="33">
                  <c:v>0.7065194845</c:v>
                </c:pt>
                <c:pt idx="34">
                  <c:v>0.708850801</c:v>
                </c:pt>
                <c:pt idx="35">
                  <c:v>0.67459023</c:v>
                </c:pt>
                <c:pt idx="36">
                  <c:v>0.7015940547</c:v>
                </c:pt>
                <c:pt idx="37">
                  <c:v>0.7510508299</c:v>
                </c:pt>
                <c:pt idx="38">
                  <c:v>0.6893571615</c:v>
                </c:pt>
                <c:pt idx="39">
                  <c:v>0.6899276972</c:v>
                </c:pt>
                <c:pt idx="40">
                  <c:v>0.7000952959</c:v>
                </c:pt>
                <c:pt idx="41">
                  <c:v>0.6885008812</c:v>
                </c:pt>
                <c:pt idx="42">
                  <c:v>0.7218049169</c:v>
                </c:pt>
                <c:pt idx="43">
                  <c:v>0.7092956305</c:v>
                </c:pt>
                <c:pt idx="44">
                  <c:v>0.7203550339</c:v>
                </c:pt>
                <c:pt idx="45">
                  <c:v>0.7219336033</c:v>
                </c:pt>
                <c:pt idx="46">
                  <c:v>0.7454040647</c:v>
                </c:pt>
                <c:pt idx="47">
                  <c:v>0.7185224891</c:v>
                </c:pt>
                <c:pt idx="48">
                  <c:v>0.7128517628</c:v>
                </c:pt>
                <c:pt idx="49">
                  <c:v>0.7300748229</c:v>
                </c:pt>
                <c:pt idx="50">
                  <c:v>0.7112885118</c:v>
                </c:pt>
                <c:pt idx="51">
                  <c:v>0.6901649833</c:v>
                </c:pt>
                <c:pt idx="52">
                  <c:v>0.7039663196</c:v>
                </c:pt>
                <c:pt idx="53">
                  <c:v>0.6655246019</c:v>
                </c:pt>
                <c:pt idx="54">
                  <c:v>0.7213404775</c:v>
                </c:pt>
                <c:pt idx="55">
                  <c:v>0.7393824458</c:v>
                </c:pt>
                <c:pt idx="56">
                  <c:v>0.7085511684</c:v>
                </c:pt>
                <c:pt idx="57">
                  <c:v>0.7392756939</c:v>
                </c:pt>
                <c:pt idx="58">
                  <c:v>0.718898654</c:v>
                </c:pt>
                <c:pt idx="59">
                  <c:v>0.817130208</c:v>
                </c:pt>
                <c:pt idx="60">
                  <c:v>0.7197362185</c:v>
                </c:pt>
                <c:pt idx="61">
                  <c:v>0.7059423327</c:v>
                </c:pt>
                <c:pt idx="62">
                  <c:v>0.7163014412</c:v>
                </c:pt>
                <c:pt idx="63">
                  <c:v>0.7399700284</c:v>
                </c:pt>
                <c:pt idx="64">
                  <c:v>0.735553503</c:v>
                </c:pt>
                <c:pt idx="65">
                  <c:v>0.7611717582</c:v>
                </c:pt>
                <c:pt idx="66">
                  <c:v>0.7291694283</c:v>
                </c:pt>
                <c:pt idx="67">
                  <c:v>0.7205389142</c:v>
                </c:pt>
                <c:pt idx="68">
                  <c:v>0.7008928657</c:v>
                </c:pt>
                <c:pt idx="69">
                  <c:v>0.732947886</c:v>
                </c:pt>
                <c:pt idx="70">
                  <c:v>0.7037366033</c:v>
                </c:pt>
                <c:pt idx="71">
                  <c:v>0.7077414989</c:v>
                </c:pt>
                <c:pt idx="72">
                  <c:v>0.7262819409</c:v>
                </c:pt>
                <c:pt idx="73">
                  <c:v>0.769513011</c:v>
                </c:pt>
                <c:pt idx="74">
                  <c:v>0.7226809263</c:v>
                </c:pt>
                <c:pt idx="75">
                  <c:v>0.7065247297</c:v>
                </c:pt>
                <c:pt idx="76">
                  <c:v>0.708037436</c:v>
                </c:pt>
                <c:pt idx="77">
                  <c:v>0.7416314483</c:v>
                </c:pt>
                <c:pt idx="78">
                  <c:v>0.7287755609</c:v>
                </c:pt>
                <c:pt idx="79">
                  <c:v>0.7133774161</c:v>
                </c:pt>
                <c:pt idx="80">
                  <c:v>0.7143598795</c:v>
                </c:pt>
                <c:pt idx="81">
                  <c:v>0.735912919</c:v>
                </c:pt>
              </c:numCache>
            </c:numRef>
          </c:yVal>
          <c:smooth val="0"/>
        </c:ser>
        <c:ser>
          <c:idx val="3"/>
          <c:order val="3"/>
          <c:tx>
            <c:v>20 人</c:v>
          </c:tx>
          <c:spPr>
            <a:ln xmlns:a="http://schemas.openxmlformats.org/drawingml/2006/main" w="25718">
              <a:solidFill>
                <a:srgbClr val="8F64B5"/>
              </a:solidFill>
            </a:ln>
          </c:spPr>
          <c:marker>
            <c:symbol val="none"/>
          </c:marker>
          <c:xVal>
            <c:numRef>
              <c:f>'Chart Data'!$G$2:$G$84</c:f>
              <c:numCache>
                <c:formatCode>General</c:formatCode>
                <c:ptCount val="8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</c:numCache>
            </c:numRef>
          </c:xVal>
          <c:yVal>
            <c:numRef>
              <c:f>'Chart Data'!$H$2:$H$84</c:f>
              <c:numCache>
                <c:formatCode>0.0</c:formatCode>
                <c:ptCount val="83"/>
                <c:pt idx="0">
                  <c:v>0.6100694537</c:v>
                </c:pt>
                <c:pt idx="1">
                  <c:v>0.6056351662</c:v>
                </c:pt>
                <c:pt idx="2">
                  <c:v>0.6010738015</c:v>
                </c:pt>
                <c:pt idx="3">
                  <c:v>0.7451401949</c:v>
                </c:pt>
                <c:pt idx="4">
                  <c:v>0.7548337579</c:v>
                </c:pt>
                <c:pt idx="5">
                  <c:v>0.6996571422</c:v>
                </c:pt>
                <c:pt idx="6">
                  <c:v>0.6531358361</c:v>
                </c:pt>
                <c:pt idx="7">
                  <c:v>0.7456088066</c:v>
                </c:pt>
                <c:pt idx="8">
                  <c:v>0.7216671705</c:v>
                </c:pt>
                <c:pt idx="9">
                  <c:v>0.7243107557</c:v>
                </c:pt>
                <c:pt idx="10">
                  <c:v>0.7116205096</c:v>
                </c:pt>
                <c:pt idx="11">
                  <c:v>0.7100619674</c:v>
                </c:pt>
                <c:pt idx="12">
                  <c:v>0.7460010052</c:v>
                </c:pt>
                <c:pt idx="13">
                  <c:v>0.7421668768</c:v>
                </c:pt>
                <c:pt idx="14">
                  <c:v>0.7297907472</c:v>
                </c:pt>
                <c:pt idx="15">
                  <c:v>0.7399662733</c:v>
                </c:pt>
                <c:pt idx="16">
                  <c:v>0.6786795855</c:v>
                </c:pt>
                <c:pt idx="17">
                  <c:v>0.7179314494</c:v>
                </c:pt>
                <c:pt idx="18">
                  <c:v>0.7891488671</c:v>
                </c:pt>
                <c:pt idx="19">
                  <c:v>0.7283472419</c:v>
                </c:pt>
                <c:pt idx="20">
                  <c:v>0.7073165774</c:v>
                </c:pt>
                <c:pt idx="21">
                  <c:v>0.7684769034</c:v>
                </c:pt>
                <c:pt idx="22">
                  <c:v>0.7033798695</c:v>
                </c:pt>
                <c:pt idx="23">
                  <c:v>0.6731510758</c:v>
                </c:pt>
                <c:pt idx="24">
                  <c:v>0.6897181869</c:v>
                </c:pt>
                <c:pt idx="25">
                  <c:v>0.7433995008</c:v>
                </c:pt>
                <c:pt idx="26">
                  <c:v>0.7025565505</c:v>
                </c:pt>
                <c:pt idx="27">
                  <c:v>0.7034456134</c:v>
                </c:pt>
                <c:pt idx="28">
                  <c:v>0.7009949088</c:v>
                </c:pt>
                <c:pt idx="29">
                  <c:v>0.7412959337</c:v>
                </c:pt>
                <c:pt idx="30">
                  <c:v>0.7233909965</c:v>
                </c:pt>
                <c:pt idx="31">
                  <c:v>0.7262365222</c:v>
                </c:pt>
                <c:pt idx="32">
                  <c:v>0.7711392641</c:v>
                </c:pt>
                <c:pt idx="33">
                  <c:v>0.7133315802</c:v>
                </c:pt>
                <c:pt idx="34">
                  <c:v>0.7254182696</c:v>
                </c:pt>
                <c:pt idx="35">
                  <c:v>0.7279397249</c:v>
                </c:pt>
                <c:pt idx="36">
                  <c:v>0.7555139661</c:v>
                </c:pt>
                <c:pt idx="37">
                  <c:v>0.7264644504</c:v>
                </c:pt>
                <c:pt idx="38">
                  <c:v>0.7064826488</c:v>
                </c:pt>
                <c:pt idx="39">
                  <c:v>0.7625659704</c:v>
                </c:pt>
                <c:pt idx="40">
                  <c:v>0.7395166159</c:v>
                </c:pt>
                <c:pt idx="41">
                  <c:v>0.7181444168</c:v>
                </c:pt>
                <c:pt idx="42">
                  <c:v>0.7156990767</c:v>
                </c:pt>
                <c:pt idx="43">
                  <c:v>0.6890522838</c:v>
                </c:pt>
                <c:pt idx="44">
                  <c:v>0.6955857277</c:v>
                </c:pt>
                <c:pt idx="45">
                  <c:v>0.7067761421</c:v>
                </c:pt>
                <c:pt idx="46">
                  <c:v>0.7174072862</c:v>
                </c:pt>
                <c:pt idx="47">
                  <c:v>0.7598413825</c:v>
                </c:pt>
                <c:pt idx="48">
                  <c:v>0.7129639983</c:v>
                </c:pt>
                <c:pt idx="49">
                  <c:v>0.7253772616</c:v>
                </c:pt>
                <c:pt idx="50">
                  <c:v>0.7372691631</c:v>
                </c:pt>
                <c:pt idx="51">
                  <c:v>0.7373809814</c:v>
                </c:pt>
                <c:pt idx="52">
                  <c:v>0.7127842903</c:v>
                </c:pt>
                <c:pt idx="53">
                  <c:v>0.7219954133</c:v>
                </c:pt>
                <c:pt idx="54">
                  <c:v>0.7420966029</c:v>
                </c:pt>
                <c:pt idx="55">
                  <c:v>0.7465479374</c:v>
                </c:pt>
                <c:pt idx="56">
                  <c:v>0.7321183681</c:v>
                </c:pt>
                <c:pt idx="57">
                  <c:v>0.758381784</c:v>
                </c:pt>
                <c:pt idx="58">
                  <c:v>0.7055042982</c:v>
                </c:pt>
                <c:pt idx="59">
                  <c:v>0.721050024</c:v>
                </c:pt>
                <c:pt idx="60">
                  <c:v>0.7214233279</c:v>
                </c:pt>
                <c:pt idx="61">
                  <c:v>0.707445085</c:v>
                </c:pt>
                <c:pt idx="62">
                  <c:v>0.7759872675</c:v>
                </c:pt>
                <c:pt idx="63">
                  <c:v>0.7422199845</c:v>
                </c:pt>
                <c:pt idx="64">
                  <c:v>0.7303878665</c:v>
                </c:pt>
                <c:pt idx="65">
                  <c:v>0.7552269697</c:v>
                </c:pt>
                <c:pt idx="66">
                  <c:v>0.7263071537</c:v>
                </c:pt>
                <c:pt idx="67">
                  <c:v>0.7318770885</c:v>
                </c:pt>
                <c:pt idx="68">
                  <c:v>0.7370325327</c:v>
                </c:pt>
                <c:pt idx="69">
                  <c:v>0.7274449468</c:v>
                </c:pt>
                <c:pt idx="70">
                  <c:v>0.7344532609</c:v>
                </c:pt>
                <c:pt idx="71">
                  <c:v>0.7183467746</c:v>
                </c:pt>
                <c:pt idx="72">
                  <c:v>0.7292448282</c:v>
                </c:pt>
                <c:pt idx="73">
                  <c:v>0.7294114828</c:v>
                </c:pt>
                <c:pt idx="74">
                  <c:v>0.7248387337</c:v>
                </c:pt>
                <c:pt idx="75">
                  <c:v>0.7228934169</c:v>
                </c:pt>
                <c:pt idx="76">
                  <c:v>0.7254636288</c:v>
                </c:pt>
                <c:pt idx="77">
                  <c:v>0.7294003367</c:v>
                </c:pt>
                <c:pt idx="78">
                  <c:v>0.7155698538</c:v>
                </c:pt>
                <c:pt idx="79">
                  <c:v>0.7341502309</c:v>
                </c:pt>
                <c:pt idx="80">
                  <c:v>0.7433447242</c:v>
                </c:pt>
                <c:pt idx="81">
                  <c:v>0.7357053757</c:v>
                </c:pt>
                <c:pt idx="82">
                  <c:v>0.7373483777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验证 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532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3 人参考</c:v>
          </c:tx>
          <c:spPr>
            <a:ln xmlns:a="http://schemas.openxmlformats.org/drawingml/2006/main" w="25718">
              <a:solidFill>
                <a:srgbClr val="377EB8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0%</c:formatCode>
                <c:ptCount val="100"/>
                <c:pt idx="0">
                  <c:v>0.5441176295</c:v>
                </c:pt>
                <c:pt idx="1">
                  <c:v>0.5441176295</c:v>
                </c:pt>
                <c:pt idx="2">
                  <c:v>0.5441176295</c:v>
                </c:pt>
                <c:pt idx="3">
                  <c:v>0.5441176295</c:v>
                </c:pt>
                <c:pt idx="4">
                  <c:v>0.5441176295</c:v>
                </c:pt>
                <c:pt idx="5">
                  <c:v>0.5441176295</c:v>
                </c:pt>
                <c:pt idx="6">
                  <c:v>0.5441176295</c:v>
                </c:pt>
                <c:pt idx="7">
                  <c:v>0.5441176295</c:v>
                </c:pt>
                <c:pt idx="8">
                  <c:v>0.5441176295</c:v>
                </c:pt>
                <c:pt idx="9">
                  <c:v>0.5441176295</c:v>
                </c:pt>
                <c:pt idx="10">
                  <c:v>0.5441176295</c:v>
                </c:pt>
                <c:pt idx="11">
                  <c:v>0.5441176295</c:v>
                </c:pt>
                <c:pt idx="12">
                  <c:v>0.5441176295</c:v>
                </c:pt>
                <c:pt idx="13">
                  <c:v>0.5441176295</c:v>
                </c:pt>
                <c:pt idx="14">
                  <c:v>0.5441176295</c:v>
                </c:pt>
                <c:pt idx="15">
                  <c:v>0.5441176295</c:v>
                </c:pt>
                <c:pt idx="16">
                  <c:v>0.5441176295</c:v>
                </c:pt>
                <c:pt idx="17">
                  <c:v>0.5441176295</c:v>
                </c:pt>
                <c:pt idx="18">
                  <c:v>0.5441176295</c:v>
                </c:pt>
                <c:pt idx="19">
                  <c:v>0.5441176295</c:v>
                </c:pt>
                <c:pt idx="20">
                  <c:v>0.5441176295</c:v>
                </c:pt>
                <c:pt idx="21">
                  <c:v>0.5441176295</c:v>
                </c:pt>
                <c:pt idx="22">
                  <c:v>0.5441176295</c:v>
                </c:pt>
                <c:pt idx="23">
                  <c:v>0.5441176295</c:v>
                </c:pt>
                <c:pt idx="24">
                  <c:v>0.5441176295</c:v>
                </c:pt>
                <c:pt idx="25">
                  <c:v>0.5441176295</c:v>
                </c:pt>
                <c:pt idx="26">
                  <c:v>0.5441176295</c:v>
                </c:pt>
                <c:pt idx="27">
                  <c:v>0.5441176295</c:v>
                </c:pt>
                <c:pt idx="28">
                  <c:v>0.5441176295</c:v>
                </c:pt>
                <c:pt idx="29">
                  <c:v>0.5441176295</c:v>
                </c:pt>
                <c:pt idx="30">
                  <c:v>0.5441176295</c:v>
                </c:pt>
                <c:pt idx="31">
                  <c:v>0.5441176295</c:v>
                </c:pt>
                <c:pt idx="32">
                  <c:v>0.5441176295</c:v>
                </c:pt>
                <c:pt idx="33">
                  <c:v>0.5441176295</c:v>
                </c:pt>
                <c:pt idx="34">
                  <c:v>0.5441176295</c:v>
                </c:pt>
                <c:pt idx="35">
                  <c:v>0.5441176295</c:v>
                </c:pt>
                <c:pt idx="36">
                  <c:v>0.5441176295</c:v>
                </c:pt>
                <c:pt idx="37">
                  <c:v>0.5441176295</c:v>
                </c:pt>
                <c:pt idx="38">
                  <c:v>0.5441176295</c:v>
                </c:pt>
                <c:pt idx="39">
                  <c:v>0.5441176295</c:v>
                </c:pt>
                <c:pt idx="40">
                  <c:v>0.5441176295</c:v>
                </c:pt>
                <c:pt idx="41">
                  <c:v>0.5441176295</c:v>
                </c:pt>
                <c:pt idx="42">
                  <c:v>0.5441176295</c:v>
                </c:pt>
                <c:pt idx="43">
                  <c:v>0.5441176295</c:v>
                </c:pt>
                <c:pt idx="44">
                  <c:v>0.5441176295</c:v>
                </c:pt>
                <c:pt idx="45">
                  <c:v>0.5441176295</c:v>
                </c:pt>
                <c:pt idx="46">
                  <c:v>0.5441176295</c:v>
                </c:pt>
                <c:pt idx="47">
                  <c:v>0.5294117928</c:v>
                </c:pt>
                <c:pt idx="48">
                  <c:v>0.5294117928</c:v>
                </c:pt>
                <c:pt idx="49">
                  <c:v>0.5294117928</c:v>
                </c:pt>
                <c:pt idx="50">
                  <c:v>0.5294117928</c:v>
                </c:pt>
                <c:pt idx="51">
                  <c:v>0.5441176295</c:v>
                </c:pt>
                <c:pt idx="52">
                  <c:v>0.5441176295</c:v>
                </c:pt>
                <c:pt idx="53">
                  <c:v>0.5441176295</c:v>
                </c:pt>
                <c:pt idx="54">
                  <c:v>0.5441176295</c:v>
                </c:pt>
                <c:pt idx="55">
                  <c:v>0.5441176295</c:v>
                </c:pt>
                <c:pt idx="56">
                  <c:v>0.5441176295</c:v>
                </c:pt>
                <c:pt idx="57">
                  <c:v>0.5441176295</c:v>
                </c:pt>
                <c:pt idx="58">
                  <c:v>0.5441176295</c:v>
                </c:pt>
                <c:pt idx="59">
                  <c:v>0.5441176295</c:v>
                </c:pt>
                <c:pt idx="60">
                  <c:v>0.5441176295</c:v>
                </c:pt>
                <c:pt idx="61">
                  <c:v>0.5441176295</c:v>
                </c:pt>
                <c:pt idx="62">
                  <c:v>0.5441176295</c:v>
                </c:pt>
                <c:pt idx="63">
                  <c:v>0.5441176295</c:v>
                </c:pt>
                <c:pt idx="64">
                  <c:v>0.5441176295</c:v>
                </c:pt>
                <c:pt idx="65">
                  <c:v>0.5441176295</c:v>
                </c:pt>
                <c:pt idx="66">
                  <c:v>0.5441176295</c:v>
                </c:pt>
                <c:pt idx="67">
                  <c:v>0.5441176295</c:v>
                </c:pt>
                <c:pt idx="68">
                  <c:v>0.5441176295</c:v>
                </c:pt>
                <c:pt idx="69">
                  <c:v>0.5441176295</c:v>
                </c:pt>
                <c:pt idx="70">
                  <c:v>0.5588235259</c:v>
                </c:pt>
                <c:pt idx="71">
                  <c:v>0.5588235259</c:v>
                </c:pt>
                <c:pt idx="72">
                  <c:v>0.5441176295</c:v>
                </c:pt>
                <c:pt idx="73">
                  <c:v>0.5441176295</c:v>
                </c:pt>
                <c:pt idx="74">
                  <c:v>0.5441176295</c:v>
                </c:pt>
                <c:pt idx="75">
                  <c:v>0.5441176295</c:v>
                </c:pt>
                <c:pt idx="76">
                  <c:v>0.5441176295</c:v>
                </c:pt>
                <c:pt idx="77">
                  <c:v>0.5441176295</c:v>
                </c:pt>
                <c:pt idx="78">
                  <c:v>0.5441176295</c:v>
                </c:pt>
                <c:pt idx="79">
                  <c:v>0.5441176295</c:v>
                </c:pt>
                <c:pt idx="80">
                  <c:v>0.5441176295</c:v>
                </c:pt>
                <c:pt idx="81">
                  <c:v>0.5441176295</c:v>
                </c:pt>
                <c:pt idx="82">
                  <c:v>0.5441176295</c:v>
                </c:pt>
                <c:pt idx="83">
                  <c:v>0.5441176295</c:v>
                </c:pt>
                <c:pt idx="84">
                  <c:v>0.5441176295</c:v>
                </c:pt>
                <c:pt idx="85">
                  <c:v>0.5441176295</c:v>
                </c:pt>
                <c:pt idx="86">
                  <c:v>0.5441176295</c:v>
                </c:pt>
                <c:pt idx="87">
                  <c:v>0.5441176295</c:v>
                </c:pt>
                <c:pt idx="88">
                  <c:v>0.5441176295</c:v>
                </c:pt>
                <c:pt idx="89">
                  <c:v>0.5441176295</c:v>
                </c:pt>
                <c:pt idx="90">
                  <c:v>0.5441176295</c:v>
                </c:pt>
                <c:pt idx="91">
                  <c:v>0.5441176295</c:v>
                </c:pt>
                <c:pt idx="92">
                  <c:v>0.5441176295</c:v>
                </c:pt>
                <c:pt idx="93">
                  <c:v>0.5441176295</c:v>
                </c:pt>
                <c:pt idx="94">
                  <c:v>0.5441176295</c:v>
                </c:pt>
                <c:pt idx="95">
                  <c:v>0.5441176295</c:v>
                </c:pt>
                <c:pt idx="96">
                  <c:v>0.5441176295</c:v>
                </c:pt>
                <c:pt idx="97">
                  <c:v>0.5441176295</c:v>
                </c:pt>
                <c:pt idx="98">
                  <c:v>0.5588235259</c:v>
                </c:pt>
                <c:pt idx="99">
                  <c:v>0.5588235259</c:v>
                </c:pt>
              </c:numCache>
            </c:numRef>
          </c:yVal>
          <c:smooth val="0"/>
        </c:ser>
        <c:ser>
          <c:idx val="1"/>
          <c:order val="1"/>
          <c:tx>
            <c:v>5 人</c:v>
          </c:tx>
          <c:spPr>
            <a:ln xmlns:a="http://schemas.openxmlformats.org/drawingml/2006/main" w="25718">
              <a:solidFill>
                <a:srgbClr val="DF7E2A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0%</c:formatCode>
                <c:ptCount val="100"/>
                <c:pt idx="0">
                  <c:v>0.5441176295</c:v>
                </c:pt>
                <c:pt idx="1">
                  <c:v>0.5441176295</c:v>
                </c:pt>
                <c:pt idx="2">
                  <c:v>0.5441176295</c:v>
                </c:pt>
                <c:pt idx="3">
                  <c:v>0.5441176295</c:v>
                </c:pt>
                <c:pt idx="4">
                  <c:v>0.5441176295</c:v>
                </c:pt>
                <c:pt idx="5">
                  <c:v>0.5441176295</c:v>
                </c:pt>
                <c:pt idx="6">
                  <c:v>0.5441176295</c:v>
                </c:pt>
                <c:pt idx="7">
                  <c:v>0.5441176295</c:v>
                </c:pt>
                <c:pt idx="8">
                  <c:v>0.5441176295</c:v>
                </c:pt>
                <c:pt idx="9">
                  <c:v>0.5441176295</c:v>
                </c:pt>
                <c:pt idx="10">
                  <c:v>0.5441176295</c:v>
                </c:pt>
                <c:pt idx="11">
                  <c:v>0.5441176295</c:v>
                </c:pt>
                <c:pt idx="12">
                  <c:v>0.5294117928</c:v>
                </c:pt>
                <c:pt idx="13">
                  <c:v>0.5294117928</c:v>
                </c:pt>
                <c:pt idx="14">
                  <c:v>0.5441176295</c:v>
                </c:pt>
                <c:pt idx="15">
                  <c:v>0.5441176295</c:v>
                </c:pt>
                <c:pt idx="16">
                  <c:v>0.5441176295</c:v>
                </c:pt>
                <c:pt idx="17">
                  <c:v>0.5441176295</c:v>
                </c:pt>
                <c:pt idx="18">
                  <c:v>0.5441176295</c:v>
                </c:pt>
                <c:pt idx="19">
                  <c:v>0.5441176295</c:v>
                </c:pt>
                <c:pt idx="20">
                  <c:v>0.5441176295</c:v>
                </c:pt>
                <c:pt idx="21">
                  <c:v>0.5441176295</c:v>
                </c:pt>
                <c:pt idx="22">
                  <c:v>0.5441176295</c:v>
                </c:pt>
                <c:pt idx="23">
                  <c:v>0.5441176295</c:v>
                </c:pt>
                <c:pt idx="24">
                  <c:v>0.5441176295</c:v>
                </c:pt>
                <c:pt idx="25">
                  <c:v>0.5441176295</c:v>
                </c:pt>
                <c:pt idx="26">
                  <c:v>0.5441176295</c:v>
                </c:pt>
                <c:pt idx="27">
                  <c:v>0.5441176295</c:v>
                </c:pt>
                <c:pt idx="28">
                  <c:v>0.5441176295</c:v>
                </c:pt>
                <c:pt idx="29">
                  <c:v>0.5441176295</c:v>
                </c:pt>
                <c:pt idx="30">
                  <c:v>0.5441176295</c:v>
                </c:pt>
                <c:pt idx="31">
                  <c:v>0.5441176295</c:v>
                </c:pt>
                <c:pt idx="32">
                  <c:v>0.5441176295</c:v>
                </c:pt>
                <c:pt idx="33">
                  <c:v>0.5441176295</c:v>
                </c:pt>
                <c:pt idx="34">
                  <c:v>0.5441176295</c:v>
                </c:pt>
                <c:pt idx="35">
                  <c:v>0.5441176295</c:v>
                </c:pt>
                <c:pt idx="36">
                  <c:v>0.5441176295</c:v>
                </c:pt>
                <c:pt idx="37">
                  <c:v>0.5441176295</c:v>
                </c:pt>
                <c:pt idx="38">
                  <c:v>0.5441176295</c:v>
                </c:pt>
                <c:pt idx="39">
                  <c:v>0.5294117928</c:v>
                </c:pt>
                <c:pt idx="40">
                  <c:v>0.5441176295</c:v>
                </c:pt>
                <c:pt idx="41">
                  <c:v>0.5441176295</c:v>
                </c:pt>
                <c:pt idx="42">
                  <c:v>0.5588235259</c:v>
                </c:pt>
                <c:pt idx="43">
                  <c:v>0.5588235259</c:v>
                </c:pt>
                <c:pt idx="44">
                  <c:v>0.5588235259</c:v>
                </c:pt>
                <c:pt idx="45">
                  <c:v>0.5588235259</c:v>
                </c:pt>
                <c:pt idx="46">
                  <c:v>0.5588235259</c:v>
                </c:pt>
                <c:pt idx="47">
                  <c:v>0.5588235259</c:v>
                </c:pt>
                <c:pt idx="48">
                  <c:v>0.5588235259</c:v>
                </c:pt>
                <c:pt idx="49">
                  <c:v>0.5588235259</c:v>
                </c:pt>
                <c:pt idx="50">
                  <c:v>0.5588235259</c:v>
                </c:pt>
                <c:pt idx="51">
                  <c:v>0.5588235259</c:v>
                </c:pt>
                <c:pt idx="52">
                  <c:v>0.5588235259</c:v>
                </c:pt>
                <c:pt idx="53">
                  <c:v>0.5588235259</c:v>
                </c:pt>
                <c:pt idx="54">
                  <c:v>0.5588235259</c:v>
                </c:pt>
                <c:pt idx="55">
                  <c:v>0.5588235259</c:v>
                </c:pt>
                <c:pt idx="56">
                  <c:v>0.5588235259</c:v>
                </c:pt>
                <c:pt idx="57">
                  <c:v>0.5735294223</c:v>
                </c:pt>
                <c:pt idx="58">
                  <c:v>0.5735294223</c:v>
                </c:pt>
                <c:pt idx="59">
                  <c:v>0.5735294223</c:v>
                </c:pt>
                <c:pt idx="60">
                  <c:v>0.5735294223</c:v>
                </c:pt>
                <c:pt idx="61">
                  <c:v>0.5735294223</c:v>
                </c:pt>
                <c:pt idx="62">
                  <c:v>0.5735294223</c:v>
                </c:pt>
                <c:pt idx="63">
                  <c:v>0.5735294223</c:v>
                </c:pt>
                <c:pt idx="64">
                  <c:v>0.5735294223</c:v>
                </c:pt>
                <c:pt idx="65">
                  <c:v>0.5735294223</c:v>
                </c:pt>
                <c:pt idx="66">
                  <c:v>0.5735294223</c:v>
                </c:pt>
                <c:pt idx="67">
                  <c:v>0.5735294223</c:v>
                </c:pt>
                <c:pt idx="68">
                  <c:v>0.5735294223</c:v>
                </c:pt>
                <c:pt idx="69">
                  <c:v>0.5735294223</c:v>
                </c:pt>
                <c:pt idx="70">
                  <c:v>0.5735294223</c:v>
                </c:pt>
                <c:pt idx="71">
                  <c:v>0.5735294223</c:v>
                </c:pt>
                <c:pt idx="72">
                  <c:v>0.5735294223</c:v>
                </c:pt>
                <c:pt idx="73">
                  <c:v>0.5735294223</c:v>
                </c:pt>
                <c:pt idx="74">
                  <c:v>0.5882353187</c:v>
                </c:pt>
                <c:pt idx="75">
                  <c:v>0.5882353187</c:v>
                </c:pt>
                <c:pt idx="76">
                  <c:v>0.5882353187</c:v>
                </c:pt>
                <c:pt idx="77">
                  <c:v>0.5882353187</c:v>
                </c:pt>
                <c:pt idx="78">
                  <c:v>0.5882353187</c:v>
                </c:pt>
                <c:pt idx="79">
                  <c:v>0.5882353187</c:v>
                </c:pt>
                <c:pt idx="80">
                  <c:v>0.5882353187</c:v>
                </c:pt>
                <c:pt idx="81">
                  <c:v>0.5882353187</c:v>
                </c:pt>
                <c:pt idx="82">
                  <c:v>0.5882353187</c:v>
                </c:pt>
                <c:pt idx="83">
                  <c:v>0.5882353187</c:v>
                </c:pt>
                <c:pt idx="84">
                  <c:v>0.5882353187</c:v>
                </c:pt>
                <c:pt idx="85">
                  <c:v>0.5882353187</c:v>
                </c:pt>
                <c:pt idx="86">
                  <c:v>0.5882353187</c:v>
                </c:pt>
                <c:pt idx="87">
                  <c:v>0.5882353187</c:v>
                </c:pt>
                <c:pt idx="88">
                  <c:v>0.5882353187</c:v>
                </c:pt>
                <c:pt idx="89">
                  <c:v>0.5882353187</c:v>
                </c:pt>
                <c:pt idx="90">
                  <c:v>0.5882353187</c:v>
                </c:pt>
                <c:pt idx="91">
                  <c:v>0.5882353187</c:v>
                </c:pt>
                <c:pt idx="92">
                  <c:v>0.5882353187</c:v>
                </c:pt>
                <c:pt idx="93">
                  <c:v>0.5882353187</c:v>
                </c:pt>
                <c:pt idx="94">
                  <c:v>0.5882353187</c:v>
                </c:pt>
                <c:pt idx="95">
                  <c:v>0.5882353187</c:v>
                </c:pt>
                <c:pt idx="96">
                  <c:v>0.5882353187</c:v>
                </c:pt>
                <c:pt idx="97">
                  <c:v>0.5882353187</c:v>
                </c:pt>
                <c:pt idx="98">
                  <c:v>0.5882353187</c:v>
                </c:pt>
                <c:pt idx="99">
                  <c:v>0.5882353187</c:v>
                </c:pt>
              </c:numCache>
            </c:numRef>
          </c:yVal>
          <c:smooth val="0"/>
        </c:ser>
        <c:ser>
          <c:idx val="2"/>
          <c:order val="2"/>
          <c:tx>
            <c:v>10 人</c:v>
          </c:tx>
          <c:spPr>
            <a:ln xmlns:a="http://schemas.openxmlformats.org/drawingml/2006/main" w="25718">
              <a:solidFill>
                <a:srgbClr val="4A9849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0%</c:formatCode>
                <c:ptCount val="100"/>
                <c:pt idx="0">
                  <c:v>0.6470588446</c:v>
                </c:pt>
                <c:pt idx="1">
                  <c:v>0.6470588446</c:v>
                </c:pt>
                <c:pt idx="2">
                  <c:v>0.6470588446</c:v>
                </c:pt>
                <c:pt idx="3">
                  <c:v>0.6323529482</c:v>
                </c:pt>
                <c:pt idx="4">
                  <c:v>0.6323529482</c:v>
                </c:pt>
                <c:pt idx="5">
                  <c:v>0.6323529482</c:v>
                </c:pt>
                <c:pt idx="6">
                  <c:v>0.6323529482</c:v>
                </c:pt>
                <c:pt idx="7">
                  <c:v>0.6323529482</c:v>
                </c:pt>
                <c:pt idx="8">
                  <c:v>0.6323529482</c:v>
                </c:pt>
                <c:pt idx="9">
                  <c:v>0.6323529482</c:v>
                </c:pt>
                <c:pt idx="10">
                  <c:v>0.6323529482</c:v>
                </c:pt>
                <c:pt idx="11">
                  <c:v>0.6323529482</c:v>
                </c:pt>
                <c:pt idx="12">
                  <c:v>0.6176470518</c:v>
                </c:pt>
                <c:pt idx="13">
                  <c:v>0.6323529482</c:v>
                </c:pt>
                <c:pt idx="14">
                  <c:v>0.6323529482</c:v>
                </c:pt>
                <c:pt idx="15">
                  <c:v>0.6323529482</c:v>
                </c:pt>
                <c:pt idx="16">
                  <c:v>0.6323529482</c:v>
                </c:pt>
                <c:pt idx="17">
                  <c:v>0.6323529482</c:v>
                </c:pt>
                <c:pt idx="18">
                  <c:v>0.6323529482</c:v>
                </c:pt>
                <c:pt idx="19">
                  <c:v>0.6323529482</c:v>
                </c:pt>
                <c:pt idx="20">
                  <c:v>0.6323529482</c:v>
                </c:pt>
                <c:pt idx="21">
                  <c:v>0.6323529482</c:v>
                </c:pt>
                <c:pt idx="22">
                  <c:v>0.6323529482</c:v>
                </c:pt>
                <c:pt idx="23">
                  <c:v>0.6323529482</c:v>
                </c:pt>
                <c:pt idx="24">
                  <c:v>0.6323529482</c:v>
                </c:pt>
                <c:pt idx="25">
                  <c:v>0.6323529482</c:v>
                </c:pt>
                <c:pt idx="26">
                  <c:v>0.6323529482</c:v>
                </c:pt>
                <c:pt idx="27">
                  <c:v>0.6323529482</c:v>
                </c:pt>
                <c:pt idx="28">
                  <c:v>0.6323529482</c:v>
                </c:pt>
                <c:pt idx="29">
                  <c:v>0.6323529482</c:v>
                </c:pt>
                <c:pt idx="30">
                  <c:v>0.6323529482</c:v>
                </c:pt>
                <c:pt idx="31">
                  <c:v>0.6323529482</c:v>
                </c:pt>
                <c:pt idx="32">
                  <c:v>0.6323529482</c:v>
                </c:pt>
                <c:pt idx="33">
                  <c:v>0.6323529482</c:v>
                </c:pt>
                <c:pt idx="34">
                  <c:v>0.6323529482</c:v>
                </c:pt>
                <c:pt idx="35">
                  <c:v>0.6323529482</c:v>
                </c:pt>
                <c:pt idx="36">
                  <c:v>0.6323529482</c:v>
                </c:pt>
                <c:pt idx="37">
                  <c:v>0.6323529482</c:v>
                </c:pt>
                <c:pt idx="38">
                  <c:v>0.6323529482</c:v>
                </c:pt>
                <c:pt idx="39">
                  <c:v>0.6323529482</c:v>
                </c:pt>
                <c:pt idx="40">
                  <c:v>0.6323529482</c:v>
                </c:pt>
                <c:pt idx="41">
                  <c:v>0.6323529482</c:v>
                </c:pt>
                <c:pt idx="42">
                  <c:v>0.6323529482</c:v>
                </c:pt>
                <c:pt idx="43">
                  <c:v>0.6176470518</c:v>
                </c:pt>
                <c:pt idx="44">
                  <c:v>0.6176470518</c:v>
                </c:pt>
                <c:pt idx="45">
                  <c:v>0.6176470518</c:v>
                </c:pt>
                <c:pt idx="46">
                  <c:v>0.6176470518</c:v>
                </c:pt>
                <c:pt idx="47">
                  <c:v>0.6176470518</c:v>
                </c:pt>
                <c:pt idx="48">
                  <c:v>0.6176470518</c:v>
                </c:pt>
                <c:pt idx="49">
                  <c:v>0.6176470518</c:v>
                </c:pt>
                <c:pt idx="50">
                  <c:v>0.6176470518</c:v>
                </c:pt>
                <c:pt idx="51">
                  <c:v>0.6176470518</c:v>
                </c:pt>
                <c:pt idx="52">
                  <c:v>0.6176470518</c:v>
                </c:pt>
                <c:pt idx="53">
                  <c:v>0.6176470518</c:v>
                </c:pt>
                <c:pt idx="54">
                  <c:v>0.6176470518</c:v>
                </c:pt>
                <c:pt idx="55">
                  <c:v>0.6176470518</c:v>
                </c:pt>
                <c:pt idx="56">
                  <c:v>0.6176470518</c:v>
                </c:pt>
                <c:pt idx="57">
                  <c:v>0.6176470518</c:v>
                </c:pt>
                <c:pt idx="58">
                  <c:v>0.6176470518</c:v>
                </c:pt>
                <c:pt idx="59">
                  <c:v>0.6176470518</c:v>
                </c:pt>
                <c:pt idx="60">
                  <c:v>0.6176470518</c:v>
                </c:pt>
                <c:pt idx="61">
                  <c:v>0.6176470518</c:v>
                </c:pt>
                <c:pt idx="62">
                  <c:v>0.6176470518</c:v>
                </c:pt>
                <c:pt idx="63">
                  <c:v>0.6176470518</c:v>
                </c:pt>
                <c:pt idx="64">
                  <c:v>0.6176470518</c:v>
                </c:pt>
                <c:pt idx="65">
                  <c:v>0.6176470518</c:v>
                </c:pt>
                <c:pt idx="66">
                  <c:v>0.6176470518</c:v>
                </c:pt>
                <c:pt idx="67">
                  <c:v>0.6176470518</c:v>
                </c:pt>
                <c:pt idx="68">
                  <c:v>0.6176470518</c:v>
                </c:pt>
                <c:pt idx="69">
                  <c:v>0.6176470518</c:v>
                </c:pt>
                <c:pt idx="70">
                  <c:v>0.6176470518</c:v>
                </c:pt>
                <c:pt idx="71">
                  <c:v>0.6176470518</c:v>
                </c:pt>
                <c:pt idx="72">
                  <c:v>0.6176470518</c:v>
                </c:pt>
                <c:pt idx="73">
                  <c:v>0.6176470518</c:v>
                </c:pt>
                <c:pt idx="74">
                  <c:v>0.6176470518</c:v>
                </c:pt>
                <c:pt idx="75">
                  <c:v>0.6176470518</c:v>
                </c:pt>
                <c:pt idx="76">
                  <c:v>0.6176470518</c:v>
                </c:pt>
                <c:pt idx="77">
                  <c:v>0.6176470518</c:v>
                </c:pt>
                <c:pt idx="78">
                  <c:v>0.6176470518</c:v>
                </c:pt>
                <c:pt idx="79">
                  <c:v>0.6176470518</c:v>
                </c:pt>
                <c:pt idx="80">
                  <c:v>0.6176470518</c:v>
                </c:pt>
                <c:pt idx="81">
                  <c:v>0.6176470518</c:v>
                </c:pt>
                <c:pt idx="82">
                  <c:v>0.6176470518</c:v>
                </c:pt>
                <c:pt idx="83">
                  <c:v>0.6176470518</c:v>
                </c:pt>
                <c:pt idx="84">
                  <c:v>0.6176470518</c:v>
                </c:pt>
                <c:pt idx="85">
                  <c:v>0.6176470518</c:v>
                </c:pt>
                <c:pt idx="86">
                  <c:v>0.6176470518</c:v>
                </c:pt>
                <c:pt idx="87">
                  <c:v>0.6176470518</c:v>
                </c:pt>
                <c:pt idx="88">
                  <c:v>0.6176470518</c:v>
                </c:pt>
                <c:pt idx="89">
                  <c:v>0.6176470518</c:v>
                </c:pt>
                <c:pt idx="90">
                  <c:v>0.6176470518</c:v>
                </c:pt>
                <c:pt idx="91">
                  <c:v>0.6176470518</c:v>
                </c:pt>
                <c:pt idx="92">
                  <c:v>0.6176470518</c:v>
                </c:pt>
                <c:pt idx="93">
                  <c:v>0.6176470518</c:v>
                </c:pt>
                <c:pt idx="94">
                  <c:v>0.6176470518</c:v>
                </c:pt>
                <c:pt idx="95">
                  <c:v>0.6176470518</c:v>
                </c:pt>
                <c:pt idx="96">
                  <c:v>0.6176470518</c:v>
                </c:pt>
                <c:pt idx="97">
                  <c:v>0.6029411554</c:v>
                </c:pt>
                <c:pt idx="98">
                  <c:v>0.6176470518</c:v>
                </c:pt>
                <c:pt idx="99">
                  <c:v>0.6176470518</c:v>
                </c:pt>
              </c:numCache>
            </c:numRef>
          </c:yVal>
          <c:smooth val="0"/>
        </c:ser>
        <c:ser>
          <c:idx val="3"/>
          <c:order val="3"/>
          <c:tx>
            <c:v>20 人</c:v>
          </c:tx>
          <c:spPr>
            <a:ln xmlns:a="http://schemas.openxmlformats.org/drawingml/2006/main" w="25718">
              <a:solidFill>
                <a:srgbClr val="8F64B5"/>
              </a:solidFill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0%</c:formatCode>
                <c:ptCount val="100"/>
                <c:pt idx="0">
                  <c:v>0.6617646813</c:v>
                </c:pt>
                <c:pt idx="1">
                  <c:v>0.6617646813</c:v>
                </c:pt>
                <c:pt idx="2">
                  <c:v>0.6617646813</c:v>
                </c:pt>
                <c:pt idx="3">
                  <c:v>0.6617646813</c:v>
                </c:pt>
                <c:pt idx="4">
                  <c:v>0.6617646813</c:v>
                </c:pt>
                <c:pt idx="5">
                  <c:v>0.6617646813</c:v>
                </c:pt>
                <c:pt idx="6">
                  <c:v>0.6617646813</c:v>
                </c:pt>
                <c:pt idx="7">
                  <c:v>0.6617646813</c:v>
                </c:pt>
                <c:pt idx="8">
                  <c:v>0.6617646813</c:v>
                </c:pt>
                <c:pt idx="9">
                  <c:v>0.6617646813</c:v>
                </c:pt>
                <c:pt idx="10">
                  <c:v>0.6617646813</c:v>
                </c:pt>
                <c:pt idx="11">
                  <c:v>0.6617646813</c:v>
                </c:pt>
                <c:pt idx="12">
                  <c:v>0.6617646813</c:v>
                </c:pt>
                <c:pt idx="13">
                  <c:v>0.6617646813</c:v>
                </c:pt>
                <c:pt idx="14">
                  <c:v>0.6617646813</c:v>
                </c:pt>
                <c:pt idx="15">
                  <c:v>0.6617646813</c:v>
                </c:pt>
                <c:pt idx="16">
                  <c:v>0.6617646813</c:v>
                </c:pt>
                <c:pt idx="17">
                  <c:v>0.6617646813</c:v>
                </c:pt>
                <c:pt idx="18">
                  <c:v>0.6617646813</c:v>
                </c:pt>
                <c:pt idx="19">
                  <c:v>0.6617646813</c:v>
                </c:pt>
                <c:pt idx="20">
                  <c:v>0.6617646813</c:v>
                </c:pt>
                <c:pt idx="21">
                  <c:v>0.6764705777</c:v>
                </c:pt>
                <c:pt idx="22">
                  <c:v>0.6764705777</c:v>
                </c:pt>
                <c:pt idx="23">
                  <c:v>0.6764705777</c:v>
                </c:pt>
                <c:pt idx="24">
                  <c:v>0.6764705777</c:v>
                </c:pt>
                <c:pt idx="25">
                  <c:v>0.6764705777</c:v>
                </c:pt>
                <c:pt idx="26">
                  <c:v>0.6764705777</c:v>
                </c:pt>
                <c:pt idx="27">
                  <c:v>0.6764705777</c:v>
                </c:pt>
                <c:pt idx="28">
                  <c:v>0.6764705777</c:v>
                </c:pt>
                <c:pt idx="29">
                  <c:v>0.6764705777</c:v>
                </c:pt>
                <c:pt idx="30">
                  <c:v>0.6764705777</c:v>
                </c:pt>
                <c:pt idx="31">
                  <c:v>0.6764705777</c:v>
                </c:pt>
                <c:pt idx="32">
                  <c:v>0.6764705777</c:v>
                </c:pt>
                <c:pt idx="33">
                  <c:v>0.6764705777</c:v>
                </c:pt>
                <c:pt idx="34">
                  <c:v>0.6764705777</c:v>
                </c:pt>
                <c:pt idx="35">
                  <c:v>0.6617646813</c:v>
                </c:pt>
                <c:pt idx="36">
                  <c:v>0.6617646813</c:v>
                </c:pt>
                <c:pt idx="37">
                  <c:v>0.6617646813</c:v>
                </c:pt>
                <c:pt idx="38">
                  <c:v>0.6617646813</c:v>
                </c:pt>
                <c:pt idx="39">
                  <c:v>0.6617646813</c:v>
                </c:pt>
                <c:pt idx="40">
                  <c:v>0.6617646813</c:v>
                </c:pt>
                <c:pt idx="41">
                  <c:v>0.6617646813</c:v>
                </c:pt>
                <c:pt idx="42">
                  <c:v>0.6617646813</c:v>
                </c:pt>
                <c:pt idx="43">
                  <c:v>0.6617646813</c:v>
                </c:pt>
                <c:pt idx="44">
                  <c:v>0.6617646813</c:v>
                </c:pt>
                <c:pt idx="45">
                  <c:v>0.6617646813</c:v>
                </c:pt>
                <c:pt idx="46">
                  <c:v>0.6617646813</c:v>
                </c:pt>
                <c:pt idx="47">
                  <c:v>0.6617646813</c:v>
                </c:pt>
                <c:pt idx="48">
                  <c:v>0.6617646813</c:v>
                </c:pt>
                <c:pt idx="49">
                  <c:v>0.6617646813</c:v>
                </c:pt>
                <c:pt idx="50">
                  <c:v>0.6617646813</c:v>
                </c:pt>
                <c:pt idx="51">
                  <c:v>0.6617646813</c:v>
                </c:pt>
                <c:pt idx="52">
                  <c:v>0.6617646813</c:v>
                </c:pt>
                <c:pt idx="53">
                  <c:v>0.6617646813</c:v>
                </c:pt>
                <c:pt idx="54">
                  <c:v>0.6617646813</c:v>
                </c:pt>
                <c:pt idx="55">
                  <c:v>0.6617646813</c:v>
                </c:pt>
                <c:pt idx="56">
                  <c:v>0.6617646813</c:v>
                </c:pt>
                <c:pt idx="57">
                  <c:v>0.6617646813</c:v>
                </c:pt>
                <c:pt idx="58">
                  <c:v>0.6617646813</c:v>
                </c:pt>
                <c:pt idx="59">
                  <c:v>0.6617646813</c:v>
                </c:pt>
                <c:pt idx="60">
                  <c:v>0.6617646813</c:v>
                </c:pt>
                <c:pt idx="61">
                  <c:v>0.6617646813</c:v>
                </c:pt>
                <c:pt idx="62">
                  <c:v>0.6617646813</c:v>
                </c:pt>
                <c:pt idx="63">
                  <c:v>0.6617646813</c:v>
                </c:pt>
                <c:pt idx="64">
                  <c:v>0.6617646813</c:v>
                </c:pt>
                <c:pt idx="65">
                  <c:v>0.6617646813</c:v>
                </c:pt>
                <c:pt idx="66">
                  <c:v>0.6617646813</c:v>
                </c:pt>
                <c:pt idx="67">
                  <c:v>0.6617646813</c:v>
                </c:pt>
                <c:pt idx="68">
                  <c:v>0.6617646813</c:v>
                </c:pt>
                <c:pt idx="69">
                  <c:v>0.6617646813</c:v>
                </c:pt>
                <c:pt idx="70">
                  <c:v>0.6617646813</c:v>
                </c:pt>
                <c:pt idx="71">
                  <c:v>0.6617646813</c:v>
                </c:pt>
                <c:pt idx="72">
                  <c:v>0.6617646813</c:v>
                </c:pt>
                <c:pt idx="73">
                  <c:v>0.6617646813</c:v>
                </c:pt>
                <c:pt idx="74">
                  <c:v>0.6617646813</c:v>
                </c:pt>
                <c:pt idx="75">
                  <c:v>0.6617646813</c:v>
                </c:pt>
                <c:pt idx="76">
                  <c:v>0.6617646813</c:v>
                </c:pt>
                <c:pt idx="77">
                  <c:v>0.6617646813</c:v>
                </c:pt>
                <c:pt idx="78">
                  <c:v>0.6617646813</c:v>
                </c:pt>
                <c:pt idx="79">
                  <c:v>0.6617646813</c:v>
                </c:pt>
                <c:pt idx="80">
                  <c:v>0.6617646813</c:v>
                </c:pt>
                <c:pt idx="81">
                  <c:v>0.6764705777</c:v>
                </c:pt>
                <c:pt idx="82">
                  <c:v>0.6764705777</c:v>
                </c:pt>
                <c:pt idx="83">
                  <c:v>0.6764705777</c:v>
                </c:pt>
                <c:pt idx="84">
                  <c:v>0.6764705777</c:v>
                </c:pt>
                <c:pt idx="85">
                  <c:v>0.6764705777</c:v>
                </c:pt>
                <c:pt idx="86">
                  <c:v>0.6764705777</c:v>
                </c:pt>
                <c:pt idx="87">
                  <c:v>0.6764705777</c:v>
                </c:pt>
                <c:pt idx="88">
                  <c:v>0.6764705777</c:v>
                </c:pt>
                <c:pt idx="89">
                  <c:v>0.6764705777</c:v>
                </c:pt>
                <c:pt idx="90">
                  <c:v>0.6764705777</c:v>
                </c:pt>
                <c:pt idx="91">
                  <c:v>0.6764705777</c:v>
                </c:pt>
                <c:pt idx="92">
                  <c:v>0.6764705777</c:v>
                </c:pt>
                <c:pt idx="93">
                  <c:v>0.6764705777</c:v>
                </c:pt>
                <c:pt idx="94">
                  <c:v>0.6764705777</c:v>
                </c:pt>
                <c:pt idx="95">
                  <c:v>0.6764705777</c:v>
                </c:pt>
                <c:pt idx="96">
                  <c:v>0.6764705777</c:v>
                </c:pt>
                <c:pt idx="97">
                  <c:v>0.6764705777</c:v>
                </c:pt>
                <c:pt idx="98">
                  <c:v>0.6764705777</c:v>
                </c:pt>
                <c:pt idx="99">
                  <c:v>0.6764705777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8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验证 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532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3 人参考</c:v>
          </c:tx>
          <c:spPr>
            <a:ln xmlns:a="http://schemas.openxmlformats.org/drawingml/2006/main" w="25718">
              <a:solidFill>
                <a:srgbClr val="377EB8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0.0</c:formatCode>
                <c:ptCount val="100"/>
                <c:pt idx="0">
                  <c:v>1.2509633303</c:v>
                </c:pt>
                <c:pt idx="1">
                  <c:v>1.207734704</c:v>
                </c:pt>
                <c:pt idx="2">
                  <c:v>1.1683151722</c:v>
                </c:pt>
                <c:pt idx="3">
                  <c:v>1.133641243</c:v>
                </c:pt>
                <c:pt idx="4">
                  <c:v>1.1024879217</c:v>
                </c:pt>
                <c:pt idx="5">
                  <c:v>1.0721752644</c:v>
                </c:pt>
                <c:pt idx="6">
                  <c:v>1.0445455313</c:v>
                </c:pt>
                <c:pt idx="7">
                  <c:v>1.0202180147</c:v>
                </c:pt>
                <c:pt idx="8">
                  <c:v>0.9954071045</c:v>
                </c:pt>
                <c:pt idx="9">
                  <c:v>0.9735381007</c:v>
                </c:pt>
                <c:pt idx="10">
                  <c:v>0.9536769986</c:v>
                </c:pt>
                <c:pt idx="11">
                  <c:v>0.9358134866</c:v>
                </c:pt>
                <c:pt idx="12">
                  <c:v>0.9198679328</c:v>
                </c:pt>
                <c:pt idx="13">
                  <c:v>0.9045850635</c:v>
                </c:pt>
                <c:pt idx="14">
                  <c:v>0.8895663619</c:v>
                </c:pt>
                <c:pt idx="15">
                  <c:v>0.8783543706</c:v>
                </c:pt>
                <c:pt idx="16">
                  <c:v>0.8681533933</c:v>
                </c:pt>
                <c:pt idx="17">
                  <c:v>0.8584870696</c:v>
                </c:pt>
                <c:pt idx="18">
                  <c:v>0.8493401408</c:v>
                </c:pt>
                <c:pt idx="19">
                  <c:v>0.8416535258</c:v>
                </c:pt>
                <c:pt idx="20">
                  <c:v>0.8338104486</c:v>
                </c:pt>
                <c:pt idx="21">
                  <c:v>0.8268358111</c:v>
                </c:pt>
                <c:pt idx="22">
                  <c:v>0.8192450404</c:v>
                </c:pt>
                <c:pt idx="23">
                  <c:v>0.8125085235</c:v>
                </c:pt>
                <c:pt idx="24">
                  <c:v>0.8058670759</c:v>
                </c:pt>
                <c:pt idx="25">
                  <c:v>0.8005169034</c:v>
                </c:pt>
                <c:pt idx="26">
                  <c:v>0.7940351963</c:v>
                </c:pt>
                <c:pt idx="27">
                  <c:v>0.7870917916</c:v>
                </c:pt>
                <c:pt idx="28">
                  <c:v>0.7827666402</c:v>
                </c:pt>
                <c:pt idx="29">
                  <c:v>0.7780578136</c:v>
                </c:pt>
                <c:pt idx="30">
                  <c:v>0.7726483345</c:v>
                </c:pt>
                <c:pt idx="31">
                  <c:v>0.7681629062</c:v>
                </c:pt>
                <c:pt idx="32">
                  <c:v>0.7636266947</c:v>
                </c:pt>
                <c:pt idx="33">
                  <c:v>0.759578824</c:v>
                </c:pt>
                <c:pt idx="34">
                  <c:v>0.7571380138</c:v>
                </c:pt>
                <c:pt idx="35">
                  <c:v>0.7539854646</c:v>
                </c:pt>
                <c:pt idx="36">
                  <c:v>0.7514663339</c:v>
                </c:pt>
                <c:pt idx="37">
                  <c:v>0.7472850084</c:v>
                </c:pt>
                <c:pt idx="38">
                  <c:v>0.743796289</c:v>
                </c:pt>
                <c:pt idx="39">
                  <c:v>0.7399744391</c:v>
                </c:pt>
                <c:pt idx="40">
                  <c:v>0.7357415557</c:v>
                </c:pt>
                <c:pt idx="41">
                  <c:v>0.732154727</c:v>
                </c:pt>
                <c:pt idx="42">
                  <c:v>0.7295069695</c:v>
                </c:pt>
                <c:pt idx="43">
                  <c:v>0.7273920774</c:v>
                </c:pt>
                <c:pt idx="44">
                  <c:v>0.724876523</c:v>
                </c:pt>
                <c:pt idx="45">
                  <c:v>0.7223777175</c:v>
                </c:pt>
                <c:pt idx="46">
                  <c:v>0.7202487588</c:v>
                </c:pt>
                <c:pt idx="47">
                  <c:v>0.7181677818</c:v>
                </c:pt>
                <c:pt idx="48">
                  <c:v>0.7165514827</c:v>
                </c:pt>
                <c:pt idx="49">
                  <c:v>0.7150549293</c:v>
                </c:pt>
                <c:pt idx="50">
                  <c:v>0.7137979865</c:v>
                </c:pt>
                <c:pt idx="51">
                  <c:v>0.7114313841</c:v>
                </c:pt>
                <c:pt idx="52">
                  <c:v>0.7089091539</c:v>
                </c:pt>
                <c:pt idx="53">
                  <c:v>0.7052983642</c:v>
                </c:pt>
                <c:pt idx="54">
                  <c:v>0.7034752369</c:v>
                </c:pt>
                <c:pt idx="55">
                  <c:v>0.7016075253</c:v>
                </c:pt>
                <c:pt idx="56">
                  <c:v>0.699116528</c:v>
                </c:pt>
                <c:pt idx="57">
                  <c:v>0.6952528358</c:v>
                </c:pt>
                <c:pt idx="58">
                  <c:v>0.69364959</c:v>
                </c:pt>
                <c:pt idx="59">
                  <c:v>0.6933787465</c:v>
                </c:pt>
                <c:pt idx="60">
                  <c:v>0.6929255128</c:v>
                </c:pt>
                <c:pt idx="61">
                  <c:v>0.6922221184</c:v>
                </c:pt>
                <c:pt idx="62">
                  <c:v>0.6911215782</c:v>
                </c:pt>
                <c:pt idx="63">
                  <c:v>0.6908552051</c:v>
                </c:pt>
                <c:pt idx="64">
                  <c:v>0.6915456653</c:v>
                </c:pt>
                <c:pt idx="65">
                  <c:v>0.6906080842</c:v>
                </c:pt>
                <c:pt idx="66">
                  <c:v>0.6886869073</c:v>
                </c:pt>
                <c:pt idx="67">
                  <c:v>0.6880518794</c:v>
                </c:pt>
                <c:pt idx="68">
                  <c:v>0.6872368455</c:v>
                </c:pt>
                <c:pt idx="69">
                  <c:v>0.6862187982</c:v>
                </c:pt>
                <c:pt idx="70">
                  <c:v>0.6849280596</c:v>
                </c:pt>
                <c:pt idx="71">
                  <c:v>0.6830682755</c:v>
                </c:pt>
                <c:pt idx="72">
                  <c:v>0.6800649762</c:v>
                </c:pt>
                <c:pt idx="73">
                  <c:v>0.6779364347</c:v>
                </c:pt>
                <c:pt idx="74">
                  <c:v>0.6752842069</c:v>
                </c:pt>
                <c:pt idx="75">
                  <c:v>0.673104167</c:v>
                </c:pt>
                <c:pt idx="76">
                  <c:v>0.6708759069</c:v>
                </c:pt>
                <c:pt idx="77">
                  <c:v>0.6694792509</c:v>
                </c:pt>
                <c:pt idx="78">
                  <c:v>0.6684957743</c:v>
                </c:pt>
                <c:pt idx="79">
                  <c:v>0.6669925451</c:v>
                </c:pt>
                <c:pt idx="80">
                  <c:v>0.6674830317</c:v>
                </c:pt>
                <c:pt idx="81">
                  <c:v>0.6673616767</c:v>
                </c:pt>
                <c:pt idx="82">
                  <c:v>0.6670905352</c:v>
                </c:pt>
                <c:pt idx="83">
                  <c:v>0.6671464443</c:v>
                </c:pt>
                <c:pt idx="84">
                  <c:v>0.6674094796</c:v>
                </c:pt>
                <c:pt idx="85">
                  <c:v>0.6673068404</c:v>
                </c:pt>
                <c:pt idx="86">
                  <c:v>0.66704458</c:v>
                </c:pt>
                <c:pt idx="87">
                  <c:v>0.6665976644</c:v>
                </c:pt>
                <c:pt idx="88">
                  <c:v>0.6659616828</c:v>
                </c:pt>
                <c:pt idx="89">
                  <c:v>0.6658186316</c:v>
                </c:pt>
                <c:pt idx="90">
                  <c:v>0.6652027369</c:v>
                </c:pt>
                <c:pt idx="91">
                  <c:v>0.6642487645</c:v>
                </c:pt>
                <c:pt idx="92">
                  <c:v>0.6629524231</c:v>
                </c:pt>
                <c:pt idx="93">
                  <c:v>0.6605634093</c:v>
                </c:pt>
                <c:pt idx="94">
                  <c:v>0.6583048105</c:v>
                </c:pt>
                <c:pt idx="95">
                  <c:v>0.6564116478</c:v>
                </c:pt>
                <c:pt idx="96">
                  <c:v>0.6545262933</c:v>
                </c:pt>
                <c:pt idx="97">
                  <c:v>0.654106915</c:v>
                </c:pt>
                <c:pt idx="98">
                  <c:v>0.6528973579</c:v>
                </c:pt>
                <c:pt idx="99">
                  <c:v>0.6523430943</c:v>
                </c:pt>
              </c:numCache>
            </c:numRef>
          </c:yVal>
          <c:smooth val="0"/>
        </c:ser>
        <c:ser>
          <c:idx val="1"/>
          <c:order val="1"/>
          <c:tx>
            <c:v>5 人</c:v>
          </c:tx>
          <c:spPr>
            <a:ln xmlns:a="http://schemas.openxmlformats.org/drawingml/2006/main" w="25718">
              <a:solidFill>
                <a:srgbClr val="DF7E2A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0.0</c:formatCode>
                <c:ptCount val="100"/>
                <c:pt idx="0">
                  <c:v>1.1314687729</c:v>
                </c:pt>
                <c:pt idx="1">
                  <c:v>1.0949554443</c:v>
                </c:pt>
                <c:pt idx="2">
                  <c:v>1.0651392937</c:v>
                </c:pt>
                <c:pt idx="3">
                  <c:v>1.0375378132</c:v>
                </c:pt>
                <c:pt idx="4">
                  <c:v>1.0130010843</c:v>
                </c:pt>
                <c:pt idx="5">
                  <c:v>0.9895125031</c:v>
                </c:pt>
                <c:pt idx="6">
                  <c:v>0.967094183</c:v>
                </c:pt>
                <c:pt idx="7">
                  <c:v>0.9455154538</c:v>
                </c:pt>
                <c:pt idx="8">
                  <c:v>0.9269754887</c:v>
                </c:pt>
                <c:pt idx="9">
                  <c:v>0.9094087481</c:v>
                </c:pt>
                <c:pt idx="10">
                  <c:v>0.895119071</c:v>
                </c:pt>
                <c:pt idx="11">
                  <c:v>0.8832146525</c:v>
                </c:pt>
                <c:pt idx="12">
                  <c:v>0.8718467951</c:v>
                </c:pt>
                <c:pt idx="13">
                  <c:v>0.8600577712</c:v>
                </c:pt>
                <c:pt idx="14">
                  <c:v>0.8496974707</c:v>
                </c:pt>
                <c:pt idx="15">
                  <c:v>0.8416298628</c:v>
                </c:pt>
                <c:pt idx="16">
                  <c:v>0.8338491917</c:v>
                </c:pt>
                <c:pt idx="17">
                  <c:v>0.8257212639</c:v>
                </c:pt>
                <c:pt idx="18">
                  <c:v>0.8185543418</c:v>
                </c:pt>
                <c:pt idx="19">
                  <c:v>0.812949121</c:v>
                </c:pt>
                <c:pt idx="20">
                  <c:v>0.8069555759</c:v>
                </c:pt>
                <c:pt idx="21">
                  <c:v>0.8019630313</c:v>
                </c:pt>
                <c:pt idx="22">
                  <c:v>0.7968019843</c:v>
                </c:pt>
                <c:pt idx="23">
                  <c:v>0.792247951</c:v>
                </c:pt>
                <c:pt idx="24">
                  <c:v>0.7855898142</c:v>
                </c:pt>
                <c:pt idx="25">
                  <c:v>0.7807664275</c:v>
                </c:pt>
                <c:pt idx="26">
                  <c:v>0.7751097679</c:v>
                </c:pt>
                <c:pt idx="27">
                  <c:v>0.7700073123</c:v>
                </c:pt>
                <c:pt idx="28">
                  <c:v>0.7661474347</c:v>
                </c:pt>
                <c:pt idx="29">
                  <c:v>0.7631365657</c:v>
                </c:pt>
                <c:pt idx="30">
                  <c:v>0.7578816414</c:v>
                </c:pt>
                <c:pt idx="31">
                  <c:v>0.7540349364</c:v>
                </c:pt>
                <c:pt idx="32">
                  <c:v>0.7507529259</c:v>
                </c:pt>
                <c:pt idx="33">
                  <c:v>0.7478545308</c:v>
                </c:pt>
                <c:pt idx="34">
                  <c:v>0.7457300425</c:v>
                </c:pt>
                <c:pt idx="35">
                  <c:v>0.7424883246</c:v>
                </c:pt>
                <c:pt idx="36">
                  <c:v>0.7402042747</c:v>
                </c:pt>
                <c:pt idx="37">
                  <c:v>0.7364225388</c:v>
                </c:pt>
                <c:pt idx="38">
                  <c:v>0.7330631614</c:v>
                </c:pt>
                <c:pt idx="39">
                  <c:v>0.7306094766</c:v>
                </c:pt>
                <c:pt idx="40">
                  <c:v>0.7272763252</c:v>
                </c:pt>
                <c:pt idx="41">
                  <c:v>0.7247124314</c:v>
                </c:pt>
                <c:pt idx="42">
                  <c:v>0.7220912576</c:v>
                </c:pt>
                <c:pt idx="43">
                  <c:v>0.7208122015</c:v>
                </c:pt>
                <c:pt idx="44">
                  <c:v>0.7176650763</c:v>
                </c:pt>
                <c:pt idx="45">
                  <c:v>0.7149867415</c:v>
                </c:pt>
                <c:pt idx="46">
                  <c:v>0.713565588</c:v>
                </c:pt>
                <c:pt idx="47">
                  <c:v>0.7116112709</c:v>
                </c:pt>
                <c:pt idx="48">
                  <c:v>0.7112336159</c:v>
                </c:pt>
                <c:pt idx="49">
                  <c:v>0.709749639</c:v>
                </c:pt>
                <c:pt idx="50">
                  <c:v>0.7077317238</c:v>
                </c:pt>
                <c:pt idx="51">
                  <c:v>0.7052710056</c:v>
                </c:pt>
                <c:pt idx="52">
                  <c:v>0.7025765777</c:v>
                </c:pt>
                <c:pt idx="53">
                  <c:v>0.6988196373</c:v>
                </c:pt>
                <c:pt idx="54">
                  <c:v>0.6974315643</c:v>
                </c:pt>
                <c:pt idx="55">
                  <c:v>0.6969873905</c:v>
                </c:pt>
                <c:pt idx="56">
                  <c:v>0.6960490346</c:v>
                </c:pt>
                <c:pt idx="57">
                  <c:v>0.6928162575</c:v>
                </c:pt>
                <c:pt idx="58">
                  <c:v>0.6915851235</c:v>
                </c:pt>
                <c:pt idx="59">
                  <c:v>0.6914926767</c:v>
                </c:pt>
                <c:pt idx="60">
                  <c:v>0.6917853355</c:v>
                </c:pt>
                <c:pt idx="61">
                  <c:v>0.6904860735</c:v>
                </c:pt>
                <c:pt idx="62">
                  <c:v>0.6902732253</c:v>
                </c:pt>
                <c:pt idx="63">
                  <c:v>0.6892248988</c:v>
                </c:pt>
                <c:pt idx="64">
                  <c:v>0.6890040636</c:v>
                </c:pt>
                <c:pt idx="65">
                  <c:v>0.6871957183</c:v>
                </c:pt>
                <c:pt idx="66">
                  <c:v>0.6847073436</c:v>
                </c:pt>
                <c:pt idx="67">
                  <c:v>0.6835415959</c:v>
                </c:pt>
                <c:pt idx="68">
                  <c:v>0.6818147898</c:v>
                </c:pt>
                <c:pt idx="69">
                  <c:v>0.6811437011</c:v>
                </c:pt>
                <c:pt idx="70">
                  <c:v>0.6804808378</c:v>
                </c:pt>
                <c:pt idx="71">
                  <c:v>0.6795685887</c:v>
                </c:pt>
                <c:pt idx="72">
                  <c:v>0.6793405414</c:v>
                </c:pt>
                <c:pt idx="73">
                  <c:v>0.6785724163</c:v>
                </c:pt>
                <c:pt idx="74">
                  <c:v>0.677292645</c:v>
                </c:pt>
                <c:pt idx="75">
                  <c:v>0.6760291457</c:v>
                </c:pt>
                <c:pt idx="76">
                  <c:v>0.675462544</c:v>
                </c:pt>
                <c:pt idx="77">
                  <c:v>0.6747714877</c:v>
                </c:pt>
                <c:pt idx="78">
                  <c:v>0.6736193299</c:v>
                </c:pt>
                <c:pt idx="79">
                  <c:v>0.6723288298</c:v>
                </c:pt>
                <c:pt idx="80">
                  <c:v>0.6717941761</c:v>
                </c:pt>
                <c:pt idx="81">
                  <c:v>0.6720894575</c:v>
                </c:pt>
                <c:pt idx="82">
                  <c:v>0.6720481515</c:v>
                </c:pt>
                <c:pt idx="83">
                  <c:v>0.6718556285</c:v>
                </c:pt>
                <c:pt idx="84">
                  <c:v>0.6716674566</c:v>
                </c:pt>
                <c:pt idx="85">
                  <c:v>0.6720184088</c:v>
                </c:pt>
                <c:pt idx="86">
                  <c:v>0.6724988222</c:v>
                </c:pt>
                <c:pt idx="87">
                  <c:v>0.672078073</c:v>
                </c:pt>
                <c:pt idx="88">
                  <c:v>0.6719494462</c:v>
                </c:pt>
                <c:pt idx="89">
                  <c:v>0.6726231575</c:v>
                </c:pt>
                <c:pt idx="90">
                  <c:v>0.6729068756</c:v>
                </c:pt>
                <c:pt idx="91">
                  <c:v>0.673563242</c:v>
                </c:pt>
                <c:pt idx="92">
                  <c:v>0.6725210547</c:v>
                </c:pt>
                <c:pt idx="93">
                  <c:v>0.6721960902</c:v>
                </c:pt>
                <c:pt idx="94">
                  <c:v>0.6717644334</c:v>
                </c:pt>
                <c:pt idx="95">
                  <c:v>0.6706818342</c:v>
                </c:pt>
                <c:pt idx="96">
                  <c:v>0.6699035764</c:v>
                </c:pt>
                <c:pt idx="97">
                  <c:v>0.6689581871</c:v>
                </c:pt>
                <c:pt idx="98">
                  <c:v>0.6670277119</c:v>
                </c:pt>
                <c:pt idx="99">
                  <c:v>0.6662688255</c:v>
                </c:pt>
              </c:numCache>
            </c:numRef>
          </c:yVal>
          <c:smooth val="0"/>
        </c:ser>
        <c:ser>
          <c:idx val="2"/>
          <c:order val="2"/>
          <c:tx>
            <c:v>10 人</c:v>
          </c:tx>
          <c:spPr>
            <a:ln xmlns:a="http://schemas.openxmlformats.org/drawingml/2006/main" w="25718">
              <a:solidFill>
                <a:srgbClr val="4A9849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0.0</c:formatCode>
                <c:ptCount val="100"/>
                <c:pt idx="0">
                  <c:v>0.982352078</c:v>
                </c:pt>
                <c:pt idx="1">
                  <c:v>0.954650104</c:v>
                </c:pt>
                <c:pt idx="2">
                  <c:v>0.9301823974</c:v>
                </c:pt>
                <c:pt idx="3">
                  <c:v>0.907314539</c:v>
                </c:pt>
                <c:pt idx="4">
                  <c:v>0.8871856928</c:v>
                </c:pt>
                <c:pt idx="5">
                  <c:v>0.8697327971</c:v>
                </c:pt>
                <c:pt idx="6">
                  <c:v>0.8531864882</c:v>
                </c:pt>
                <c:pt idx="7">
                  <c:v>0.8371241093</c:v>
                </c:pt>
                <c:pt idx="8">
                  <c:v>0.8208889365</c:v>
                </c:pt>
                <c:pt idx="9">
                  <c:v>0.8067592382</c:v>
                </c:pt>
                <c:pt idx="10">
                  <c:v>0.7952742577</c:v>
                </c:pt>
                <c:pt idx="11">
                  <c:v>0.7850292921</c:v>
                </c:pt>
                <c:pt idx="12">
                  <c:v>0.7761913538</c:v>
                </c:pt>
                <c:pt idx="13">
                  <c:v>0.7681232691</c:v>
                </c:pt>
                <c:pt idx="14">
                  <c:v>0.7610840797</c:v>
                </c:pt>
                <c:pt idx="15">
                  <c:v>0.7546050549</c:v>
                </c:pt>
                <c:pt idx="16">
                  <c:v>0.7485388517</c:v>
                </c:pt>
                <c:pt idx="17">
                  <c:v>0.7424896359</c:v>
                </c:pt>
                <c:pt idx="18">
                  <c:v>0.7372850776</c:v>
                </c:pt>
                <c:pt idx="19">
                  <c:v>0.7323697209</c:v>
                </c:pt>
                <c:pt idx="20">
                  <c:v>0.727037251</c:v>
                </c:pt>
                <c:pt idx="21">
                  <c:v>0.7226172686</c:v>
                </c:pt>
                <c:pt idx="22">
                  <c:v>0.7194499969</c:v>
                </c:pt>
                <c:pt idx="23">
                  <c:v>0.7157686353</c:v>
                </c:pt>
                <c:pt idx="24">
                  <c:v>0.7124625444</c:v>
                </c:pt>
                <c:pt idx="25">
                  <c:v>0.7098633051</c:v>
                </c:pt>
                <c:pt idx="26">
                  <c:v>0.7073791027</c:v>
                </c:pt>
                <c:pt idx="27">
                  <c:v>0.704882741</c:v>
                </c:pt>
                <c:pt idx="28">
                  <c:v>0.7027330399</c:v>
                </c:pt>
                <c:pt idx="29">
                  <c:v>0.7009456754</c:v>
                </c:pt>
                <c:pt idx="30">
                  <c:v>0.6990711093</c:v>
                </c:pt>
                <c:pt idx="31">
                  <c:v>0.6975579262</c:v>
                </c:pt>
                <c:pt idx="32">
                  <c:v>0.6958585978</c:v>
                </c:pt>
                <c:pt idx="33">
                  <c:v>0.6941635013</c:v>
                </c:pt>
                <c:pt idx="34">
                  <c:v>0.6928300858</c:v>
                </c:pt>
                <c:pt idx="35">
                  <c:v>0.691518724</c:v>
                </c:pt>
                <c:pt idx="36">
                  <c:v>0.6907715797</c:v>
                </c:pt>
                <c:pt idx="37">
                  <c:v>0.689645052</c:v>
                </c:pt>
                <c:pt idx="38">
                  <c:v>0.6879749298</c:v>
                </c:pt>
                <c:pt idx="39">
                  <c:v>0.6866461635</c:v>
                </c:pt>
                <c:pt idx="40">
                  <c:v>0.6855269074</c:v>
                </c:pt>
                <c:pt idx="41">
                  <c:v>0.6845360994</c:v>
                </c:pt>
                <c:pt idx="42">
                  <c:v>0.6834849715</c:v>
                </c:pt>
                <c:pt idx="43">
                  <c:v>0.6826822758</c:v>
                </c:pt>
                <c:pt idx="44">
                  <c:v>0.681671679</c:v>
                </c:pt>
                <c:pt idx="45">
                  <c:v>0.6809353232</c:v>
                </c:pt>
                <c:pt idx="46">
                  <c:v>0.680680275</c:v>
                </c:pt>
                <c:pt idx="47">
                  <c:v>0.6807789803</c:v>
                </c:pt>
                <c:pt idx="48">
                  <c:v>0.6806917787</c:v>
                </c:pt>
                <c:pt idx="49">
                  <c:v>0.6802952886</c:v>
                </c:pt>
                <c:pt idx="50">
                  <c:v>0.6800943613</c:v>
                </c:pt>
                <c:pt idx="51">
                  <c:v>0.6795740128</c:v>
                </c:pt>
                <c:pt idx="52">
                  <c:v>0.6790403128</c:v>
                </c:pt>
                <c:pt idx="53">
                  <c:v>0.6783803105</c:v>
                </c:pt>
                <c:pt idx="54">
                  <c:v>0.6780572534</c:v>
                </c:pt>
                <c:pt idx="55">
                  <c:v>0.6776143312</c:v>
                </c:pt>
                <c:pt idx="56">
                  <c:v>0.6771224737</c:v>
                </c:pt>
                <c:pt idx="57">
                  <c:v>0.6764627695</c:v>
                </c:pt>
                <c:pt idx="58">
                  <c:v>0.6761264205</c:v>
                </c:pt>
                <c:pt idx="59">
                  <c:v>0.6760852337</c:v>
                </c:pt>
                <c:pt idx="60">
                  <c:v>0.6755886674</c:v>
                </c:pt>
                <c:pt idx="61">
                  <c:v>0.6751853824</c:v>
                </c:pt>
                <c:pt idx="62">
                  <c:v>0.6750939488</c:v>
                </c:pt>
                <c:pt idx="63">
                  <c:v>0.674960494</c:v>
                </c:pt>
                <c:pt idx="64">
                  <c:v>0.6749768257</c:v>
                </c:pt>
                <c:pt idx="65">
                  <c:v>0.674659729</c:v>
                </c:pt>
                <c:pt idx="66">
                  <c:v>0.6743952036</c:v>
                </c:pt>
                <c:pt idx="67">
                  <c:v>0.6743575931</c:v>
                </c:pt>
                <c:pt idx="68">
                  <c:v>0.674169302</c:v>
                </c:pt>
                <c:pt idx="69">
                  <c:v>0.6740914583</c:v>
                </c:pt>
                <c:pt idx="70">
                  <c:v>0.6740803719</c:v>
                </c:pt>
                <c:pt idx="71">
                  <c:v>0.6742208004</c:v>
                </c:pt>
                <c:pt idx="72">
                  <c:v>0.6741924286</c:v>
                </c:pt>
                <c:pt idx="73">
                  <c:v>0.6739013791</c:v>
                </c:pt>
                <c:pt idx="74">
                  <c:v>0.6736053228</c:v>
                </c:pt>
                <c:pt idx="75">
                  <c:v>0.6733350754</c:v>
                </c:pt>
                <c:pt idx="76">
                  <c:v>0.6729412079</c:v>
                </c:pt>
                <c:pt idx="77">
                  <c:v>0.6726612449</c:v>
                </c:pt>
                <c:pt idx="78">
                  <c:v>0.6722656488</c:v>
                </c:pt>
                <c:pt idx="79">
                  <c:v>0.6717980504</c:v>
                </c:pt>
                <c:pt idx="80">
                  <c:v>0.6716268063</c:v>
                </c:pt>
                <c:pt idx="81">
                  <c:v>0.6713598967</c:v>
                </c:pt>
                <c:pt idx="82">
                  <c:v>0.6713092327</c:v>
                </c:pt>
                <c:pt idx="83">
                  <c:v>0.6713222265</c:v>
                </c:pt>
                <c:pt idx="84">
                  <c:v>0.6711140871</c:v>
                </c:pt>
                <c:pt idx="85">
                  <c:v>0.6707600951</c:v>
                </c:pt>
                <c:pt idx="86">
                  <c:v>0.6703112125</c:v>
                </c:pt>
                <c:pt idx="87">
                  <c:v>0.6696935892</c:v>
                </c:pt>
                <c:pt idx="88">
                  <c:v>0.6693553925</c:v>
                </c:pt>
                <c:pt idx="89">
                  <c:v>0.669398725</c:v>
                </c:pt>
                <c:pt idx="90">
                  <c:v>0.669255197</c:v>
                </c:pt>
                <c:pt idx="91">
                  <c:v>0.6693989038</c:v>
                </c:pt>
                <c:pt idx="92">
                  <c:v>0.6692048311</c:v>
                </c:pt>
                <c:pt idx="93">
                  <c:v>0.6688073874</c:v>
                </c:pt>
                <c:pt idx="94">
                  <c:v>0.6686395407</c:v>
                </c:pt>
                <c:pt idx="95">
                  <c:v>0.668541491</c:v>
                </c:pt>
                <c:pt idx="96">
                  <c:v>0.6683869958</c:v>
                </c:pt>
                <c:pt idx="97">
                  <c:v>0.6683138013</c:v>
                </c:pt>
                <c:pt idx="98">
                  <c:v>0.668122232</c:v>
                </c:pt>
                <c:pt idx="99">
                  <c:v>0.6678248048</c:v>
                </c:pt>
              </c:numCache>
            </c:numRef>
          </c:yVal>
          <c:smooth val="0"/>
        </c:ser>
        <c:ser>
          <c:idx val="3"/>
          <c:order val="3"/>
          <c:tx>
            <c:v>20 人</c:v>
          </c:tx>
          <c:spPr>
            <a:ln xmlns:a="http://schemas.openxmlformats.org/drawingml/2006/main" w="25718">
              <a:solidFill>
                <a:srgbClr val="8F64B5"/>
              </a:solidFill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0.0</c:formatCode>
                <c:ptCount val="100"/>
                <c:pt idx="0">
                  <c:v>0.8262582421</c:v>
                </c:pt>
                <c:pt idx="1">
                  <c:v>0.8040970564</c:v>
                </c:pt>
                <c:pt idx="2">
                  <c:v>0.7835472226</c:v>
                </c:pt>
                <c:pt idx="3">
                  <c:v>0.7644414902</c:v>
                </c:pt>
                <c:pt idx="4">
                  <c:v>0.7472415566</c:v>
                </c:pt>
                <c:pt idx="5">
                  <c:v>0.7314608693</c:v>
                </c:pt>
                <c:pt idx="6">
                  <c:v>0.7188630104</c:v>
                </c:pt>
                <c:pt idx="7">
                  <c:v>0.7057329416</c:v>
                </c:pt>
                <c:pt idx="8">
                  <c:v>0.6948484182</c:v>
                </c:pt>
                <c:pt idx="9">
                  <c:v>0.6860208511</c:v>
                </c:pt>
                <c:pt idx="10">
                  <c:v>0.6780662537</c:v>
                </c:pt>
                <c:pt idx="11">
                  <c:v>0.6714857817</c:v>
                </c:pt>
                <c:pt idx="12">
                  <c:v>0.6647680402</c:v>
                </c:pt>
                <c:pt idx="13">
                  <c:v>0.6589423418</c:v>
                </c:pt>
                <c:pt idx="14">
                  <c:v>0.6540373564</c:v>
                </c:pt>
                <c:pt idx="15">
                  <c:v>0.6496785879</c:v>
                </c:pt>
                <c:pt idx="16">
                  <c:v>0.6451122165</c:v>
                </c:pt>
                <c:pt idx="17">
                  <c:v>0.6417169571</c:v>
                </c:pt>
                <c:pt idx="18">
                  <c:v>0.6393066049</c:v>
                </c:pt>
                <c:pt idx="19">
                  <c:v>0.6376877427</c:v>
                </c:pt>
                <c:pt idx="20">
                  <c:v>0.6357802749</c:v>
                </c:pt>
                <c:pt idx="21">
                  <c:v>0.6341096163</c:v>
                </c:pt>
                <c:pt idx="22">
                  <c:v>0.6330426335</c:v>
                </c:pt>
                <c:pt idx="23">
                  <c:v>0.6318881512</c:v>
                </c:pt>
                <c:pt idx="24">
                  <c:v>0.630651474</c:v>
                </c:pt>
                <c:pt idx="25">
                  <c:v>0.6300520897</c:v>
                </c:pt>
                <c:pt idx="26">
                  <c:v>0.6288257241</c:v>
                </c:pt>
                <c:pt idx="27">
                  <c:v>0.6277888417</c:v>
                </c:pt>
                <c:pt idx="28">
                  <c:v>0.6271107793</c:v>
                </c:pt>
                <c:pt idx="29">
                  <c:v>0.6266543865</c:v>
                </c:pt>
                <c:pt idx="30">
                  <c:v>0.6260604262</c:v>
                </c:pt>
                <c:pt idx="31">
                  <c:v>0.6257098317</c:v>
                </c:pt>
                <c:pt idx="32">
                  <c:v>0.6253454089</c:v>
                </c:pt>
                <c:pt idx="33">
                  <c:v>0.6250109076</c:v>
                </c:pt>
                <c:pt idx="34">
                  <c:v>0.6247130632</c:v>
                </c:pt>
                <c:pt idx="35">
                  <c:v>0.6245678067</c:v>
                </c:pt>
                <c:pt idx="36">
                  <c:v>0.6245864034</c:v>
                </c:pt>
                <c:pt idx="37">
                  <c:v>0.6243329644</c:v>
                </c:pt>
                <c:pt idx="38">
                  <c:v>0.6240566373</c:v>
                </c:pt>
                <c:pt idx="39">
                  <c:v>0.623840034</c:v>
                </c:pt>
                <c:pt idx="40">
                  <c:v>0.6236297488</c:v>
                </c:pt>
                <c:pt idx="41">
                  <c:v>0.6233012676</c:v>
                </c:pt>
                <c:pt idx="42">
                  <c:v>0.6229822636</c:v>
                </c:pt>
                <c:pt idx="43">
                  <c:v>0.6229935288</c:v>
                </c:pt>
                <c:pt idx="44">
                  <c:v>0.6228128076</c:v>
                </c:pt>
                <c:pt idx="45">
                  <c:v>0.6227502823</c:v>
                </c:pt>
                <c:pt idx="46">
                  <c:v>0.6228232384</c:v>
                </c:pt>
                <c:pt idx="47">
                  <c:v>0.6227802038</c:v>
                </c:pt>
                <c:pt idx="48">
                  <c:v>0.6228020787</c:v>
                </c:pt>
                <c:pt idx="49">
                  <c:v>0.6227753758</c:v>
                </c:pt>
                <c:pt idx="50">
                  <c:v>0.6226811409</c:v>
                </c:pt>
                <c:pt idx="51">
                  <c:v>0.622574687</c:v>
                </c:pt>
                <c:pt idx="52">
                  <c:v>0.622494638</c:v>
                </c:pt>
                <c:pt idx="53">
                  <c:v>0.6223416328</c:v>
                </c:pt>
                <c:pt idx="54">
                  <c:v>0.6221752763</c:v>
                </c:pt>
                <c:pt idx="55">
                  <c:v>0.62220186</c:v>
                </c:pt>
                <c:pt idx="56">
                  <c:v>0.6220928431</c:v>
                </c:pt>
                <c:pt idx="57">
                  <c:v>0.6220205426</c:v>
                </c:pt>
                <c:pt idx="58">
                  <c:v>0.6220415831</c:v>
                </c:pt>
                <c:pt idx="59">
                  <c:v>0.6221083403</c:v>
                </c:pt>
                <c:pt idx="60">
                  <c:v>0.6220326424</c:v>
                </c:pt>
                <c:pt idx="61">
                  <c:v>0.6218936443</c:v>
                </c:pt>
                <c:pt idx="62">
                  <c:v>0.6217710376</c:v>
                </c:pt>
                <c:pt idx="63">
                  <c:v>0.6218232512</c:v>
                </c:pt>
                <c:pt idx="64">
                  <c:v>0.6216400266</c:v>
                </c:pt>
                <c:pt idx="65">
                  <c:v>0.6215283275</c:v>
                </c:pt>
                <c:pt idx="66">
                  <c:v>0.6211410761</c:v>
                </c:pt>
                <c:pt idx="67">
                  <c:v>0.6211168766</c:v>
                </c:pt>
                <c:pt idx="68">
                  <c:v>0.6207196712</c:v>
                </c:pt>
                <c:pt idx="69">
                  <c:v>0.620552063</c:v>
                </c:pt>
                <c:pt idx="70">
                  <c:v>0.6203963161</c:v>
                </c:pt>
                <c:pt idx="71">
                  <c:v>0.62030375</c:v>
                </c:pt>
                <c:pt idx="72">
                  <c:v>0.6199769974</c:v>
                </c:pt>
                <c:pt idx="73">
                  <c:v>0.6196511984</c:v>
                </c:pt>
                <c:pt idx="74">
                  <c:v>0.6194272041</c:v>
                </c:pt>
                <c:pt idx="75">
                  <c:v>0.6193118095</c:v>
                </c:pt>
                <c:pt idx="76">
                  <c:v>0.6189624667</c:v>
                </c:pt>
                <c:pt idx="77">
                  <c:v>0.6183766723</c:v>
                </c:pt>
                <c:pt idx="78">
                  <c:v>0.6178241968</c:v>
                </c:pt>
                <c:pt idx="79">
                  <c:v>0.617439568</c:v>
                </c:pt>
                <c:pt idx="80">
                  <c:v>0.6170778871</c:v>
                </c:pt>
                <c:pt idx="81">
                  <c:v>0.6167141795</c:v>
                </c:pt>
                <c:pt idx="82">
                  <c:v>0.6165583134</c:v>
                </c:pt>
                <c:pt idx="83">
                  <c:v>0.6164706945</c:v>
                </c:pt>
                <c:pt idx="84">
                  <c:v>0.6163423061</c:v>
                </c:pt>
                <c:pt idx="85">
                  <c:v>0.6160954237</c:v>
                </c:pt>
                <c:pt idx="86">
                  <c:v>0.6157756448</c:v>
                </c:pt>
                <c:pt idx="87">
                  <c:v>0.6155136228</c:v>
                </c:pt>
                <c:pt idx="88">
                  <c:v>0.615100503</c:v>
                </c:pt>
                <c:pt idx="89">
                  <c:v>0.6145974994</c:v>
                </c:pt>
                <c:pt idx="90">
                  <c:v>0.6141473651</c:v>
                </c:pt>
                <c:pt idx="91">
                  <c:v>0.6141497493</c:v>
                </c:pt>
                <c:pt idx="92">
                  <c:v>0.6141124964</c:v>
                </c:pt>
                <c:pt idx="93">
                  <c:v>0.6138430834</c:v>
                </c:pt>
                <c:pt idx="94">
                  <c:v>0.6136385798</c:v>
                </c:pt>
                <c:pt idx="95">
                  <c:v>0.6132777929</c:v>
                </c:pt>
                <c:pt idx="96">
                  <c:v>0.6128252745</c:v>
                </c:pt>
                <c:pt idx="97">
                  <c:v>0.6122818589</c:v>
                </c:pt>
                <c:pt idx="98">
                  <c:v>0.6117476225</c:v>
                </c:pt>
                <c:pt idx="99">
                  <c:v>0.6115164161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3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75DFA-1B6D-4379-B3A2-EAD75946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预训练数据量：统一在 S21 上比较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55AF4-A019-4F9A-B4F6-179575DD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842B2-2A8E-48BB-BE81-0487BD8A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目的：观察更多预训练被试是否带来更好的目标被试迁移。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5091A-E781-4F96-8304-A57D66575479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762250"/>
                <a:gridCol w="4857750"/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预训练组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训练窗口数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 微调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S01/S02/S05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17,185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Session 2 Base，相同划分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S01–S05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28,056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Session 2 Base，相同划分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S01–S10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55,429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Session 2 Base，相同划分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S01–S20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108,111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Session 2 Base，相同划分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E152A-B1A8-4D69-9CAA-2BD6958E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普通 EEGConformer，ME 拇指 / 小指，depth=1，3 秒</a:t>
            </a:r>
          </a:p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每组运行 1 次，seed=42。3 人组复用旧预训练权重并重新微调。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00A02-CCDD-47C5-B266-0F622906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先按 trial 划分再分窗，S21 验证均为 68 个窗口。按 batch=32 从磁盘分批加载。</a:t>
            </a:r>
          </a:p>
        </p:txBody>
      </p:sp>
    </p:spTree>
    <p:extLst>
      <p:ext uri="{BB962C8B-B14F-4D97-AF65-F5344CB8AC3E}">
        <p14:creationId xmlns:p14="http://schemas.microsoft.com/office/powerpoint/2010/main" val="528337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E6606-6B20-4157-96A8-06A64E55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S21 准确率提高，loss 未单调下降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11667-3F1B-4F9B-9D2E-485E358A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AA3319C-ACBA-46DF-BB54-14641E8EE044}"/>
              </a:ext>
            </a:extLst>
          </p:cNvPr>
          <p:cNvGraphicFramePr/>
          <p:nvPr/>
        </p:nvGraphicFramePr>
        <p:xfrm>
          <a:off xmlns:a="http://schemas.openxmlformats.org/drawingml/2006/main" x="428625" y="1333500"/>
          <a:ext xmlns:a="http://schemas.openxmlformats.org/drawingml/2006/main" cx="56197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6ad4f1063d40bb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5D28E27-14CA-402A-8E68-667F76400EAA}"/>
              </a:ext>
            </a:extLst>
          </p:cNvPr>
          <p:cNvGraphicFramePr/>
          <p:nvPr/>
        </p:nvGraphicFramePr>
        <p:xfrm>
          <a:off xmlns:a="http://schemas.openxmlformats.org/drawingml/2006/main" x="6381750" y="1333500"/>
          <a:ext xmlns:a="http://schemas.openxmlformats.org/drawingml/2006/main" cx="56197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6dbae40abf402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4FFAA-8365-4B41-BD97-1ADF292D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20 人组比 3 人参考组提高 11.76 个百分点。Acc 与 loss 来自同一最佳准确率模型。</a:t>
            </a:r>
          </a:p>
        </p:txBody>
      </p:sp>
    </p:spTree>
    <p:extLst>
      <p:ext uri="{BB962C8B-B14F-4D97-AF65-F5344CB8AC3E}">
        <p14:creationId xmlns:p14="http://schemas.microsoft.com/office/powerpoint/2010/main" val="18473936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AC2A7-EFC0-4597-ABE4-92DD04B9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预训练验证曲线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12EA2-F873-491A-943F-85C13511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6FBE63C-9E79-4B5C-AFFE-7B257ABD06FE}"/>
              </a:ext>
            </a:extLst>
          </p:cNvPr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5619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20e2723bde4d92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DADB7A6-9EF6-4B52-A3CA-3A48FF84EA9E}"/>
              </a:ext>
            </a:extLst>
          </p:cNvPr>
          <p:cNvGraphicFramePr/>
          <p:nvPr/>
        </p:nvGraphicFramePr>
        <p:xfrm>
          <a:off xmlns:a="http://schemas.openxmlformats.org/drawingml/2006/main" x="6381750" y="1381125"/>
          <a:ext xmlns:a="http://schemas.openxmlformats.org/drawingml/2006/main" cx="5619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1a9886b19b4dd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8406C-4CCB-401C-9C03-D08D66A1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不同规模的预训练验证集也不同，不能直接比较泛化优劣。接近 100% 的曲线属于训练集。</a:t>
            </a:r>
          </a:p>
        </p:txBody>
      </p:sp>
    </p:spTree>
    <p:extLst>
      <p:ext uri="{BB962C8B-B14F-4D97-AF65-F5344CB8AC3E}">
        <p14:creationId xmlns:p14="http://schemas.microsoft.com/office/powerpoint/2010/main" val="927002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A980F-6692-4DD2-AF77-73708BC4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S21 微调验证曲线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D4723-7D46-418E-B1CA-8AA39CB7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CC72C48-4F47-47F1-A708-34062BB91831}"/>
              </a:ext>
            </a:extLst>
          </p:cNvPr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5619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0eb5a42ff74b2f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625D76D-FCD7-47C7-B63D-AF318A1A727C}"/>
              </a:ext>
            </a:extLst>
          </p:cNvPr>
          <p:cNvGraphicFramePr/>
          <p:nvPr/>
        </p:nvGraphicFramePr>
        <p:xfrm>
          <a:off xmlns:a="http://schemas.openxmlformats.org/drawingml/2006/main" x="6381750" y="1381125"/>
          <a:ext xmlns:a="http://schemas.openxmlformats.org/drawingml/2006/main" cx="5619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951ca157894a8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D4219-CDAE-441A-9573-6E43F4DE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四组共用 S21 验证集。展示每组全部已完成 epoch，不做平滑。</a:t>
            </a:r>
          </a:p>
        </p:txBody>
      </p:sp>
    </p:spTree>
    <p:extLst>
      <p:ext uri="{BB962C8B-B14F-4D97-AF65-F5344CB8AC3E}">
        <p14:creationId xmlns:p14="http://schemas.microsoft.com/office/powerpoint/2010/main" val="19413998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CC827-1666-4619-966E-38935866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结论：本轮 S21 迁移随预训练规模改善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2AABA-1343-4FCB-8FB0-23FC67D2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389E7-1009-446C-B9A1-7C3C0339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rPr>
              <a:t>3 人 55.88%    5 人 58.82%    10 人 64.71%    20 人 67.65%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A54FF-C130-4528-91A8-AD60D374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1049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依次对应 3、5、10、20 名预训练被试。</a:t>
            </a:r>
          </a:p>
          <a:p xmlns:a="http://schemas.openxmlformats.org/drawingml/2006/main">
            <a:pPr>
              <a:def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20 人组最高，较 3 人参考组提高 11.76 个百分点。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3829F-63D2-4470-A7EC-08072EDA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结果反映这四个被试集合的单次比较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66D10-AB2A-4012-B02D-92408849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预训练被试构成、数据量和优化步数同时改变。</a:t>
            </a:r>
          </a:p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不能只归因于样本数量，也不能由单次结果推断稳定性。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9696F-2510-4399-846F-A90D6272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下一步：在多个目标被试与独立测试集上重复，并对齐训练预算。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58994-8EB3-4442-8FA7-42315C5D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均为验证结果，seed=42，没有独立测试集。10 人组准确率提高，但对应 loss 高于小规模组。</a:t>
            </a:r>
          </a:p>
        </p:txBody>
      </p:sp>
    </p:spTree>
    <p:extLst>
      <p:ext uri="{BB962C8B-B14F-4D97-AF65-F5344CB8AC3E}">
        <p14:creationId xmlns:p14="http://schemas.microsoft.com/office/powerpoint/2010/main" val="2013378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2026-10-21T16:33:56.2650000Z</dcterms:created>
  <dcterms:modified xsi:type="dcterms:W3CDTF">2026-10-21T16:33:56.2650000Z</dcterms:modified>
</coreProperties>
</file>