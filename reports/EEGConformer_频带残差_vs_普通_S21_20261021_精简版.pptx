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a3b87e2dd24810" /><Relationship Type="http://schemas.openxmlformats.org/officeDocument/2006/relationships/extended-properties" Target="/docProps/app.xml" Id="Rc91d670f02644f60" /><Relationship Type="http://schemas.openxmlformats.org/officeDocument/2006/relationships/officeDocument" Target="/ppt/presentation.xml" Id="Ra078a55530ef47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e5a2ae5c2e42a1"/>
  </p:sldMasterIdLst>
  <p:notesMasterIdLst>
    <p:notesMasterId xmlns:r="http://schemas.openxmlformats.org/officeDocument/2006/relationships" r:id="R5ed28c4909c4410d"/>
  </p:notesMasterIdLst>
  <p:sldIdLst>
    <p:sldId xmlns:r="http://schemas.openxmlformats.org/officeDocument/2006/relationships" id="256" r:id="R27a6e04496214765"/>
    <p:sldId xmlns:r="http://schemas.openxmlformats.org/officeDocument/2006/relationships" id="257" r:id="Rc71490f43f4943e9"/>
    <p:sldId xmlns:r="http://schemas.openxmlformats.org/officeDocument/2006/relationships" id="258" r:id="Rcb297c07bfb64fe7"/>
    <p:sldId xmlns:r="http://schemas.openxmlformats.org/officeDocument/2006/relationships" id="259" r:id="Rf6cfdf3f2cd84780"/>
    <p:sldId xmlns:r="http://schemas.openxmlformats.org/officeDocument/2006/relationships" id="260" r:id="R2d26a5e8b02d482f"/>
    <p:sldId xmlns:r="http://schemas.openxmlformats.org/officeDocument/2006/relationships" id="261" r:id="R6657af8494e946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3355dce3b0409b" /><Relationship Type="http://schemas.openxmlformats.org/officeDocument/2006/relationships/slideMaster" Target="/ppt/slideMasters/slideMaster1.xml" Id="R19e5a2ae5c2e42a1" /><Relationship Type="http://schemas.openxmlformats.org/officeDocument/2006/relationships/notesMaster" Target="/ppt/notesMasters/notesMaster1.xml" Id="R5ed28c4909c4410d" /><Relationship Type="http://schemas.openxmlformats.org/officeDocument/2006/relationships/presProps" Target="/ppt/presProps.xml" Id="Rbe65e2bde6454b60" /><Relationship Type="http://schemas.openxmlformats.org/officeDocument/2006/relationships/tableStyles" Target="/ppt/tableStyles.xml" Id="Ra92a38441fd04c92" /><Relationship Type="http://schemas.openxmlformats.org/officeDocument/2006/relationships/slide" Target="/ppt/slides/slide1.xml" Id="R27a6e04496214765" /><Relationship Type="http://schemas.openxmlformats.org/officeDocument/2006/relationships/slide" Target="/ppt/slides/slide2.xml" Id="Rc71490f43f4943e9" /><Relationship Type="http://schemas.openxmlformats.org/officeDocument/2006/relationships/slide" Target="/ppt/slides/slide3.xml" Id="Rcb297c07bfb64fe7" /><Relationship Type="http://schemas.openxmlformats.org/officeDocument/2006/relationships/slide" Target="/ppt/slides/slide4.xml" Id="Rf6cfdf3f2cd84780" /><Relationship Type="http://schemas.openxmlformats.org/officeDocument/2006/relationships/slide" Target="/ppt/slides/slide5.xml" Id="R2d26a5e8b02d482f" /><Relationship Type="http://schemas.openxmlformats.org/officeDocument/2006/relationships/slide" Target="/ppt/slides/slide6.xml" Id="R6657af8494e946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05a30265fe4f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97a875d8894c65" /><Relationship Type="http://schemas.openxmlformats.org/officeDocument/2006/relationships/notesMaster" Target="/ppt/notesMasters/notesMaster1.xml" Id="R2cc6c570e31849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404a188f3a4192" /><Relationship Type="http://schemas.openxmlformats.org/officeDocument/2006/relationships/notesMaster" Target="/ppt/notesMasters/notesMaster1.xml" Id="Red811a95039d4c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4b097669624050" /><Relationship Type="http://schemas.openxmlformats.org/officeDocument/2006/relationships/notesMaster" Target="/ppt/notesMasters/notesMaster1.xml" Id="R0c42d773172b45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07963eacc9416b" /><Relationship Type="http://schemas.openxmlformats.org/officeDocument/2006/relationships/notesMaster" Target="/ppt/notesMasters/notesMaster1.xml" Id="Rf59ff84af3d640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fb1a2bbda14a70" /><Relationship Type="http://schemas.openxmlformats.org/officeDocument/2006/relationships/notesMaster" Target="/ppt/notesMasters/notesMaster1.xml" Id="R6d1056b8b24341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95a9d0bc314e03" /><Relationship Type="http://schemas.openxmlformats.org/officeDocument/2006/relationships/notesMaster" Target="/ppt/notesMasters/notesMaster1.xml" Id="Rf94d77e73c9f42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实验日期：2026-10-21。精简整理日期：2026-10-22。</a:t>
            </a:r>
          </a:p>
          <a:p xmlns:a="http://schemas.openxmlformats.org/drawingml/2006/main">
            <a:r>
              <a:t>来源：E:/VSCode/Finger-BCI-Decoding-main/experiment_results/conformer_scaling_S21_filterbank_residual_20261021/comparison.json</a:t>
            </a:r>
          </a:p>
          <a:p xmlns:a="http://schemas.openxmlformats.org/drawingml/2006/main">
            <a:r>
              <a:t>所有结果均为验证集指标，没有独立测试集。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实验日期：2026-10-21。精简整理日期：2026-10-22。</a:t>
            </a:r>
          </a:p>
          <a:p xmlns:a="http://schemas.openxmlformats.org/drawingml/2006/main">
            <a:r>
              <a:t>来源：E:/VSCode/Finger-BCI-Decoding-main/experiment_results/conformer_scaling_S21_filterbank_residual_20261021/comparison.json</a:t>
            </a:r>
          </a:p>
          <a:p xmlns:a="http://schemas.openxmlformats.org/drawingml/2006/main">
            <a:r>
              <a:t>所有结果均为验证集指标，没有独立测试集。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实验日期：2026-10-21。精简整理日期：2026-10-22。</a:t>
            </a:r>
          </a:p>
          <a:p xmlns:a="http://schemas.openxmlformats.org/drawingml/2006/main">
            <a:r>
              <a:t>来源：E:/VSCode/Finger-BCI-Decoding-main/experiment_results/conformer_scaling_S21_filterbank_residual_20261021/comparison.json</a:t>
            </a:r>
          </a:p>
          <a:p xmlns:a="http://schemas.openxmlformats.org/drawingml/2006/main">
            <a:r>
              <a:t>所有结果均为验证集指标，没有独立测试集。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实验日期：2026-10-21。精简整理日期：2026-10-22。</a:t>
            </a:r>
          </a:p>
          <a:p xmlns:a="http://schemas.openxmlformats.org/drawingml/2006/main">
            <a:r>
              <a:t>来源：E:/VSCode/Finger-BCI-Decoding-main/experiment_results/conformer_scaling_S21_filterbank_residual_20261021/s20/pretrain.history.json</a:t>
            </a:r>
          </a:p>
          <a:p xmlns:a="http://schemas.openxmlformats.org/drawingml/2006/main">
            <a:r>
              <a:t>所有结果均为验证集指标，没有独立测试集。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实验日期：2026-10-21。精简整理日期：2026-10-22。</a:t>
            </a:r>
          </a:p>
          <a:p xmlns:a="http://schemas.openxmlformats.org/drawingml/2006/main">
            <a:r>
              <a:t>来源：E:/VSCode/Finger-BCI-Decoding-main/experiment_results/conformer_scaling_S21_filterbank_residual_20261021/s20/finetune.history.json</a:t>
            </a:r>
          </a:p>
          <a:p xmlns:a="http://schemas.openxmlformats.org/drawingml/2006/main">
            <a:r>
              <a:t>所有结果均为验证集指标，没有独立测试集。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实验日期：2026-10-21。精简整理日期：2026-10-22。</a:t>
            </a:r>
          </a:p>
          <a:p xmlns:a="http://schemas.openxmlformats.org/drawingml/2006/main">
            <a:r>
              <a:t>来源：E:/VSCode/Finger-BCI-Decoding-main/experiment_results/conformer_scaling_S21_filterbank_residual_20261021/REPORT_COMPARISON.md</a:t>
            </a:r>
          </a:p>
          <a:p xmlns:a="http://schemas.openxmlformats.org/drawingml/2006/main">
            <a:r>
              <a:t>所有结果均为验证集指标，没有独立测试集。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1958e74d94c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42ae4a47f4d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a98fab669449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50767007ae43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fc493d2d8e49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1aec26a4df41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E7E4AC-3687-45DB-8B9C-B716D17CDC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B781EF-A42A-4F43-ACD3-8A03E0F35E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6A7A62-907B-4797-924F-183E62D063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2D7C19-B60C-4AA9-B39A-878FD2BB61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7DF69A-8AF2-473A-A0E4-1E6D7654B3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52F925-BC46-47A8-9E0B-C9948B3752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7C41F4-55C2-492F-8924-B168FE5CAA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9642FF-0455-482C-A054-4C31E50C1E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48FD21-AAEA-4039-B126-AF7FAB24B8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4EB640-7793-4F1F-A0CF-1907FDA623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a09fcb1f114aa7" /><Relationship Type="http://schemas.openxmlformats.org/officeDocument/2006/relationships/slideLayout" Target="/ppt/slideLayouts/slideLayout1.xml" Id="R9b0af1a0c9cb4ae5" /><Relationship Type="http://schemas.openxmlformats.org/officeDocument/2006/relationships/slideLayout" Target="/ppt/slideLayouts/slideLayout2.xml" Id="R1e4d662f46f14ad5" /><Relationship Type="http://schemas.openxmlformats.org/officeDocument/2006/relationships/slideLayout" Target="/ppt/slideLayouts/slideLayout3.xml" Id="R6af14340b8604ad3" /><Relationship Type="http://schemas.openxmlformats.org/officeDocument/2006/relationships/slideLayout" Target="/ppt/slideLayouts/slideLayout4.xml" Id="R76bd719b95b546be" /><Relationship Type="http://schemas.openxmlformats.org/officeDocument/2006/relationships/slideLayout" Target="/ppt/slideLayouts/slideLayout5.xml" Id="R3d117b2f59994e76" /><Relationship Type="http://schemas.openxmlformats.org/officeDocument/2006/relationships/slideLayout" Target="/ppt/slideLayouts/slideLayout6.xml" Id="Ra19d6c6eda0f49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0af1a0c9cb4ae5"/>
    <p:sldLayoutId xmlns:r="http://schemas.openxmlformats.org/officeDocument/2006/relationships" id="2147483650" r:id="R1e4d662f46f14ad5"/>
    <p:sldLayoutId xmlns:r="http://schemas.openxmlformats.org/officeDocument/2006/relationships" id="2147483651" r:id="R6af14340b8604ad3"/>
    <p:sldLayoutId xmlns:r="http://schemas.openxmlformats.org/officeDocument/2006/relationships" id="2147483652" r:id="R76bd719b95b546be"/>
    <p:sldLayoutId xmlns:r="http://schemas.openxmlformats.org/officeDocument/2006/relationships" id="2147483653" r:id="R3d117b2f59994e76"/>
    <p:sldLayoutId xmlns:r="http://schemas.openxmlformats.org/officeDocument/2006/relationships" id="2147483654" r:id="Ra19d6c6eda0f49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5797abaf8b4177" /><Relationship Type="http://schemas.openxmlformats.org/officeDocument/2006/relationships/notesSlide" Target="/ppt/notesSlides/notesSlide1.xml" Id="Rf875325ff74e4c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c54b46a33440e5" /><Relationship Type="http://schemas.openxmlformats.org/officeDocument/2006/relationships/notesSlide" Target="/ppt/notesSlides/notesSlide2.xml" Id="R5dcaab93fbeb48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01b1f9ad4d4f95" /><Relationship Type="http://schemas.openxmlformats.org/officeDocument/2006/relationships/chart" Target="/ppt/slides/charts/chart1.xml" Id="R5ec988eabf134fee" /><Relationship Type="http://schemas.openxmlformats.org/officeDocument/2006/relationships/chart" Target="/ppt/slides/charts/chart2.xml" Id="R846e715089124ff3" /><Relationship Type="http://schemas.openxmlformats.org/officeDocument/2006/relationships/notesSlide" Target="/ppt/notesSlides/notesSlide3.xml" Id="R4edc97f40ef14e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c9b8bd7a80447a" /><Relationship Type="http://schemas.openxmlformats.org/officeDocument/2006/relationships/chart" Target="/ppt/slides/charts/chart3.xml" Id="Ra697ad08555d4e12" /><Relationship Type="http://schemas.openxmlformats.org/officeDocument/2006/relationships/chart" Target="/ppt/slides/charts/chart4.xml" Id="R957d66f15031492d" /><Relationship Type="http://schemas.openxmlformats.org/officeDocument/2006/relationships/notesSlide" Target="/ppt/notesSlides/notesSlide4.xml" Id="R8afb73e794e748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78fe76373245fe" /><Relationship Type="http://schemas.openxmlformats.org/officeDocument/2006/relationships/chart" Target="/ppt/slides/charts/chart5.xml" Id="R214bd8f4f36b49e8" /><Relationship Type="http://schemas.openxmlformats.org/officeDocument/2006/relationships/chart" Target="/ppt/slides/charts/chart6.xml" Id="R74fb6200f1a148db" /><Relationship Type="http://schemas.openxmlformats.org/officeDocument/2006/relationships/notesSlide" Target="/ppt/notesSlides/notesSlide5.xml" Id="Rd4973b887c1840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1cddbc9e314498" /><Relationship Type="http://schemas.openxmlformats.org/officeDocument/2006/relationships/notesSlide" Target="/ppt/notesSlides/notesSlide6.xml" Id="R2966a3e7096f4e4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latin typeface="Microsoft YaHei"/>
                <a:ea typeface="Microsoft YaHei"/>
                <a:cs typeface="Microsoft YaHei"/>
              </a:rPr>
              <a:t>最佳验证 Accuracy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普通</c:v>
          </c:tx>
          <c:spPr>
            <a:solidFill xmlns:a="http://schemas.openxmlformats.org/drawingml/2006/main">
              <a:srgbClr val="377EB8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3 人参考</c:v>
                </c:pt>
                <c:pt idx="1">
                  <c:v>5 人</c:v>
                </c:pt>
                <c:pt idx="2">
                  <c:v>10 人</c:v>
                </c:pt>
                <c:pt idx="3">
                  <c:v>20 人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0.5588235259</c:v>
                </c:pt>
                <c:pt idx="1">
                  <c:v>0.5882353187</c:v>
                </c:pt>
                <c:pt idx="2">
                  <c:v>0.6470588446</c:v>
                </c:pt>
                <c:pt idx="3">
                  <c:v>0.6764705777</c:v>
                </c:pt>
              </c:numCache>
            </c:numRef>
          </c:val>
        </c:ser>
        <c:ser>
          <c:idx val="1"/>
          <c:order val="1"/>
          <c:tx>
            <c:v>频带残差</c:v>
          </c:tx>
          <c:spPr>
            <a:solidFill xmlns:a="http://schemas.openxmlformats.org/drawingml/2006/main">
              <a:srgbClr val="D65F2B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3 人参考</c:v>
                </c:pt>
                <c:pt idx="1">
                  <c:v>5 人</c:v>
                </c:pt>
                <c:pt idx="2">
                  <c:v>10 人</c:v>
                </c:pt>
                <c:pt idx="3">
                  <c:v>20 人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0.6617646813</c:v>
                </c:pt>
                <c:pt idx="1">
                  <c:v>0.6617646813</c:v>
                </c:pt>
                <c:pt idx="2">
                  <c:v>0.6911764741</c:v>
                </c:pt>
                <c:pt idx="3">
                  <c:v>0.7941176295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A9BCC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latin typeface="Microsoft YaHei"/>
                <a:ea typeface="Microsoft YaHei"/>
                <a:cs typeface="Microsoft YaHei"/>
              </a:rPr>
              <a:t>对应验证 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普通</c:v>
          </c:tx>
          <c:spPr>
            <a:solidFill xmlns:a="http://schemas.openxmlformats.org/drawingml/2006/main">
              <a:srgbClr val="377EB8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3 人参考</c:v>
                </c:pt>
                <c:pt idx="1">
                  <c:v>5 人</c:v>
                </c:pt>
                <c:pt idx="2">
                  <c:v>10 人</c:v>
                </c:pt>
                <c:pt idx="3">
                  <c:v>20 人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0.6849280596</c:v>
                </c:pt>
                <c:pt idx="1">
                  <c:v>0.677292645</c:v>
                </c:pt>
                <c:pt idx="2">
                  <c:v>0.982352078</c:v>
                </c:pt>
                <c:pt idx="3">
                  <c:v>0.6341096163</c:v>
                </c:pt>
              </c:numCache>
            </c:numRef>
          </c:val>
        </c:ser>
        <c:ser>
          <c:idx val="1"/>
          <c:order val="1"/>
          <c:tx>
            <c:v>频带残差</c:v>
          </c:tx>
          <c:spPr>
            <a:solidFill xmlns:a="http://schemas.openxmlformats.org/drawingml/2006/main">
              <a:srgbClr val="D65F2B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3 人参考</c:v>
                </c:pt>
                <c:pt idx="1">
                  <c:v>5 人</c:v>
                </c:pt>
                <c:pt idx="2">
                  <c:v>10 人</c:v>
                </c:pt>
                <c:pt idx="3">
                  <c:v>20 人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0.6432970762</c:v>
                </c:pt>
                <c:pt idx="1">
                  <c:v>0.8100304604</c:v>
                </c:pt>
                <c:pt idx="2">
                  <c:v>0.7722252607</c:v>
                </c:pt>
                <c:pt idx="3">
                  <c:v>0.511308074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A9BCC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Accuracy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53243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4288">
              <a:solidFill>
                <a:srgbClr val="92BBD9"/>
              </a:solidFill>
              <a:prstDash val="dash"/>
            </a:ln>
          </c:spPr>
          <c:marker>
            <c:symbol val="none"/>
          </c:marker>
          <c:xVal>
            <c:numRef>
              <c:f>'Chart Data'!$A$2:$A$84</c:f>
              <c:numCache>
                <c:formatCode>General</c:formatCode>
                <c:ptCount val="8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</c:numCache>
            </c:numRef>
          </c:xVal>
          <c:yVal>
            <c:numRef>
              <c:f>'Chart Data'!$B$2:$B$84</c:f>
              <c:numCache>
                <c:formatCode>0%</c:formatCode>
                <c:ptCount val="83"/>
                <c:pt idx="0">
                  <c:v>0.6120098829</c:v>
                </c:pt>
                <c:pt idx="1">
                  <c:v>0.7627900839</c:v>
                </c:pt>
                <c:pt idx="2">
                  <c:v>0.8321632147</c:v>
                </c:pt>
                <c:pt idx="3">
                  <c:v>0.8672845364</c:v>
                </c:pt>
                <c:pt idx="4">
                  <c:v>0.887948513</c:v>
                </c:pt>
                <c:pt idx="5">
                  <c:v>0.9006021619</c:v>
                </c:pt>
                <c:pt idx="6">
                  <c:v>0.9096761942</c:v>
                </c:pt>
                <c:pt idx="7">
                  <c:v>0.9170297384</c:v>
                </c:pt>
                <c:pt idx="8">
                  <c:v>0.9228570461</c:v>
                </c:pt>
                <c:pt idx="9">
                  <c:v>0.9295076132</c:v>
                </c:pt>
                <c:pt idx="10">
                  <c:v>0.9317646027</c:v>
                </c:pt>
                <c:pt idx="11">
                  <c:v>0.9357142448</c:v>
                </c:pt>
                <c:pt idx="12">
                  <c:v>0.9397193789</c:v>
                </c:pt>
                <c:pt idx="13">
                  <c:v>0.9406535625</c:v>
                </c:pt>
                <c:pt idx="14">
                  <c:v>0.9432435036</c:v>
                </c:pt>
                <c:pt idx="15">
                  <c:v>0.9456021786</c:v>
                </c:pt>
                <c:pt idx="16">
                  <c:v>0.9476741552</c:v>
                </c:pt>
                <c:pt idx="17">
                  <c:v>0.9483031034</c:v>
                </c:pt>
                <c:pt idx="18">
                  <c:v>0.9520400167</c:v>
                </c:pt>
                <c:pt idx="19">
                  <c:v>0.9514942765</c:v>
                </c:pt>
                <c:pt idx="20">
                  <c:v>0.9536032677</c:v>
                </c:pt>
                <c:pt idx="21">
                  <c:v>0.9548889399</c:v>
                </c:pt>
                <c:pt idx="22">
                  <c:v>0.9553607106</c:v>
                </c:pt>
                <c:pt idx="23">
                  <c:v>0.9567574263</c:v>
                </c:pt>
                <c:pt idx="24">
                  <c:v>0.9571644068</c:v>
                </c:pt>
                <c:pt idx="25">
                  <c:v>0.9594120979</c:v>
                </c:pt>
                <c:pt idx="26">
                  <c:v>0.9597358108</c:v>
                </c:pt>
                <c:pt idx="27">
                  <c:v>0.9616135359</c:v>
                </c:pt>
                <c:pt idx="28">
                  <c:v>0.9618817568</c:v>
                </c:pt>
                <c:pt idx="29">
                  <c:v>0.9628252387</c:v>
                </c:pt>
                <c:pt idx="30">
                  <c:v>0.9626957774</c:v>
                </c:pt>
                <c:pt idx="31">
                  <c:v>0.9633987546</c:v>
                </c:pt>
                <c:pt idx="32">
                  <c:v>0.9651284218</c:v>
                </c:pt>
                <c:pt idx="33">
                  <c:v>0.9730739594</c:v>
                </c:pt>
                <c:pt idx="34">
                  <c:v>0.9742024541</c:v>
                </c:pt>
                <c:pt idx="35">
                  <c:v>0.9750441909</c:v>
                </c:pt>
                <c:pt idx="36">
                  <c:v>0.9765056372</c:v>
                </c:pt>
                <c:pt idx="37">
                  <c:v>0.9762743711</c:v>
                </c:pt>
                <c:pt idx="38">
                  <c:v>0.975959897</c:v>
                </c:pt>
                <c:pt idx="39">
                  <c:v>0.9762558937</c:v>
                </c:pt>
                <c:pt idx="40">
                  <c:v>0.9770698547</c:v>
                </c:pt>
                <c:pt idx="41">
                  <c:v>0.977273345</c:v>
                </c:pt>
                <c:pt idx="42">
                  <c:v>0.9777820706</c:v>
                </c:pt>
                <c:pt idx="43">
                  <c:v>0.9778468609</c:v>
                </c:pt>
                <c:pt idx="44">
                  <c:v>0.9783000946</c:v>
                </c:pt>
                <c:pt idx="45">
                  <c:v>0.9778653383</c:v>
                </c:pt>
                <c:pt idx="46">
                  <c:v>0.9784018397</c:v>
                </c:pt>
                <c:pt idx="47">
                  <c:v>0.9786608219</c:v>
                </c:pt>
                <c:pt idx="48">
                  <c:v>0.9790307879</c:v>
                </c:pt>
                <c:pt idx="49">
                  <c:v>0.9786423445</c:v>
                </c:pt>
                <c:pt idx="50">
                  <c:v>0.9796135426</c:v>
                </c:pt>
                <c:pt idx="51">
                  <c:v>0.9789105654</c:v>
                </c:pt>
                <c:pt idx="52">
                  <c:v>0.9791973233</c:v>
                </c:pt>
                <c:pt idx="53">
                  <c:v>0.9800297618</c:v>
                </c:pt>
                <c:pt idx="54">
                  <c:v>0.9798077941</c:v>
                </c:pt>
                <c:pt idx="55">
                  <c:v>0.9800112844</c:v>
                </c:pt>
                <c:pt idx="56">
                  <c:v>0.9800020456</c:v>
                </c:pt>
                <c:pt idx="57">
                  <c:v>0.9801592827</c:v>
                </c:pt>
                <c:pt idx="58">
                  <c:v>0.9807420373</c:v>
                </c:pt>
                <c:pt idx="59">
                  <c:v>0.9803905487</c:v>
                </c:pt>
                <c:pt idx="60">
                  <c:v>0.9810842276</c:v>
                </c:pt>
                <c:pt idx="61">
                  <c:v>0.9802795053</c:v>
                </c:pt>
                <c:pt idx="62">
                  <c:v>0.9813617468</c:v>
                </c:pt>
                <c:pt idx="63">
                  <c:v>0.9844974279</c:v>
                </c:pt>
                <c:pt idx="64">
                  <c:v>0.9858849049</c:v>
                </c:pt>
                <c:pt idx="65">
                  <c:v>0.9854409099</c:v>
                </c:pt>
                <c:pt idx="66">
                  <c:v>0.9854593873</c:v>
                </c:pt>
                <c:pt idx="67">
                  <c:v>0.985912621</c:v>
                </c:pt>
                <c:pt idx="68">
                  <c:v>0.9859496355</c:v>
                </c:pt>
                <c:pt idx="69">
                  <c:v>0.98612535</c:v>
                </c:pt>
                <c:pt idx="70">
                  <c:v>0.9861161113</c:v>
                </c:pt>
                <c:pt idx="71">
                  <c:v>0.9862548709</c:v>
                </c:pt>
                <c:pt idx="72">
                  <c:v>0.9867081046</c:v>
                </c:pt>
                <c:pt idx="73">
                  <c:v>0.9859681129</c:v>
                </c:pt>
                <c:pt idx="74">
                  <c:v>0.9868098497</c:v>
                </c:pt>
                <c:pt idx="75">
                  <c:v>0.986643374</c:v>
                </c:pt>
                <c:pt idx="76">
                  <c:v>0.9869486094</c:v>
                </c:pt>
                <c:pt idx="77">
                  <c:v>0.9864861369</c:v>
                </c:pt>
                <c:pt idx="78">
                  <c:v>0.9869393706</c:v>
                </c:pt>
                <c:pt idx="79">
                  <c:v>0.9874203205</c:v>
                </c:pt>
                <c:pt idx="80">
                  <c:v>0.9870225787</c:v>
                </c:pt>
                <c:pt idx="81">
                  <c:v>0.9863843918</c:v>
                </c:pt>
                <c:pt idx="82">
                  <c:v>0.9874295592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6670">
              <a:solidFill>
                <a:srgbClr val="377EB8"/>
              </a:solidFill>
              <a:prstDash val="solid"/>
            </a:ln>
          </c:spPr>
          <c:marker>
            <c:symbol val="none"/>
          </c:marker>
          <c:xVal>
            <c:numRef>
              <c:f>'Chart Data'!$C$2:$C$84</c:f>
              <c:numCache>
                <c:formatCode>General</c:formatCode>
                <c:ptCount val="8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</c:numCache>
            </c:numRef>
          </c:xVal>
          <c:yVal>
            <c:numRef>
              <c:f>'Chart Data'!$D$2:$D$84</c:f>
              <c:numCache>
                <c:formatCode>0%</c:formatCode>
                <c:ptCount val="83"/>
                <c:pt idx="0">
                  <c:v>0.6933158636</c:v>
                </c:pt>
                <c:pt idx="1">
                  <c:v>0.7223740816</c:v>
                </c:pt>
                <c:pt idx="2">
                  <c:v>0.7290769815</c:v>
                </c:pt>
                <c:pt idx="3">
                  <c:v>0.7220745087</c:v>
                </c:pt>
                <c:pt idx="4">
                  <c:v>0.7098296285</c:v>
                </c:pt>
                <c:pt idx="5">
                  <c:v>0.7450290322</c:v>
                </c:pt>
                <c:pt idx="6">
                  <c:v>0.727766335</c:v>
                </c:pt>
                <c:pt idx="7">
                  <c:v>0.7381763458</c:v>
                </c:pt>
                <c:pt idx="8">
                  <c:v>0.7355176806</c:v>
                </c:pt>
                <c:pt idx="9">
                  <c:v>0.7448043227</c:v>
                </c:pt>
                <c:pt idx="10">
                  <c:v>0.745141387</c:v>
                </c:pt>
                <c:pt idx="11">
                  <c:v>0.7547650337</c:v>
                </c:pt>
                <c:pt idx="12">
                  <c:v>0.7317730784</c:v>
                </c:pt>
                <c:pt idx="13">
                  <c:v>0.7477251291</c:v>
                </c:pt>
                <c:pt idx="14">
                  <c:v>0.7316607237</c:v>
                </c:pt>
                <c:pt idx="15">
                  <c:v>0.7293016315</c:v>
                </c:pt>
                <c:pt idx="16">
                  <c:v>0.7616176605</c:v>
                </c:pt>
                <c:pt idx="17">
                  <c:v>0.7457404733</c:v>
                </c:pt>
                <c:pt idx="18">
                  <c:v>0.7313611507</c:v>
                </c:pt>
                <c:pt idx="19">
                  <c:v>0.7281033397</c:v>
                </c:pt>
                <c:pt idx="20">
                  <c:v>0.7464894056</c:v>
                </c:pt>
                <c:pt idx="21">
                  <c:v>0.7395993471</c:v>
                </c:pt>
                <c:pt idx="22">
                  <c:v>0.7546901107</c:v>
                </c:pt>
                <c:pt idx="23">
                  <c:v>0.7493727803</c:v>
                </c:pt>
                <c:pt idx="24">
                  <c:v>0.7535293102</c:v>
                </c:pt>
                <c:pt idx="25">
                  <c:v>0.7405354977</c:v>
                </c:pt>
                <c:pt idx="26">
                  <c:v>0.7542407513</c:v>
                </c:pt>
                <c:pt idx="27">
                  <c:v>0.7562254071</c:v>
                </c:pt>
                <c:pt idx="28">
                  <c:v>0.7598202825</c:v>
                </c:pt>
                <c:pt idx="29">
                  <c:v>0.7430818081</c:v>
                </c:pt>
                <c:pt idx="30">
                  <c:v>0.7509829402</c:v>
                </c:pt>
                <c:pt idx="31">
                  <c:v>0.7512825131</c:v>
                </c:pt>
                <c:pt idx="32">
                  <c:v>0.7275416851</c:v>
                </c:pt>
                <c:pt idx="33">
                  <c:v>0.7557760477</c:v>
                </c:pt>
                <c:pt idx="34">
                  <c:v>0.7552518249</c:v>
                </c:pt>
                <c:pt idx="35">
                  <c:v>0.750870645</c:v>
                </c:pt>
                <c:pt idx="36">
                  <c:v>0.7396367788</c:v>
                </c:pt>
                <c:pt idx="37">
                  <c:v>0.7539037466</c:v>
                </c:pt>
                <c:pt idx="38">
                  <c:v>0.7673094869</c:v>
                </c:pt>
                <c:pt idx="39">
                  <c:v>0.7456656098</c:v>
                </c:pt>
                <c:pt idx="40">
                  <c:v>0.758210063</c:v>
                </c:pt>
                <c:pt idx="41">
                  <c:v>0.7598202825</c:v>
                </c:pt>
                <c:pt idx="42">
                  <c:v>0.7612806559</c:v>
                </c:pt>
                <c:pt idx="43">
                  <c:v>0.7573488355</c:v>
                </c:pt>
                <c:pt idx="44">
                  <c:v>0.7621044517</c:v>
                </c:pt>
                <c:pt idx="45">
                  <c:v>0.7634150982</c:v>
                </c:pt>
                <c:pt idx="46">
                  <c:v>0.7569369078</c:v>
                </c:pt>
                <c:pt idx="47">
                  <c:v>0.7563003302</c:v>
                </c:pt>
                <c:pt idx="48">
                  <c:v>0.760756433</c:v>
                </c:pt>
                <c:pt idx="49">
                  <c:v>0.7609810829</c:v>
                </c:pt>
                <c:pt idx="50">
                  <c:v>0.751095295</c:v>
                </c:pt>
                <c:pt idx="51">
                  <c:v>0.7481744885</c:v>
                </c:pt>
                <c:pt idx="52">
                  <c:v>0.7579854131</c:v>
                </c:pt>
                <c:pt idx="53">
                  <c:v>0.7549896836</c:v>
                </c:pt>
                <c:pt idx="54">
                  <c:v>0.7506085038</c:v>
                </c:pt>
                <c:pt idx="55">
                  <c:v>0.7505335808</c:v>
                </c:pt>
                <c:pt idx="56">
                  <c:v>0.7591087818</c:v>
                </c:pt>
                <c:pt idx="57">
                  <c:v>0.7476502657</c:v>
                </c:pt>
                <c:pt idx="58">
                  <c:v>0.7588841319</c:v>
                </c:pt>
                <c:pt idx="59">
                  <c:v>0.7615427971</c:v>
                </c:pt>
                <c:pt idx="60">
                  <c:v>0.759296</c:v>
                </c:pt>
                <c:pt idx="61">
                  <c:v>0.7585096359</c:v>
                </c:pt>
                <c:pt idx="62">
                  <c:v>0.743381381</c:v>
                </c:pt>
                <c:pt idx="63">
                  <c:v>0.7597827911</c:v>
                </c:pt>
                <c:pt idx="64">
                  <c:v>0.7611308694</c:v>
                </c:pt>
                <c:pt idx="65">
                  <c:v>0.7538663149</c:v>
                </c:pt>
                <c:pt idx="66">
                  <c:v>0.7554016113</c:v>
                </c:pt>
                <c:pt idx="67">
                  <c:v>0.761056006</c:v>
                </c:pt>
                <c:pt idx="68">
                  <c:v>0.7577981949</c:v>
                </c:pt>
                <c:pt idx="69">
                  <c:v>0.755813539</c:v>
                </c:pt>
                <c:pt idx="70">
                  <c:v>0.7574236989</c:v>
                </c:pt>
                <c:pt idx="71">
                  <c:v>0.7592211366</c:v>
                </c:pt>
                <c:pt idx="72">
                  <c:v>0.7609810829</c:v>
                </c:pt>
                <c:pt idx="73">
                  <c:v>0.757124126</c:v>
                </c:pt>
                <c:pt idx="74">
                  <c:v>0.7605691552</c:v>
                </c:pt>
                <c:pt idx="75">
                  <c:v>0.7596330047</c:v>
                </c:pt>
                <c:pt idx="76">
                  <c:v>0.7586968541</c:v>
                </c:pt>
                <c:pt idx="77">
                  <c:v>0.7594083548</c:v>
                </c:pt>
                <c:pt idx="78">
                  <c:v>0.7634150982</c:v>
                </c:pt>
                <c:pt idx="79">
                  <c:v>0.7586594224</c:v>
                </c:pt>
                <c:pt idx="80">
                  <c:v>0.7576109171</c:v>
                </c:pt>
                <c:pt idx="81">
                  <c:v>0.7583972812</c:v>
                </c:pt>
                <c:pt idx="82">
                  <c:v>0.7524808049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4288">
              <a:solidFill>
                <a:srgbClr val="ECB49D"/>
              </a:solidFill>
              <a:prstDash val="dash"/>
            </a:ln>
          </c:spPr>
          <c:marker>
            <c:symbol val="none"/>
          </c:marker>
          <c:xVal>
            <c:numRef>
              <c:f>'Chart Data'!$E$2:$E$82</c:f>
              <c:numCache>
                <c:formatCode>General</c:formatCode>
                <c:ptCount val="8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</c:numCache>
            </c:numRef>
          </c:xVal>
          <c:yVal>
            <c:numRef>
              <c:f>'Chart Data'!$F$2:$F$82</c:f>
              <c:numCache>
                <c:formatCode>0%</c:formatCode>
                <c:ptCount val="81"/>
                <c:pt idx="0">
                  <c:v>0.6159595251</c:v>
                </c:pt>
                <c:pt idx="1">
                  <c:v>0.7820110917</c:v>
                </c:pt>
                <c:pt idx="2">
                  <c:v>0.847961843</c:v>
                </c:pt>
                <c:pt idx="3">
                  <c:v>0.8855620623</c:v>
                </c:pt>
                <c:pt idx="4">
                  <c:v>0.9082146883</c:v>
                </c:pt>
                <c:pt idx="5">
                  <c:v>0.9203689098</c:v>
                </c:pt>
                <c:pt idx="6">
                  <c:v>0.9300996065</c:v>
                </c:pt>
                <c:pt idx="7">
                  <c:v>0.9360934496</c:v>
                </c:pt>
                <c:pt idx="8">
                  <c:v>0.9419022799</c:v>
                </c:pt>
                <c:pt idx="9">
                  <c:v>0.9469804168</c:v>
                </c:pt>
                <c:pt idx="10">
                  <c:v>0.9491263628</c:v>
                </c:pt>
                <c:pt idx="11">
                  <c:v>0.9508560896</c:v>
                </c:pt>
                <c:pt idx="12">
                  <c:v>0.9537605047</c:v>
                </c:pt>
                <c:pt idx="13">
                  <c:v>0.9552497268</c:v>
                </c:pt>
                <c:pt idx="14">
                  <c:v>0.9558971524</c:v>
                </c:pt>
                <c:pt idx="15">
                  <c:v>0.9583761096</c:v>
                </c:pt>
                <c:pt idx="16">
                  <c:v>0.9600595832</c:v>
                </c:pt>
                <c:pt idx="17">
                  <c:v>0.9607255459</c:v>
                </c:pt>
                <c:pt idx="18">
                  <c:v>0.9628807306</c:v>
                </c:pt>
                <c:pt idx="19">
                  <c:v>0.962140739</c:v>
                </c:pt>
                <c:pt idx="20">
                  <c:v>0.96370399</c:v>
                </c:pt>
                <c:pt idx="21">
                  <c:v>0.9643236995</c:v>
                </c:pt>
                <c:pt idx="22">
                  <c:v>0.9653596878</c:v>
                </c:pt>
                <c:pt idx="23">
                  <c:v>0.9669413567</c:v>
                </c:pt>
                <c:pt idx="24">
                  <c:v>0.9667656422</c:v>
                </c:pt>
                <c:pt idx="25">
                  <c:v>0.967320621</c:v>
                </c:pt>
                <c:pt idx="26">
                  <c:v>0.9689948559</c:v>
                </c:pt>
                <c:pt idx="27">
                  <c:v>0.9693740606</c:v>
                </c:pt>
                <c:pt idx="28">
                  <c:v>0.9700215459</c:v>
                </c:pt>
                <c:pt idx="29">
                  <c:v>0.9705395103</c:v>
                </c:pt>
                <c:pt idx="30">
                  <c:v>0.9709465504</c:v>
                </c:pt>
                <c:pt idx="31">
                  <c:v>0.9794655442</c:v>
                </c:pt>
                <c:pt idx="32">
                  <c:v>0.9812970161</c:v>
                </c:pt>
                <c:pt idx="33">
                  <c:v>0.981408</c:v>
                </c:pt>
                <c:pt idx="34">
                  <c:v>0.9823422432</c:v>
                </c:pt>
                <c:pt idx="35">
                  <c:v>0.9825826883</c:v>
                </c:pt>
                <c:pt idx="36">
                  <c:v>0.9831284285</c:v>
                </c:pt>
                <c:pt idx="37">
                  <c:v>0.98332268</c:v>
                </c:pt>
                <c:pt idx="38">
                  <c:v>0.9833319187</c:v>
                </c:pt>
                <c:pt idx="39">
                  <c:v>0.9845529199</c:v>
                </c:pt>
                <c:pt idx="40">
                  <c:v>0.9840996861</c:v>
                </c:pt>
                <c:pt idx="41">
                  <c:v>0.9839054346</c:v>
                </c:pt>
                <c:pt idx="42">
                  <c:v>0.9853206277</c:v>
                </c:pt>
                <c:pt idx="43">
                  <c:v>0.9850616455</c:v>
                </c:pt>
                <c:pt idx="44">
                  <c:v>0.9848581553</c:v>
                </c:pt>
                <c:pt idx="45">
                  <c:v>0.9849321246</c:v>
                </c:pt>
                <c:pt idx="46">
                  <c:v>0.985468626</c:v>
                </c:pt>
                <c:pt idx="47">
                  <c:v>0.9860513806</c:v>
                </c:pt>
                <c:pt idx="48">
                  <c:v>0.9859403968</c:v>
                </c:pt>
                <c:pt idx="49">
                  <c:v>0.9860606194</c:v>
                </c:pt>
                <c:pt idx="50">
                  <c:v>0.9865785837</c:v>
                </c:pt>
                <c:pt idx="51">
                  <c:v>0.9864028692</c:v>
                </c:pt>
                <c:pt idx="52">
                  <c:v>0.9864213467</c:v>
                </c:pt>
                <c:pt idx="53">
                  <c:v>0.9867265821</c:v>
                </c:pt>
                <c:pt idx="54">
                  <c:v>0.9866896272</c:v>
                </c:pt>
                <c:pt idx="55">
                  <c:v>0.9874203205</c:v>
                </c:pt>
                <c:pt idx="56">
                  <c:v>0.9873000979</c:v>
                </c:pt>
                <c:pt idx="57">
                  <c:v>0.9868468642</c:v>
                </c:pt>
                <c:pt idx="58">
                  <c:v>0.9873833656</c:v>
                </c:pt>
                <c:pt idx="59">
                  <c:v>0.9872908592</c:v>
                </c:pt>
                <c:pt idx="60">
                  <c:v>0.9875498414</c:v>
                </c:pt>
                <c:pt idx="61">
                  <c:v>0.9905189872</c:v>
                </c:pt>
                <c:pt idx="62">
                  <c:v>0.9917677045</c:v>
                </c:pt>
                <c:pt idx="63">
                  <c:v>0.9917029738</c:v>
                </c:pt>
                <c:pt idx="64">
                  <c:v>0.9918139577</c:v>
                </c:pt>
                <c:pt idx="65">
                  <c:v>0.9920914769</c:v>
                </c:pt>
                <c:pt idx="66">
                  <c:v>0.9921099544</c:v>
                </c:pt>
                <c:pt idx="67">
                  <c:v>0.9924706817</c:v>
                </c:pt>
                <c:pt idx="68">
                  <c:v>0.9923967123</c:v>
                </c:pt>
                <c:pt idx="69">
                  <c:v>0.9925076962</c:v>
                </c:pt>
                <c:pt idx="70">
                  <c:v>0.9927666783</c:v>
                </c:pt>
                <c:pt idx="71">
                  <c:v>0.9925724268</c:v>
                </c:pt>
                <c:pt idx="72">
                  <c:v>0.9926741719</c:v>
                </c:pt>
                <c:pt idx="73">
                  <c:v>0.9929516912</c:v>
                </c:pt>
                <c:pt idx="74">
                  <c:v>0.9926741719</c:v>
                </c:pt>
                <c:pt idx="75">
                  <c:v>0.9932847023</c:v>
                </c:pt>
                <c:pt idx="76">
                  <c:v>0.992849946</c:v>
                </c:pt>
                <c:pt idx="77">
                  <c:v>0.9927389622</c:v>
                </c:pt>
                <c:pt idx="78">
                  <c:v>0.9934881926</c:v>
                </c:pt>
                <c:pt idx="79">
                  <c:v>0.9932476878</c:v>
                </c:pt>
                <c:pt idx="80">
                  <c:v>0.9931274056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6670">
              <a:solidFill>
                <a:srgbClr val="D65F2B"/>
              </a:solidFill>
              <a:prstDash val="solid"/>
            </a:ln>
          </c:spPr>
          <c:marker>
            <c:symbol val="none"/>
          </c:marker>
          <c:xVal>
            <c:numRef>
              <c:f>'Chart Data'!$G$2:$G$82</c:f>
              <c:numCache>
                <c:formatCode>General</c:formatCode>
                <c:ptCount val="8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</c:numCache>
            </c:numRef>
          </c:xVal>
          <c:yVal>
            <c:numRef>
              <c:f>'Chart Data'!$H$2:$H$82</c:f>
              <c:numCache>
                <c:formatCode>0%</c:formatCode>
                <c:ptCount val="81"/>
                <c:pt idx="0">
                  <c:v>0.7019284964</c:v>
                </c:pt>
                <c:pt idx="1">
                  <c:v>0.7212132812</c:v>
                </c:pt>
                <c:pt idx="2">
                  <c:v>0.7346189618</c:v>
                </c:pt>
                <c:pt idx="3">
                  <c:v>0.7448792458</c:v>
                </c:pt>
                <c:pt idx="4">
                  <c:v>0.7207264304</c:v>
                </c:pt>
                <c:pt idx="5">
                  <c:v>0.7547650337</c:v>
                </c:pt>
                <c:pt idx="6">
                  <c:v>0.7468639016</c:v>
                </c:pt>
                <c:pt idx="7">
                  <c:v>0.7481744885</c:v>
                </c:pt>
                <c:pt idx="8">
                  <c:v>0.7570866942</c:v>
                </c:pt>
                <c:pt idx="9">
                  <c:v>0.7488485575</c:v>
                </c:pt>
                <c:pt idx="10">
                  <c:v>0.7501591444</c:v>
                </c:pt>
                <c:pt idx="11">
                  <c:v>0.7453660369</c:v>
                </c:pt>
                <c:pt idx="12">
                  <c:v>0.7542033195</c:v>
                </c:pt>
                <c:pt idx="13">
                  <c:v>0.7581726313</c:v>
                </c:pt>
                <c:pt idx="14">
                  <c:v>0.6992697716</c:v>
                </c:pt>
                <c:pt idx="15">
                  <c:v>0.759670496</c:v>
                </c:pt>
                <c:pt idx="16">
                  <c:v>0.753342092</c:v>
                </c:pt>
                <c:pt idx="17">
                  <c:v>0.7562254071</c:v>
                </c:pt>
                <c:pt idx="18">
                  <c:v>0.7636397481</c:v>
                </c:pt>
                <c:pt idx="19">
                  <c:v>0.7576858401</c:v>
                </c:pt>
                <c:pt idx="20">
                  <c:v>0.740909934</c:v>
                </c:pt>
                <c:pt idx="21">
                  <c:v>0.7488110662</c:v>
                </c:pt>
                <c:pt idx="22">
                  <c:v>0.7543905377</c:v>
                </c:pt>
                <c:pt idx="23">
                  <c:v>0.7540535331</c:v>
                </c:pt>
                <c:pt idx="24">
                  <c:v>0.7646882534</c:v>
                </c:pt>
                <c:pt idx="25">
                  <c:v>0.7629657388</c:v>
                </c:pt>
                <c:pt idx="26">
                  <c:v>0.7369031906</c:v>
                </c:pt>
                <c:pt idx="27">
                  <c:v>0.7449541092</c:v>
                </c:pt>
                <c:pt idx="28">
                  <c:v>0.746526897</c:v>
                </c:pt>
                <c:pt idx="29">
                  <c:v>0.7419584394</c:v>
                </c:pt>
                <c:pt idx="30">
                  <c:v>0.7452536821</c:v>
                </c:pt>
                <c:pt idx="31">
                  <c:v>0.7651750445</c:v>
                </c:pt>
                <c:pt idx="32">
                  <c:v>0.7624415159</c:v>
                </c:pt>
                <c:pt idx="33">
                  <c:v>0.7640516758</c:v>
                </c:pt>
                <c:pt idx="34">
                  <c:v>0.7357423902</c:v>
                </c:pt>
                <c:pt idx="35">
                  <c:v>0.762141943</c:v>
                </c:pt>
                <c:pt idx="36">
                  <c:v>0.7645384669</c:v>
                </c:pt>
                <c:pt idx="37">
                  <c:v>0.7709792256</c:v>
                </c:pt>
                <c:pt idx="38">
                  <c:v>0.7700430751</c:v>
                </c:pt>
                <c:pt idx="39">
                  <c:v>0.7580977082</c:v>
                </c:pt>
                <c:pt idx="40">
                  <c:v>0.770342648</c:v>
                </c:pt>
                <c:pt idx="41">
                  <c:v>0.7648006082</c:v>
                </c:pt>
                <c:pt idx="42">
                  <c:v>0.7661486864</c:v>
                </c:pt>
                <c:pt idx="43">
                  <c:v>0.7510578632</c:v>
                </c:pt>
                <c:pt idx="44">
                  <c:v>0.7700056434</c:v>
                </c:pt>
                <c:pt idx="45">
                  <c:v>0.758284986</c:v>
                </c:pt>
                <c:pt idx="46">
                  <c:v>0.7589964271</c:v>
                </c:pt>
                <c:pt idx="47">
                  <c:v>0.749784708</c:v>
                </c:pt>
                <c:pt idx="48">
                  <c:v>0.771728158</c:v>
                </c:pt>
                <c:pt idx="49">
                  <c:v>0.7623665929</c:v>
                </c:pt>
                <c:pt idx="50">
                  <c:v>0.7563377619</c:v>
                </c:pt>
                <c:pt idx="51">
                  <c:v>0.7619921565</c:v>
                </c:pt>
                <c:pt idx="52">
                  <c:v>0.7651376128</c:v>
                </c:pt>
                <c:pt idx="53">
                  <c:v>0.76322788</c:v>
                </c:pt>
                <c:pt idx="54">
                  <c:v>0.7651001811</c:v>
                </c:pt>
                <c:pt idx="55">
                  <c:v>0.7634150982</c:v>
                </c:pt>
                <c:pt idx="56">
                  <c:v>0.7629657388</c:v>
                </c:pt>
                <c:pt idx="57">
                  <c:v>0.7689197063</c:v>
                </c:pt>
                <c:pt idx="58">
                  <c:v>0.7552892566</c:v>
                </c:pt>
                <c:pt idx="59">
                  <c:v>0.7616176605</c:v>
                </c:pt>
                <c:pt idx="60">
                  <c:v>0.7599325776</c:v>
                </c:pt>
                <c:pt idx="61">
                  <c:v>0.7697060704</c:v>
                </c:pt>
                <c:pt idx="62">
                  <c:v>0.7649878263</c:v>
                </c:pt>
                <c:pt idx="63">
                  <c:v>0.7689945698</c:v>
                </c:pt>
                <c:pt idx="64">
                  <c:v>0.7652499676</c:v>
                </c:pt>
                <c:pt idx="65">
                  <c:v>0.7606066465</c:v>
                </c:pt>
                <c:pt idx="66">
                  <c:v>0.7673844099</c:v>
                </c:pt>
                <c:pt idx="67">
                  <c:v>0.7650252581</c:v>
                </c:pt>
                <c:pt idx="68">
                  <c:v>0.7642014623</c:v>
                </c:pt>
                <c:pt idx="69">
                  <c:v>0.7626661658</c:v>
                </c:pt>
                <c:pt idx="70">
                  <c:v>0.7683579922</c:v>
                </c:pt>
                <c:pt idx="71">
                  <c:v>0.7648380399</c:v>
                </c:pt>
                <c:pt idx="72">
                  <c:v>0.7644636035</c:v>
                </c:pt>
                <c:pt idx="73">
                  <c:v>0.7676464915</c:v>
                </c:pt>
                <c:pt idx="74">
                  <c:v>0.7605317235</c:v>
                </c:pt>
                <c:pt idx="75">
                  <c:v>0.7567871213</c:v>
                </c:pt>
                <c:pt idx="76">
                  <c:v>0.7645758986</c:v>
                </c:pt>
                <c:pt idx="77">
                  <c:v>0.7630031705</c:v>
                </c:pt>
                <c:pt idx="78">
                  <c:v>0.7716906667</c:v>
                </c:pt>
                <c:pt idx="79">
                  <c:v>0.7655495405</c:v>
                </c:pt>
                <c:pt idx="80">
                  <c:v>0.768170774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A9BCC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53243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4288">
              <a:solidFill>
                <a:srgbClr val="92BBD9"/>
              </a:solidFill>
              <a:prstDash val="dash"/>
            </a:ln>
          </c:spPr>
          <c:marker>
            <c:symbol val="none"/>
          </c:marker>
          <c:xVal>
            <c:numRef>
              <c:f>'Chart Data'!$A$2:$A$84</c:f>
              <c:numCache>
                <c:formatCode>General</c:formatCode>
                <c:ptCount val="8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</c:numCache>
            </c:numRef>
          </c:xVal>
          <c:yVal>
            <c:numRef>
              <c:f>'Chart Data'!$B$2:$B$84</c:f>
              <c:numCache>
                <c:formatCode>0.00</c:formatCode>
                <c:ptCount val="83"/>
                <c:pt idx="0">
                  <c:v>0.6767170429</c:v>
                </c:pt>
                <c:pt idx="1">
                  <c:v>0.5424587131</c:v>
                </c:pt>
                <c:pt idx="2">
                  <c:v>0.4575335979</c:v>
                </c:pt>
                <c:pt idx="3">
                  <c:v>0.4096946418</c:v>
                </c:pt>
                <c:pt idx="4">
                  <c:v>0.3823763132</c:v>
                </c:pt>
                <c:pt idx="5">
                  <c:v>0.3620314002</c:v>
                </c:pt>
                <c:pt idx="6">
                  <c:v>0.3477399945</c:v>
                </c:pt>
                <c:pt idx="7">
                  <c:v>0.3357464969</c:v>
                </c:pt>
                <c:pt idx="8">
                  <c:v>0.3284939826</c:v>
                </c:pt>
                <c:pt idx="9">
                  <c:v>0.3184427023</c:v>
                </c:pt>
                <c:pt idx="10">
                  <c:v>0.3150888085</c:v>
                </c:pt>
                <c:pt idx="11">
                  <c:v>0.3085576892</c:v>
                </c:pt>
                <c:pt idx="12">
                  <c:v>0.3030692637</c:v>
                </c:pt>
                <c:pt idx="13">
                  <c:v>0.3006826639</c:v>
                </c:pt>
                <c:pt idx="14">
                  <c:v>0.2959040701</c:v>
                </c:pt>
                <c:pt idx="15">
                  <c:v>0.2940243185</c:v>
                </c:pt>
                <c:pt idx="16">
                  <c:v>0.2905663848</c:v>
                </c:pt>
                <c:pt idx="17">
                  <c:v>0.2882585824</c:v>
                </c:pt>
                <c:pt idx="18">
                  <c:v>0.2833328247</c:v>
                </c:pt>
                <c:pt idx="19">
                  <c:v>0.2832301259</c:v>
                </c:pt>
                <c:pt idx="20">
                  <c:v>0.2814013958</c:v>
                </c:pt>
                <c:pt idx="21">
                  <c:v>0.2786639929</c:v>
                </c:pt>
                <c:pt idx="22">
                  <c:v>0.277676791</c:v>
                </c:pt>
                <c:pt idx="23">
                  <c:v>0.2761118412</c:v>
                </c:pt>
                <c:pt idx="24">
                  <c:v>0.27550897</c:v>
                </c:pt>
                <c:pt idx="25">
                  <c:v>0.2717518508</c:v>
                </c:pt>
                <c:pt idx="26">
                  <c:v>0.2714613378</c:v>
                </c:pt>
                <c:pt idx="27">
                  <c:v>0.2683986425</c:v>
                </c:pt>
                <c:pt idx="28">
                  <c:v>0.2676668465</c:v>
                </c:pt>
                <c:pt idx="29">
                  <c:v>0.2663513124</c:v>
                </c:pt>
                <c:pt idx="30">
                  <c:v>0.2658881247</c:v>
                </c:pt>
                <c:pt idx="31">
                  <c:v>0.2652912438</c:v>
                </c:pt>
                <c:pt idx="32">
                  <c:v>0.2627003491</c:v>
                </c:pt>
                <c:pt idx="33">
                  <c:v>0.2487219274</c:v>
                </c:pt>
                <c:pt idx="34">
                  <c:v>0.2463627458</c:v>
                </c:pt>
                <c:pt idx="35">
                  <c:v>0.2456401438</c:v>
                </c:pt>
                <c:pt idx="36">
                  <c:v>0.2435724586</c:v>
                </c:pt>
                <c:pt idx="37">
                  <c:v>0.2426542193</c:v>
                </c:pt>
                <c:pt idx="38">
                  <c:v>0.2439391166</c:v>
                </c:pt>
                <c:pt idx="39">
                  <c:v>0.2428956479</c:v>
                </c:pt>
                <c:pt idx="40">
                  <c:v>0.2419882715</c:v>
                </c:pt>
                <c:pt idx="41">
                  <c:v>0.2412228733</c:v>
                </c:pt>
                <c:pt idx="42">
                  <c:v>0.2415360361</c:v>
                </c:pt>
                <c:pt idx="43">
                  <c:v>0.241507262</c:v>
                </c:pt>
                <c:pt idx="44">
                  <c:v>0.2394805253</c:v>
                </c:pt>
                <c:pt idx="45">
                  <c:v>0.2408908308</c:v>
                </c:pt>
                <c:pt idx="46">
                  <c:v>0.2398713976</c:v>
                </c:pt>
                <c:pt idx="47">
                  <c:v>0.2395776063</c:v>
                </c:pt>
                <c:pt idx="48">
                  <c:v>0.2385593355</c:v>
                </c:pt>
                <c:pt idx="49">
                  <c:v>0.2392659634</c:v>
                </c:pt>
                <c:pt idx="50">
                  <c:v>0.2377221137</c:v>
                </c:pt>
                <c:pt idx="51">
                  <c:v>0.2386846244</c:v>
                </c:pt>
                <c:pt idx="52">
                  <c:v>0.2385194153</c:v>
                </c:pt>
                <c:pt idx="53">
                  <c:v>0.2369275093</c:v>
                </c:pt>
                <c:pt idx="54">
                  <c:v>0.2374227196</c:v>
                </c:pt>
                <c:pt idx="55">
                  <c:v>0.2371230423</c:v>
                </c:pt>
                <c:pt idx="56">
                  <c:v>0.2369770557</c:v>
                </c:pt>
                <c:pt idx="57">
                  <c:v>0.2363820523</c:v>
                </c:pt>
                <c:pt idx="58">
                  <c:v>0.2359866798</c:v>
                </c:pt>
                <c:pt idx="59">
                  <c:v>0.236428678</c:v>
                </c:pt>
                <c:pt idx="60">
                  <c:v>0.2352829576</c:v>
                </c:pt>
                <c:pt idx="61">
                  <c:v>0.2361492366</c:v>
                </c:pt>
                <c:pt idx="62">
                  <c:v>0.2351420075</c:v>
                </c:pt>
                <c:pt idx="63">
                  <c:v>0.2290687114</c:v>
                </c:pt>
                <c:pt idx="64">
                  <c:v>0.2272071242</c:v>
                </c:pt>
                <c:pt idx="65">
                  <c:v>0.2272856832</c:v>
                </c:pt>
                <c:pt idx="66">
                  <c:v>0.2270608991</c:v>
                </c:pt>
                <c:pt idx="67">
                  <c:v>0.2263832539</c:v>
                </c:pt>
                <c:pt idx="68">
                  <c:v>0.2267297506</c:v>
                </c:pt>
                <c:pt idx="69">
                  <c:v>0.226053074</c:v>
                </c:pt>
                <c:pt idx="70">
                  <c:v>0.2263027132</c:v>
                </c:pt>
                <c:pt idx="71">
                  <c:v>0.2262889296</c:v>
                </c:pt>
                <c:pt idx="72">
                  <c:v>0.225353986</c:v>
                </c:pt>
                <c:pt idx="73">
                  <c:v>0.2260486335</c:v>
                </c:pt>
                <c:pt idx="74">
                  <c:v>0.2251766473</c:v>
                </c:pt>
                <c:pt idx="75">
                  <c:v>0.2251203656</c:v>
                </c:pt>
                <c:pt idx="76">
                  <c:v>0.2250303775</c:v>
                </c:pt>
                <c:pt idx="77">
                  <c:v>0.2257175744</c:v>
                </c:pt>
                <c:pt idx="78">
                  <c:v>0.2253430486</c:v>
                </c:pt>
                <c:pt idx="79">
                  <c:v>0.2242728919</c:v>
                </c:pt>
                <c:pt idx="80">
                  <c:v>0.2246241719</c:v>
                </c:pt>
                <c:pt idx="81">
                  <c:v>0.2253342718</c:v>
                </c:pt>
                <c:pt idx="82">
                  <c:v>0.2241621464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6670">
              <a:solidFill>
                <a:srgbClr val="377EB8"/>
              </a:solidFill>
              <a:prstDash val="solid"/>
            </a:ln>
          </c:spPr>
          <c:marker>
            <c:symbol val="none"/>
          </c:marker>
          <c:xVal>
            <c:numRef>
              <c:f>'Chart Data'!$C$2:$C$84</c:f>
              <c:numCache>
                <c:formatCode>General</c:formatCode>
                <c:ptCount val="8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</c:numCache>
            </c:numRef>
          </c:xVal>
          <c:yVal>
            <c:numRef>
              <c:f>'Chart Data'!$D$2:$D$84</c:f>
              <c:numCache>
                <c:formatCode>0.00</c:formatCode>
                <c:ptCount val="83"/>
                <c:pt idx="0">
                  <c:v>0.6100694537</c:v>
                </c:pt>
                <c:pt idx="1">
                  <c:v>0.6056351662</c:v>
                </c:pt>
                <c:pt idx="2">
                  <c:v>0.6010738015</c:v>
                </c:pt>
                <c:pt idx="3">
                  <c:v>0.7451401949</c:v>
                </c:pt>
                <c:pt idx="4">
                  <c:v>0.7548337579</c:v>
                </c:pt>
                <c:pt idx="5">
                  <c:v>0.6996571422</c:v>
                </c:pt>
                <c:pt idx="6">
                  <c:v>0.6531358361</c:v>
                </c:pt>
                <c:pt idx="7">
                  <c:v>0.7456088066</c:v>
                </c:pt>
                <c:pt idx="8">
                  <c:v>0.7216671705</c:v>
                </c:pt>
                <c:pt idx="9">
                  <c:v>0.7243107557</c:v>
                </c:pt>
                <c:pt idx="10">
                  <c:v>0.7116205096</c:v>
                </c:pt>
                <c:pt idx="11">
                  <c:v>0.7100619674</c:v>
                </c:pt>
                <c:pt idx="12">
                  <c:v>0.7460010052</c:v>
                </c:pt>
                <c:pt idx="13">
                  <c:v>0.7421668768</c:v>
                </c:pt>
                <c:pt idx="14">
                  <c:v>0.7297907472</c:v>
                </c:pt>
                <c:pt idx="15">
                  <c:v>0.7399662733</c:v>
                </c:pt>
                <c:pt idx="16">
                  <c:v>0.6786795855</c:v>
                </c:pt>
                <c:pt idx="17">
                  <c:v>0.7179314494</c:v>
                </c:pt>
                <c:pt idx="18">
                  <c:v>0.7891488671</c:v>
                </c:pt>
                <c:pt idx="19">
                  <c:v>0.7283472419</c:v>
                </c:pt>
                <c:pt idx="20">
                  <c:v>0.7073165774</c:v>
                </c:pt>
                <c:pt idx="21">
                  <c:v>0.7684769034</c:v>
                </c:pt>
                <c:pt idx="22">
                  <c:v>0.7033798695</c:v>
                </c:pt>
                <c:pt idx="23">
                  <c:v>0.6731510758</c:v>
                </c:pt>
                <c:pt idx="24">
                  <c:v>0.6897181869</c:v>
                </c:pt>
                <c:pt idx="25">
                  <c:v>0.7433995008</c:v>
                </c:pt>
                <c:pt idx="26">
                  <c:v>0.7025565505</c:v>
                </c:pt>
                <c:pt idx="27">
                  <c:v>0.7034456134</c:v>
                </c:pt>
                <c:pt idx="28">
                  <c:v>0.7009949088</c:v>
                </c:pt>
                <c:pt idx="29">
                  <c:v>0.7412959337</c:v>
                </c:pt>
                <c:pt idx="30">
                  <c:v>0.7233909965</c:v>
                </c:pt>
                <c:pt idx="31">
                  <c:v>0.7262365222</c:v>
                </c:pt>
                <c:pt idx="32">
                  <c:v>0.7711392641</c:v>
                </c:pt>
                <c:pt idx="33">
                  <c:v>0.7133315802</c:v>
                </c:pt>
                <c:pt idx="34">
                  <c:v>0.7254182696</c:v>
                </c:pt>
                <c:pt idx="35">
                  <c:v>0.7279397249</c:v>
                </c:pt>
                <c:pt idx="36">
                  <c:v>0.7555139661</c:v>
                </c:pt>
                <c:pt idx="37">
                  <c:v>0.7264644504</c:v>
                </c:pt>
                <c:pt idx="38">
                  <c:v>0.7064826488</c:v>
                </c:pt>
                <c:pt idx="39">
                  <c:v>0.7625659704</c:v>
                </c:pt>
                <c:pt idx="40">
                  <c:v>0.7395166159</c:v>
                </c:pt>
                <c:pt idx="41">
                  <c:v>0.7181444168</c:v>
                </c:pt>
                <c:pt idx="42">
                  <c:v>0.7156990767</c:v>
                </c:pt>
                <c:pt idx="43">
                  <c:v>0.6890522838</c:v>
                </c:pt>
                <c:pt idx="44">
                  <c:v>0.6955857277</c:v>
                </c:pt>
                <c:pt idx="45">
                  <c:v>0.7067761421</c:v>
                </c:pt>
                <c:pt idx="46">
                  <c:v>0.7174072862</c:v>
                </c:pt>
                <c:pt idx="47">
                  <c:v>0.7598413825</c:v>
                </c:pt>
                <c:pt idx="48">
                  <c:v>0.7129639983</c:v>
                </c:pt>
                <c:pt idx="49">
                  <c:v>0.7253772616</c:v>
                </c:pt>
                <c:pt idx="50">
                  <c:v>0.7372691631</c:v>
                </c:pt>
                <c:pt idx="51">
                  <c:v>0.7373809814</c:v>
                </c:pt>
                <c:pt idx="52">
                  <c:v>0.7127842903</c:v>
                </c:pt>
                <c:pt idx="53">
                  <c:v>0.7219954133</c:v>
                </c:pt>
                <c:pt idx="54">
                  <c:v>0.7420966029</c:v>
                </c:pt>
                <c:pt idx="55">
                  <c:v>0.7465479374</c:v>
                </c:pt>
                <c:pt idx="56">
                  <c:v>0.7321183681</c:v>
                </c:pt>
                <c:pt idx="57">
                  <c:v>0.758381784</c:v>
                </c:pt>
                <c:pt idx="58">
                  <c:v>0.7055042982</c:v>
                </c:pt>
                <c:pt idx="59">
                  <c:v>0.721050024</c:v>
                </c:pt>
                <c:pt idx="60">
                  <c:v>0.7214233279</c:v>
                </c:pt>
                <c:pt idx="61">
                  <c:v>0.707445085</c:v>
                </c:pt>
                <c:pt idx="62">
                  <c:v>0.7759872675</c:v>
                </c:pt>
                <c:pt idx="63">
                  <c:v>0.7422199845</c:v>
                </c:pt>
                <c:pt idx="64">
                  <c:v>0.7303878665</c:v>
                </c:pt>
                <c:pt idx="65">
                  <c:v>0.7552269697</c:v>
                </c:pt>
                <c:pt idx="66">
                  <c:v>0.7263071537</c:v>
                </c:pt>
                <c:pt idx="67">
                  <c:v>0.7318770885</c:v>
                </c:pt>
                <c:pt idx="68">
                  <c:v>0.7370325327</c:v>
                </c:pt>
                <c:pt idx="69">
                  <c:v>0.7274449468</c:v>
                </c:pt>
                <c:pt idx="70">
                  <c:v>0.7344532609</c:v>
                </c:pt>
                <c:pt idx="71">
                  <c:v>0.7183467746</c:v>
                </c:pt>
                <c:pt idx="72">
                  <c:v>0.7292448282</c:v>
                </c:pt>
                <c:pt idx="73">
                  <c:v>0.7294114828</c:v>
                </c:pt>
                <c:pt idx="74">
                  <c:v>0.7248387337</c:v>
                </c:pt>
                <c:pt idx="75">
                  <c:v>0.7228934169</c:v>
                </c:pt>
                <c:pt idx="76">
                  <c:v>0.7254636288</c:v>
                </c:pt>
                <c:pt idx="77">
                  <c:v>0.7294003367</c:v>
                </c:pt>
                <c:pt idx="78">
                  <c:v>0.7155698538</c:v>
                </c:pt>
                <c:pt idx="79">
                  <c:v>0.7341502309</c:v>
                </c:pt>
                <c:pt idx="80">
                  <c:v>0.7433447242</c:v>
                </c:pt>
                <c:pt idx="81">
                  <c:v>0.7357053757</c:v>
                </c:pt>
                <c:pt idx="82">
                  <c:v>0.7373483777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4288">
              <a:solidFill>
                <a:srgbClr val="ECB49D"/>
              </a:solidFill>
              <a:prstDash val="dash"/>
            </a:ln>
          </c:spPr>
          <c:marker>
            <c:symbol val="none"/>
          </c:marker>
          <c:xVal>
            <c:numRef>
              <c:f>'Chart Data'!$E$2:$E$82</c:f>
              <c:numCache>
                <c:formatCode>General</c:formatCode>
                <c:ptCount val="8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</c:numCache>
            </c:numRef>
          </c:xVal>
          <c:yVal>
            <c:numRef>
              <c:f>'Chart Data'!$F$2:$F$82</c:f>
              <c:numCache>
                <c:formatCode>0.00</c:formatCode>
                <c:ptCount val="81"/>
                <c:pt idx="0">
                  <c:v>0.6746952534</c:v>
                </c:pt>
                <c:pt idx="1">
                  <c:v>0.5191156864</c:v>
                </c:pt>
                <c:pt idx="2">
                  <c:v>0.4383176565</c:v>
                </c:pt>
                <c:pt idx="3">
                  <c:v>0.384901911</c:v>
                </c:pt>
                <c:pt idx="4">
                  <c:v>0.3511574268</c:v>
                </c:pt>
                <c:pt idx="5">
                  <c:v>0.3326920867</c:v>
                </c:pt>
                <c:pt idx="6">
                  <c:v>0.3161744177</c:v>
                </c:pt>
                <c:pt idx="7">
                  <c:v>0.3076075912</c:v>
                </c:pt>
                <c:pt idx="8">
                  <c:v>0.2983744442</c:v>
                </c:pt>
                <c:pt idx="9">
                  <c:v>0.2919674516</c:v>
                </c:pt>
                <c:pt idx="10">
                  <c:v>0.2868290544</c:v>
                </c:pt>
                <c:pt idx="11">
                  <c:v>0.2855178416</c:v>
                </c:pt>
                <c:pt idx="12">
                  <c:v>0.2796166539</c:v>
                </c:pt>
                <c:pt idx="13">
                  <c:v>0.2783825099</c:v>
                </c:pt>
                <c:pt idx="14">
                  <c:v>0.2757030427</c:v>
                </c:pt>
                <c:pt idx="15">
                  <c:v>0.2732008398</c:v>
                </c:pt>
                <c:pt idx="16">
                  <c:v>0.2706759572</c:v>
                </c:pt>
                <c:pt idx="17">
                  <c:v>0.269405216</c:v>
                </c:pt>
                <c:pt idx="18">
                  <c:v>0.2650495172</c:v>
                </c:pt>
                <c:pt idx="19">
                  <c:v>0.2666005194</c:v>
                </c:pt>
                <c:pt idx="20">
                  <c:v>0.2643838823</c:v>
                </c:pt>
                <c:pt idx="21">
                  <c:v>0.2646709681</c:v>
                </c:pt>
                <c:pt idx="22">
                  <c:v>0.2618876994</c:v>
                </c:pt>
                <c:pt idx="23">
                  <c:v>0.2596126497</c:v>
                </c:pt>
                <c:pt idx="24">
                  <c:v>0.2604401708</c:v>
                </c:pt>
                <c:pt idx="25">
                  <c:v>0.2586676478</c:v>
                </c:pt>
                <c:pt idx="26">
                  <c:v>0.2566889822</c:v>
                </c:pt>
                <c:pt idx="27">
                  <c:v>0.2560417354</c:v>
                </c:pt>
                <c:pt idx="28">
                  <c:v>0.2549020052</c:v>
                </c:pt>
                <c:pt idx="29">
                  <c:v>0.2540231943</c:v>
                </c:pt>
                <c:pt idx="30">
                  <c:v>0.2532514036</c:v>
                </c:pt>
                <c:pt idx="31">
                  <c:v>0.2386129349</c:v>
                </c:pt>
                <c:pt idx="32">
                  <c:v>0.2355320901</c:v>
                </c:pt>
                <c:pt idx="33">
                  <c:v>0.2353455424</c:v>
                </c:pt>
                <c:pt idx="34">
                  <c:v>0.2337420434</c:v>
                </c:pt>
                <c:pt idx="35">
                  <c:v>0.2331220955</c:v>
                </c:pt>
                <c:pt idx="36">
                  <c:v>0.2320712507</c:v>
                </c:pt>
                <c:pt idx="37">
                  <c:v>0.2319725007</c:v>
                </c:pt>
                <c:pt idx="38">
                  <c:v>0.2319294512</c:v>
                </c:pt>
                <c:pt idx="39">
                  <c:v>0.2300458401</c:v>
                </c:pt>
                <c:pt idx="40">
                  <c:v>0.2304737717</c:v>
                </c:pt>
                <c:pt idx="41">
                  <c:v>0.2307958752</c:v>
                </c:pt>
                <c:pt idx="42">
                  <c:v>0.2285092622</c:v>
                </c:pt>
                <c:pt idx="43">
                  <c:v>0.2294397652</c:v>
                </c:pt>
                <c:pt idx="44">
                  <c:v>0.2294635028</c:v>
                </c:pt>
                <c:pt idx="45">
                  <c:v>0.2286106944</c:v>
                </c:pt>
                <c:pt idx="46">
                  <c:v>0.2278603762</c:v>
                </c:pt>
                <c:pt idx="47">
                  <c:v>0.227073282</c:v>
                </c:pt>
                <c:pt idx="48">
                  <c:v>0.2273130417</c:v>
                </c:pt>
                <c:pt idx="49">
                  <c:v>0.2274233103</c:v>
                </c:pt>
                <c:pt idx="50">
                  <c:v>0.2264933139</c:v>
                </c:pt>
                <c:pt idx="51">
                  <c:v>0.2266828716</c:v>
                </c:pt>
                <c:pt idx="52">
                  <c:v>0.2266815156</c:v>
                </c:pt>
                <c:pt idx="53">
                  <c:v>0.2261581421</c:v>
                </c:pt>
                <c:pt idx="54">
                  <c:v>0.2256079465</c:v>
                </c:pt>
                <c:pt idx="55">
                  <c:v>0.225253135</c:v>
                </c:pt>
                <c:pt idx="56">
                  <c:v>0.2256695777</c:v>
                </c:pt>
                <c:pt idx="57">
                  <c:v>0.2260581702</c:v>
                </c:pt>
                <c:pt idx="58">
                  <c:v>0.2249508202</c:v>
                </c:pt>
                <c:pt idx="59">
                  <c:v>0.2251013219</c:v>
                </c:pt>
                <c:pt idx="60">
                  <c:v>0.224222362</c:v>
                </c:pt>
                <c:pt idx="61">
                  <c:v>0.2193020582</c:v>
                </c:pt>
                <c:pt idx="62">
                  <c:v>0.2172435373</c:v>
                </c:pt>
                <c:pt idx="63">
                  <c:v>0.2168699205</c:v>
                </c:pt>
                <c:pt idx="64">
                  <c:v>0.2170584202</c:v>
                </c:pt>
                <c:pt idx="65">
                  <c:v>0.2165543288</c:v>
                </c:pt>
                <c:pt idx="66">
                  <c:v>0.216074273</c:v>
                </c:pt>
                <c:pt idx="67">
                  <c:v>0.2154923677</c:v>
                </c:pt>
                <c:pt idx="68">
                  <c:v>0.2159676254</c:v>
                </c:pt>
                <c:pt idx="69">
                  <c:v>0.2158274353</c:v>
                </c:pt>
                <c:pt idx="70">
                  <c:v>0.2151736766</c:v>
                </c:pt>
                <c:pt idx="71">
                  <c:v>0.2152813375</c:v>
                </c:pt>
                <c:pt idx="72">
                  <c:v>0.2156772614</c:v>
                </c:pt>
                <c:pt idx="73">
                  <c:v>0.2149503529</c:v>
                </c:pt>
                <c:pt idx="74">
                  <c:v>0.2153845578</c:v>
                </c:pt>
                <c:pt idx="75">
                  <c:v>0.2141314149</c:v>
                </c:pt>
                <c:pt idx="76">
                  <c:v>0.2151728719</c:v>
                </c:pt>
                <c:pt idx="77">
                  <c:v>0.2150726318</c:v>
                </c:pt>
                <c:pt idx="78">
                  <c:v>0.2137868404</c:v>
                </c:pt>
                <c:pt idx="79">
                  <c:v>0.2139624059</c:v>
                </c:pt>
                <c:pt idx="80">
                  <c:v>0.2144358009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6670">
              <a:solidFill>
                <a:srgbClr val="D65F2B"/>
              </a:solidFill>
              <a:prstDash val="solid"/>
            </a:ln>
          </c:spPr>
          <c:marker>
            <c:symbol val="none"/>
          </c:marker>
          <c:xVal>
            <c:numRef>
              <c:f>'Chart Data'!$G$2:$G$82</c:f>
              <c:numCache>
                <c:formatCode>General</c:formatCode>
                <c:ptCount val="8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</c:numCache>
            </c:numRef>
          </c:xVal>
          <c:yVal>
            <c:numRef>
              <c:f>'Chart Data'!$H$2:$H$82</c:f>
              <c:numCache>
                <c:formatCode>0.00</c:formatCode>
                <c:ptCount val="81"/>
                <c:pt idx="0">
                  <c:v>0.5980448127</c:v>
                </c:pt>
                <c:pt idx="1">
                  <c:v>0.6191360354</c:v>
                </c:pt>
                <c:pt idx="2">
                  <c:v>0.6613854766</c:v>
                </c:pt>
                <c:pt idx="3">
                  <c:v>0.6947199702</c:v>
                </c:pt>
                <c:pt idx="4">
                  <c:v>0.7131340504</c:v>
                </c:pt>
                <c:pt idx="5">
                  <c:v>0.6408953667</c:v>
                </c:pt>
                <c:pt idx="6">
                  <c:v>0.6307585239</c:v>
                </c:pt>
                <c:pt idx="7">
                  <c:v>0.6650832295</c:v>
                </c:pt>
                <c:pt idx="8">
                  <c:v>0.6904053688</c:v>
                </c:pt>
                <c:pt idx="9">
                  <c:v>0.6450077891</c:v>
                </c:pt>
                <c:pt idx="10">
                  <c:v>0.726144135</c:v>
                </c:pt>
                <c:pt idx="11">
                  <c:v>0.7335605621</c:v>
                </c:pt>
                <c:pt idx="12">
                  <c:v>0.6516641378</c:v>
                </c:pt>
                <c:pt idx="13">
                  <c:v>0.7048037052</c:v>
                </c:pt>
                <c:pt idx="14">
                  <c:v>0.7609170675</c:v>
                </c:pt>
                <c:pt idx="15">
                  <c:v>0.6511818767</c:v>
                </c:pt>
                <c:pt idx="16">
                  <c:v>0.6785629392</c:v>
                </c:pt>
                <c:pt idx="17">
                  <c:v>0.678383708</c:v>
                </c:pt>
                <c:pt idx="18">
                  <c:v>0.6969205737</c:v>
                </c:pt>
                <c:pt idx="19">
                  <c:v>0.6654241681</c:v>
                </c:pt>
                <c:pt idx="20">
                  <c:v>0.7442721128</c:v>
                </c:pt>
                <c:pt idx="21">
                  <c:v>0.7108858824</c:v>
                </c:pt>
                <c:pt idx="22">
                  <c:v>0.6885308027</c:v>
                </c:pt>
                <c:pt idx="23">
                  <c:v>0.7201814651</c:v>
                </c:pt>
                <c:pt idx="24">
                  <c:v>0.638658762</c:v>
                </c:pt>
                <c:pt idx="25">
                  <c:v>0.6883701086</c:v>
                </c:pt>
                <c:pt idx="26">
                  <c:v>0.744489789</c:v>
                </c:pt>
                <c:pt idx="27">
                  <c:v>0.7215185165</c:v>
                </c:pt>
                <c:pt idx="28">
                  <c:v>0.6913288832</c:v>
                </c:pt>
                <c:pt idx="29">
                  <c:v>0.7178584337</c:v>
                </c:pt>
                <c:pt idx="30">
                  <c:v>0.7315858006</c:v>
                </c:pt>
                <c:pt idx="31">
                  <c:v>0.6916740537</c:v>
                </c:pt>
                <c:pt idx="32">
                  <c:v>0.7132375836</c:v>
                </c:pt>
                <c:pt idx="33">
                  <c:v>0.710077405</c:v>
                </c:pt>
                <c:pt idx="34">
                  <c:v>0.7544441223</c:v>
                </c:pt>
                <c:pt idx="35">
                  <c:v>0.6966195107</c:v>
                </c:pt>
                <c:pt idx="36">
                  <c:v>0.7053942084</c:v>
                </c:pt>
                <c:pt idx="37">
                  <c:v>0.685719192</c:v>
                </c:pt>
                <c:pt idx="38">
                  <c:v>0.68922019</c:v>
                </c:pt>
                <c:pt idx="39">
                  <c:v>0.7302580476</c:v>
                </c:pt>
                <c:pt idx="40">
                  <c:v>0.6937942505</c:v>
                </c:pt>
                <c:pt idx="41">
                  <c:v>0.6704285145</c:v>
                </c:pt>
                <c:pt idx="42">
                  <c:v>0.6956889629</c:v>
                </c:pt>
                <c:pt idx="43">
                  <c:v>0.7049033046</c:v>
                </c:pt>
                <c:pt idx="44">
                  <c:v>0.7010769248</c:v>
                </c:pt>
                <c:pt idx="45">
                  <c:v>0.7479261756</c:v>
                </c:pt>
                <c:pt idx="46">
                  <c:v>0.7163257003</c:v>
                </c:pt>
                <c:pt idx="47">
                  <c:v>0.7357518673</c:v>
                </c:pt>
                <c:pt idx="48">
                  <c:v>0.6864156723</c:v>
                </c:pt>
                <c:pt idx="49">
                  <c:v>0.6973378062</c:v>
                </c:pt>
                <c:pt idx="50">
                  <c:v>0.7095461488</c:v>
                </c:pt>
                <c:pt idx="51">
                  <c:v>0.7010167241</c:v>
                </c:pt>
                <c:pt idx="52">
                  <c:v>0.6900832653</c:v>
                </c:pt>
                <c:pt idx="53">
                  <c:v>0.7018813491</c:v>
                </c:pt>
                <c:pt idx="54">
                  <c:v>0.7181466818</c:v>
                </c:pt>
                <c:pt idx="55">
                  <c:v>0.7015295625</c:v>
                </c:pt>
                <c:pt idx="56">
                  <c:v>0.7106418014</c:v>
                </c:pt>
                <c:pt idx="57">
                  <c:v>0.671207428</c:v>
                </c:pt>
                <c:pt idx="58">
                  <c:v>0.727196455</c:v>
                </c:pt>
                <c:pt idx="59">
                  <c:v>0.7115754485</c:v>
                </c:pt>
                <c:pt idx="60">
                  <c:v>0.7030425072</c:v>
                </c:pt>
                <c:pt idx="61">
                  <c:v>0.7069000602</c:v>
                </c:pt>
                <c:pt idx="62">
                  <c:v>0.7124313116</c:v>
                </c:pt>
                <c:pt idx="63">
                  <c:v>0.7009502053</c:v>
                </c:pt>
                <c:pt idx="64">
                  <c:v>0.7179530263</c:v>
                </c:pt>
                <c:pt idx="65">
                  <c:v>0.7334340215</c:v>
                </c:pt>
                <c:pt idx="66">
                  <c:v>0.725887239</c:v>
                </c:pt>
                <c:pt idx="67">
                  <c:v>0.7216216326</c:v>
                </c:pt>
                <c:pt idx="68">
                  <c:v>0.7186686993</c:v>
                </c:pt>
                <c:pt idx="69">
                  <c:v>0.7334646583</c:v>
                </c:pt>
                <c:pt idx="70">
                  <c:v>0.7177830338</c:v>
                </c:pt>
                <c:pt idx="71">
                  <c:v>0.7047612071</c:v>
                </c:pt>
                <c:pt idx="72">
                  <c:v>0.7156755328</c:v>
                </c:pt>
                <c:pt idx="73">
                  <c:v>0.7144953012</c:v>
                </c:pt>
                <c:pt idx="74">
                  <c:v>0.7306382656</c:v>
                </c:pt>
                <c:pt idx="75">
                  <c:v>0.7403143644</c:v>
                </c:pt>
                <c:pt idx="76">
                  <c:v>0.7235269547</c:v>
                </c:pt>
                <c:pt idx="77">
                  <c:v>0.7163609862</c:v>
                </c:pt>
                <c:pt idx="78">
                  <c:v>0.6964654326</c:v>
                </c:pt>
                <c:pt idx="79">
                  <c:v>0.7167882919</c:v>
                </c:pt>
                <c:pt idx="80">
                  <c:v>0.7114700675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95"/>
          <c:min val="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A9BCC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15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Accuracy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53243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4288">
              <a:solidFill>
                <a:srgbClr val="92BBD9"/>
              </a:solidFill>
              <a:prstDash val="dash"/>
            </a:ln>
          </c:spPr>
          <c:marker>
            <c:symbol val="none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0%</c:formatCode>
                <c:ptCount val="100"/>
                <c:pt idx="0">
                  <c:v>0.576335907</c:v>
                </c:pt>
                <c:pt idx="1">
                  <c:v>0.6679389477</c:v>
                </c:pt>
                <c:pt idx="2">
                  <c:v>0.6412213445</c:v>
                </c:pt>
                <c:pt idx="3">
                  <c:v>0.6221374273</c:v>
                </c:pt>
                <c:pt idx="4">
                  <c:v>0.576335907</c:v>
                </c:pt>
                <c:pt idx="5">
                  <c:v>0.6106870174</c:v>
                </c:pt>
                <c:pt idx="6">
                  <c:v>0.6183205843</c:v>
                </c:pt>
                <c:pt idx="7">
                  <c:v>0.5992366672</c:v>
                </c:pt>
                <c:pt idx="8">
                  <c:v>0.6526717544</c:v>
                </c:pt>
                <c:pt idx="9">
                  <c:v>0.6412213445</c:v>
                </c:pt>
                <c:pt idx="10">
                  <c:v>0.6603053212</c:v>
                </c:pt>
                <c:pt idx="11">
                  <c:v>0.6450381875</c:v>
                </c:pt>
                <c:pt idx="12">
                  <c:v>0.6335877776</c:v>
                </c:pt>
                <c:pt idx="13">
                  <c:v>0.6106870174</c:v>
                </c:pt>
                <c:pt idx="14">
                  <c:v>0.6297709942</c:v>
                </c:pt>
                <c:pt idx="15">
                  <c:v>0.637404561</c:v>
                </c:pt>
                <c:pt idx="16">
                  <c:v>0.6221374273</c:v>
                </c:pt>
                <c:pt idx="17">
                  <c:v>0.637404561</c:v>
                </c:pt>
                <c:pt idx="18">
                  <c:v>0.6412213445</c:v>
                </c:pt>
                <c:pt idx="19">
                  <c:v>0.6297709942</c:v>
                </c:pt>
                <c:pt idx="20">
                  <c:v>0.6259542108</c:v>
                </c:pt>
                <c:pt idx="21">
                  <c:v>0.6450381875</c:v>
                </c:pt>
                <c:pt idx="22">
                  <c:v>0.637404561</c:v>
                </c:pt>
                <c:pt idx="23">
                  <c:v>0.6450381875</c:v>
                </c:pt>
                <c:pt idx="24">
                  <c:v>0.6183205843</c:v>
                </c:pt>
                <c:pt idx="25">
                  <c:v>0.6259542108</c:v>
                </c:pt>
                <c:pt idx="26">
                  <c:v>0.606870234</c:v>
                </c:pt>
                <c:pt idx="27">
                  <c:v>0.6106870174</c:v>
                </c:pt>
                <c:pt idx="28">
                  <c:v>0.637404561</c:v>
                </c:pt>
                <c:pt idx="29">
                  <c:v>0.6297709942</c:v>
                </c:pt>
                <c:pt idx="30">
                  <c:v>0.637404561</c:v>
                </c:pt>
                <c:pt idx="31">
                  <c:v>0.6450381875</c:v>
                </c:pt>
                <c:pt idx="32">
                  <c:v>0.6412213445</c:v>
                </c:pt>
                <c:pt idx="33">
                  <c:v>0.6297709942</c:v>
                </c:pt>
                <c:pt idx="34">
                  <c:v>0.6603053212</c:v>
                </c:pt>
                <c:pt idx="35">
                  <c:v>0.6412213445</c:v>
                </c:pt>
                <c:pt idx="36">
                  <c:v>0.6946564913</c:v>
                </c:pt>
                <c:pt idx="37">
                  <c:v>0.6526717544</c:v>
                </c:pt>
                <c:pt idx="38">
                  <c:v>0.6526717544</c:v>
                </c:pt>
                <c:pt idx="39">
                  <c:v>0.6221374273</c:v>
                </c:pt>
                <c:pt idx="40">
                  <c:v>0.6183205843</c:v>
                </c:pt>
                <c:pt idx="41">
                  <c:v>0.6335877776</c:v>
                </c:pt>
                <c:pt idx="42">
                  <c:v>0.6832060814</c:v>
                </c:pt>
                <c:pt idx="43">
                  <c:v>0.6488549709</c:v>
                </c:pt>
                <c:pt idx="44">
                  <c:v>0.6335877776</c:v>
                </c:pt>
                <c:pt idx="45">
                  <c:v>0.7022900581</c:v>
                </c:pt>
                <c:pt idx="46">
                  <c:v>0.6488549709</c:v>
                </c:pt>
                <c:pt idx="47">
                  <c:v>0.6526717544</c:v>
                </c:pt>
                <c:pt idx="48">
                  <c:v>0.6832060814</c:v>
                </c:pt>
                <c:pt idx="49">
                  <c:v>0.6870229244</c:v>
                </c:pt>
                <c:pt idx="50">
                  <c:v>0.6641221642</c:v>
                </c:pt>
                <c:pt idx="51">
                  <c:v>0.637404561</c:v>
                </c:pt>
                <c:pt idx="52">
                  <c:v>0.6526717544</c:v>
                </c:pt>
                <c:pt idx="53">
                  <c:v>0.679389298</c:v>
                </c:pt>
                <c:pt idx="54">
                  <c:v>0.6412213445</c:v>
                </c:pt>
                <c:pt idx="55">
                  <c:v>0.6412213445</c:v>
                </c:pt>
                <c:pt idx="56">
                  <c:v>0.6526717544</c:v>
                </c:pt>
                <c:pt idx="57">
                  <c:v>0.6717557311</c:v>
                </c:pt>
                <c:pt idx="58">
                  <c:v>0.6335877776</c:v>
                </c:pt>
                <c:pt idx="59">
                  <c:v>0.6832060814</c:v>
                </c:pt>
                <c:pt idx="60">
                  <c:v>0.6488549709</c:v>
                </c:pt>
                <c:pt idx="61">
                  <c:v>0.6221374273</c:v>
                </c:pt>
                <c:pt idx="62">
                  <c:v>0.6183205843</c:v>
                </c:pt>
                <c:pt idx="63">
                  <c:v>0.6641221642</c:v>
                </c:pt>
                <c:pt idx="64">
                  <c:v>0.6641221642</c:v>
                </c:pt>
                <c:pt idx="65">
                  <c:v>0.679389298</c:v>
                </c:pt>
                <c:pt idx="66">
                  <c:v>0.6984732747</c:v>
                </c:pt>
                <c:pt idx="67">
                  <c:v>0.6450381875</c:v>
                </c:pt>
                <c:pt idx="68">
                  <c:v>0.6679389477</c:v>
                </c:pt>
                <c:pt idx="69">
                  <c:v>0.6832060814</c:v>
                </c:pt>
                <c:pt idx="70">
                  <c:v>0.6526717544</c:v>
                </c:pt>
                <c:pt idx="71">
                  <c:v>0.6755725145</c:v>
                </c:pt>
                <c:pt idx="72">
                  <c:v>0.6984732747</c:v>
                </c:pt>
                <c:pt idx="73">
                  <c:v>0.6183205843</c:v>
                </c:pt>
                <c:pt idx="74">
                  <c:v>0.6946564913</c:v>
                </c:pt>
                <c:pt idx="75">
                  <c:v>0.6832060814</c:v>
                </c:pt>
                <c:pt idx="76">
                  <c:v>0.6984732747</c:v>
                </c:pt>
                <c:pt idx="77">
                  <c:v>0.6488549709</c:v>
                </c:pt>
                <c:pt idx="78">
                  <c:v>0.679389298</c:v>
                </c:pt>
                <c:pt idx="79">
                  <c:v>0.6679389477</c:v>
                </c:pt>
                <c:pt idx="80">
                  <c:v>0.7175572515</c:v>
                </c:pt>
                <c:pt idx="81">
                  <c:v>0.6755725145</c:v>
                </c:pt>
                <c:pt idx="82">
                  <c:v>0.6679389477</c:v>
                </c:pt>
                <c:pt idx="83">
                  <c:v>0.6755725145</c:v>
                </c:pt>
                <c:pt idx="84">
                  <c:v>0.6526717544</c:v>
                </c:pt>
                <c:pt idx="85">
                  <c:v>0.6564885378</c:v>
                </c:pt>
                <c:pt idx="86">
                  <c:v>0.6946564913</c:v>
                </c:pt>
                <c:pt idx="87">
                  <c:v>0.6603053212</c:v>
                </c:pt>
                <c:pt idx="88">
                  <c:v>0.6832060814</c:v>
                </c:pt>
                <c:pt idx="89">
                  <c:v>0.6832060814</c:v>
                </c:pt>
                <c:pt idx="90">
                  <c:v>0.6908397079</c:v>
                </c:pt>
                <c:pt idx="91">
                  <c:v>0.679389298</c:v>
                </c:pt>
                <c:pt idx="92">
                  <c:v>0.6641221642</c:v>
                </c:pt>
                <c:pt idx="93">
                  <c:v>0.6564885378</c:v>
                </c:pt>
                <c:pt idx="94">
                  <c:v>0.6450381875</c:v>
                </c:pt>
                <c:pt idx="95">
                  <c:v>0.6488549709</c:v>
                </c:pt>
                <c:pt idx="96">
                  <c:v>0.679389298</c:v>
                </c:pt>
                <c:pt idx="97">
                  <c:v>0.6488549709</c:v>
                </c:pt>
                <c:pt idx="98">
                  <c:v>0.679389298</c:v>
                </c:pt>
                <c:pt idx="99">
                  <c:v>0.7061068416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6670">
              <a:solidFill>
                <a:srgbClr val="377EB8"/>
              </a:solidFill>
              <a:prstDash val="solid"/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0%</c:formatCode>
                <c:ptCount val="100"/>
                <c:pt idx="0">
                  <c:v>0.6617646813</c:v>
                </c:pt>
                <c:pt idx="1">
                  <c:v>0.6617646813</c:v>
                </c:pt>
                <c:pt idx="2">
                  <c:v>0.6617646813</c:v>
                </c:pt>
                <c:pt idx="3">
                  <c:v>0.6617646813</c:v>
                </c:pt>
                <c:pt idx="4">
                  <c:v>0.6617646813</c:v>
                </c:pt>
                <c:pt idx="5">
                  <c:v>0.6617646813</c:v>
                </c:pt>
                <c:pt idx="6">
                  <c:v>0.6617646813</c:v>
                </c:pt>
                <c:pt idx="7">
                  <c:v>0.6617646813</c:v>
                </c:pt>
                <c:pt idx="8">
                  <c:v>0.6617646813</c:v>
                </c:pt>
                <c:pt idx="9">
                  <c:v>0.6617646813</c:v>
                </c:pt>
                <c:pt idx="10">
                  <c:v>0.6617646813</c:v>
                </c:pt>
                <c:pt idx="11">
                  <c:v>0.6617646813</c:v>
                </c:pt>
                <c:pt idx="12">
                  <c:v>0.6617646813</c:v>
                </c:pt>
                <c:pt idx="13">
                  <c:v>0.6617646813</c:v>
                </c:pt>
                <c:pt idx="14">
                  <c:v>0.6617646813</c:v>
                </c:pt>
                <c:pt idx="15">
                  <c:v>0.6617646813</c:v>
                </c:pt>
                <c:pt idx="16">
                  <c:v>0.6617646813</c:v>
                </c:pt>
                <c:pt idx="17">
                  <c:v>0.6617646813</c:v>
                </c:pt>
                <c:pt idx="18">
                  <c:v>0.6617646813</c:v>
                </c:pt>
                <c:pt idx="19">
                  <c:v>0.6617646813</c:v>
                </c:pt>
                <c:pt idx="20">
                  <c:v>0.6617646813</c:v>
                </c:pt>
                <c:pt idx="21">
                  <c:v>0.6764705777</c:v>
                </c:pt>
                <c:pt idx="22">
                  <c:v>0.6764705777</c:v>
                </c:pt>
                <c:pt idx="23">
                  <c:v>0.6764705777</c:v>
                </c:pt>
                <c:pt idx="24">
                  <c:v>0.6764705777</c:v>
                </c:pt>
                <c:pt idx="25">
                  <c:v>0.6764705777</c:v>
                </c:pt>
                <c:pt idx="26">
                  <c:v>0.6764705777</c:v>
                </c:pt>
                <c:pt idx="27">
                  <c:v>0.6764705777</c:v>
                </c:pt>
                <c:pt idx="28">
                  <c:v>0.6764705777</c:v>
                </c:pt>
                <c:pt idx="29">
                  <c:v>0.6764705777</c:v>
                </c:pt>
                <c:pt idx="30">
                  <c:v>0.6764705777</c:v>
                </c:pt>
                <c:pt idx="31">
                  <c:v>0.6764705777</c:v>
                </c:pt>
                <c:pt idx="32">
                  <c:v>0.6764705777</c:v>
                </c:pt>
                <c:pt idx="33">
                  <c:v>0.6764705777</c:v>
                </c:pt>
                <c:pt idx="34">
                  <c:v>0.6764705777</c:v>
                </c:pt>
                <c:pt idx="35">
                  <c:v>0.6617646813</c:v>
                </c:pt>
                <c:pt idx="36">
                  <c:v>0.6617646813</c:v>
                </c:pt>
                <c:pt idx="37">
                  <c:v>0.6617646813</c:v>
                </c:pt>
                <c:pt idx="38">
                  <c:v>0.6617646813</c:v>
                </c:pt>
                <c:pt idx="39">
                  <c:v>0.6617646813</c:v>
                </c:pt>
                <c:pt idx="40">
                  <c:v>0.6617646813</c:v>
                </c:pt>
                <c:pt idx="41">
                  <c:v>0.6617646813</c:v>
                </c:pt>
                <c:pt idx="42">
                  <c:v>0.6617646813</c:v>
                </c:pt>
                <c:pt idx="43">
                  <c:v>0.6617646813</c:v>
                </c:pt>
                <c:pt idx="44">
                  <c:v>0.6617646813</c:v>
                </c:pt>
                <c:pt idx="45">
                  <c:v>0.6617646813</c:v>
                </c:pt>
                <c:pt idx="46">
                  <c:v>0.6617646813</c:v>
                </c:pt>
                <c:pt idx="47">
                  <c:v>0.6617646813</c:v>
                </c:pt>
                <c:pt idx="48">
                  <c:v>0.6617646813</c:v>
                </c:pt>
                <c:pt idx="49">
                  <c:v>0.6617646813</c:v>
                </c:pt>
                <c:pt idx="50">
                  <c:v>0.6617646813</c:v>
                </c:pt>
                <c:pt idx="51">
                  <c:v>0.6617646813</c:v>
                </c:pt>
                <c:pt idx="52">
                  <c:v>0.6617646813</c:v>
                </c:pt>
                <c:pt idx="53">
                  <c:v>0.6617646813</c:v>
                </c:pt>
                <c:pt idx="54">
                  <c:v>0.6617646813</c:v>
                </c:pt>
                <c:pt idx="55">
                  <c:v>0.6617646813</c:v>
                </c:pt>
                <c:pt idx="56">
                  <c:v>0.6617646813</c:v>
                </c:pt>
                <c:pt idx="57">
                  <c:v>0.6617646813</c:v>
                </c:pt>
                <c:pt idx="58">
                  <c:v>0.6617646813</c:v>
                </c:pt>
                <c:pt idx="59">
                  <c:v>0.6617646813</c:v>
                </c:pt>
                <c:pt idx="60">
                  <c:v>0.6617646813</c:v>
                </c:pt>
                <c:pt idx="61">
                  <c:v>0.6617646813</c:v>
                </c:pt>
                <c:pt idx="62">
                  <c:v>0.6617646813</c:v>
                </c:pt>
                <c:pt idx="63">
                  <c:v>0.6617646813</c:v>
                </c:pt>
                <c:pt idx="64">
                  <c:v>0.6617646813</c:v>
                </c:pt>
                <c:pt idx="65">
                  <c:v>0.6617646813</c:v>
                </c:pt>
                <c:pt idx="66">
                  <c:v>0.6617646813</c:v>
                </c:pt>
                <c:pt idx="67">
                  <c:v>0.6617646813</c:v>
                </c:pt>
                <c:pt idx="68">
                  <c:v>0.6617646813</c:v>
                </c:pt>
                <c:pt idx="69">
                  <c:v>0.6617646813</c:v>
                </c:pt>
                <c:pt idx="70">
                  <c:v>0.6617646813</c:v>
                </c:pt>
                <c:pt idx="71">
                  <c:v>0.6617646813</c:v>
                </c:pt>
                <c:pt idx="72">
                  <c:v>0.6617646813</c:v>
                </c:pt>
                <c:pt idx="73">
                  <c:v>0.6617646813</c:v>
                </c:pt>
                <c:pt idx="74">
                  <c:v>0.6617646813</c:v>
                </c:pt>
                <c:pt idx="75">
                  <c:v>0.6617646813</c:v>
                </c:pt>
                <c:pt idx="76">
                  <c:v>0.6617646813</c:v>
                </c:pt>
                <c:pt idx="77">
                  <c:v>0.6617646813</c:v>
                </c:pt>
                <c:pt idx="78">
                  <c:v>0.6617646813</c:v>
                </c:pt>
                <c:pt idx="79">
                  <c:v>0.6617646813</c:v>
                </c:pt>
                <c:pt idx="80">
                  <c:v>0.6617646813</c:v>
                </c:pt>
                <c:pt idx="81">
                  <c:v>0.6764705777</c:v>
                </c:pt>
                <c:pt idx="82">
                  <c:v>0.6764705777</c:v>
                </c:pt>
                <c:pt idx="83">
                  <c:v>0.6764705777</c:v>
                </c:pt>
                <c:pt idx="84">
                  <c:v>0.6764705777</c:v>
                </c:pt>
                <c:pt idx="85">
                  <c:v>0.6764705777</c:v>
                </c:pt>
                <c:pt idx="86">
                  <c:v>0.6764705777</c:v>
                </c:pt>
                <c:pt idx="87">
                  <c:v>0.6764705777</c:v>
                </c:pt>
                <c:pt idx="88">
                  <c:v>0.6764705777</c:v>
                </c:pt>
                <c:pt idx="89">
                  <c:v>0.6764705777</c:v>
                </c:pt>
                <c:pt idx="90">
                  <c:v>0.6764705777</c:v>
                </c:pt>
                <c:pt idx="91">
                  <c:v>0.6764705777</c:v>
                </c:pt>
                <c:pt idx="92">
                  <c:v>0.6764705777</c:v>
                </c:pt>
                <c:pt idx="93">
                  <c:v>0.6764705777</c:v>
                </c:pt>
                <c:pt idx="94">
                  <c:v>0.6764705777</c:v>
                </c:pt>
                <c:pt idx="95">
                  <c:v>0.6764705777</c:v>
                </c:pt>
                <c:pt idx="96">
                  <c:v>0.6764705777</c:v>
                </c:pt>
                <c:pt idx="97">
                  <c:v>0.6764705777</c:v>
                </c:pt>
                <c:pt idx="98">
                  <c:v>0.6764705777</c:v>
                </c:pt>
                <c:pt idx="99">
                  <c:v>0.6764705777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4288">
              <a:solidFill>
                <a:srgbClr val="ECB49D"/>
              </a:solidFill>
              <a:prstDash val="dash"/>
            </a:ln>
          </c:spPr>
          <c:marker>
            <c:symbol val="none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0%</c:formatCode>
                <c:ptCount val="100"/>
                <c:pt idx="0">
                  <c:v>0.679389298</c:v>
                </c:pt>
                <c:pt idx="1">
                  <c:v>0.6717557311</c:v>
                </c:pt>
                <c:pt idx="2">
                  <c:v>0.6832060814</c:v>
                </c:pt>
                <c:pt idx="3">
                  <c:v>0.6679389477</c:v>
                </c:pt>
                <c:pt idx="4">
                  <c:v>0.6908397079</c:v>
                </c:pt>
                <c:pt idx="5">
                  <c:v>0.6946564913</c:v>
                </c:pt>
                <c:pt idx="6">
                  <c:v>0.679389298</c:v>
                </c:pt>
                <c:pt idx="7">
                  <c:v>0.6870229244</c:v>
                </c:pt>
                <c:pt idx="8">
                  <c:v>0.6946564913</c:v>
                </c:pt>
                <c:pt idx="9">
                  <c:v>0.6641221642</c:v>
                </c:pt>
                <c:pt idx="10">
                  <c:v>0.7099236846</c:v>
                </c:pt>
                <c:pt idx="11">
                  <c:v>0.7175572515</c:v>
                </c:pt>
                <c:pt idx="12">
                  <c:v>0.6870229244</c:v>
                </c:pt>
                <c:pt idx="13">
                  <c:v>0.6641221642</c:v>
                </c:pt>
                <c:pt idx="14">
                  <c:v>0.7213740349</c:v>
                </c:pt>
                <c:pt idx="15">
                  <c:v>0.679389298</c:v>
                </c:pt>
                <c:pt idx="16">
                  <c:v>0.679389298</c:v>
                </c:pt>
                <c:pt idx="17">
                  <c:v>0.6679389477</c:v>
                </c:pt>
                <c:pt idx="18">
                  <c:v>0.6641221642</c:v>
                </c:pt>
                <c:pt idx="19">
                  <c:v>0.6603053212</c:v>
                </c:pt>
                <c:pt idx="20">
                  <c:v>0.6984732747</c:v>
                </c:pt>
                <c:pt idx="21">
                  <c:v>0.6832060814</c:v>
                </c:pt>
                <c:pt idx="22">
                  <c:v>0.6832060814</c:v>
                </c:pt>
                <c:pt idx="23">
                  <c:v>0.6717557311</c:v>
                </c:pt>
                <c:pt idx="24">
                  <c:v>0.7290076613</c:v>
                </c:pt>
                <c:pt idx="25">
                  <c:v>0.7061068416</c:v>
                </c:pt>
                <c:pt idx="26">
                  <c:v>0.7366412282</c:v>
                </c:pt>
                <c:pt idx="27">
                  <c:v>0.7061068416</c:v>
                </c:pt>
                <c:pt idx="28">
                  <c:v>0.7213740349</c:v>
                </c:pt>
                <c:pt idx="29">
                  <c:v>0.7061068416</c:v>
                </c:pt>
                <c:pt idx="30">
                  <c:v>0.6870229244</c:v>
                </c:pt>
                <c:pt idx="31">
                  <c:v>0.6832060814</c:v>
                </c:pt>
                <c:pt idx="32">
                  <c:v>0.6908397079</c:v>
                </c:pt>
                <c:pt idx="33">
                  <c:v>0.7290076613</c:v>
                </c:pt>
                <c:pt idx="34">
                  <c:v>0.6755725145</c:v>
                </c:pt>
                <c:pt idx="35">
                  <c:v>0.6755725145</c:v>
                </c:pt>
                <c:pt idx="36">
                  <c:v>0.6946564913</c:v>
                </c:pt>
                <c:pt idx="37">
                  <c:v>0.6908397079</c:v>
                </c:pt>
                <c:pt idx="38">
                  <c:v>0.6984732747</c:v>
                </c:pt>
                <c:pt idx="39">
                  <c:v>0.7061068416</c:v>
                </c:pt>
                <c:pt idx="40">
                  <c:v>0.6870229244</c:v>
                </c:pt>
                <c:pt idx="41">
                  <c:v>0.7213740349</c:v>
                </c:pt>
                <c:pt idx="42">
                  <c:v>0.6679389477</c:v>
                </c:pt>
                <c:pt idx="43">
                  <c:v>0.7061068416</c:v>
                </c:pt>
                <c:pt idx="44">
                  <c:v>0.6679389477</c:v>
                </c:pt>
                <c:pt idx="45">
                  <c:v>0.7328244448</c:v>
                </c:pt>
                <c:pt idx="46">
                  <c:v>0.6679389477</c:v>
                </c:pt>
                <c:pt idx="47">
                  <c:v>0.7213740349</c:v>
                </c:pt>
                <c:pt idx="48">
                  <c:v>0.7213740349</c:v>
                </c:pt>
                <c:pt idx="49">
                  <c:v>0.7099236846</c:v>
                </c:pt>
                <c:pt idx="50">
                  <c:v>0.7366412282</c:v>
                </c:pt>
                <c:pt idx="51">
                  <c:v>0.6755725145</c:v>
                </c:pt>
                <c:pt idx="52">
                  <c:v>0.7175572515</c:v>
                </c:pt>
                <c:pt idx="53">
                  <c:v>0.7595419884</c:v>
                </c:pt>
                <c:pt idx="54">
                  <c:v>0.6984732747</c:v>
                </c:pt>
                <c:pt idx="55">
                  <c:v>0.6946564913</c:v>
                </c:pt>
                <c:pt idx="56">
                  <c:v>0.6984732747</c:v>
                </c:pt>
                <c:pt idx="57">
                  <c:v>0.7251908183</c:v>
                </c:pt>
                <c:pt idx="58">
                  <c:v>0.7099236846</c:v>
                </c:pt>
                <c:pt idx="59">
                  <c:v>0.7366412282</c:v>
                </c:pt>
                <c:pt idx="60">
                  <c:v>0.713740468</c:v>
                </c:pt>
                <c:pt idx="61">
                  <c:v>0.7290076613</c:v>
                </c:pt>
                <c:pt idx="62">
                  <c:v>0.6755725145</c:v>
                </c:pt>
                <c:pt idx="63">
                  <c:v>0.7213740349</c:v>
                </c:pt>
                <c:pt idx="64">
                  <c:v>0.7557252049</c:v>
                </c:pt>
                <c:pt idx="65">
                  <c:v>0.7022900581</c:v>
                </c:pt>
                <c:pt idx="66">
                  <c:v>0.7099236846</c:v>
                </c:pt>
                <c:pt idx="67">
                  <c:v>0.6832060814</c:v>
                </c:pt>
                <c:pt idx="68">
                  <c:v>0.6946564913</c:v>
                </c:pt>
                <c:pt idx="69">
                  <c:v>0.7290076613</c:v>
                </c:pt>
                <c:pt idx="70">
                  <c:v>0.7061068416</c:v>
                </c:pt>
                <c:pt idx="71">
                  <c:v>0.713740468</c:v>
                </c:pt>
                <c:pt idx="72">
                  <c:v>0.7175572515</c:v>
                </c:pt>
                <c:pt idx="73">
                  <c:v>0.7290076613</c:v>
                </c:pt>
                <c:pt idx="74">
                  <c:v>0.6946564913</c:v>
                </c:pt>
                <c:pt idx="75">
                  <c:v>0.7328244448</c:v>
                </c:pt>
                <c:pt idx="76">
                  <c:v>0.7404580116</c:v>
                </c:pt>
                <c:pt idx="77">
                  <c:v>0.7290076613</c:v>
                </c:pt>
                <c:pt idx="78">
                  <c:v>0.7022900581</c:v>
                </c:pt>
                <c:pt idx="79">
                  <c:v>0.713740468</c:v>
                </c:pt>
                <c:pt idx="80">
                  <c:v>0.7557252049</c:v>
                </c:pt>
                <c:pt idx="81">
                  <c:v>0.7366412282</c:v>
                </c:pt>
                <c:pt idx="82">
                  <c:v>0.7595419884</c:v>
                </c:pt>
                <c:pt idx="83">
                  <c:v>0.6946564913</c:v>
                </c:pt>
                <c:pt idx="84">
                  <c:v>0.7557252049</c:v>
                </c:pt>
                <c:pt idx="85">
                  <c:v>0.7213740349</c:v>
                </c:pt>
                <c:pt idx="86">
                  <c:v>0.7404580116</c:v>
                </c:pt>
                <c:pt idx="87">
                  <c:v>0.7519084215</c:v>
                </c:pt>
                <c:pt idx="88">
                  <c:v>0.7442747951</c:v>
                </c:pt>
                <c:pt idx="89">
                  <c:v>0.713740468</c:v>
                </c:pt>
                <c:pt idx="90">
                  <c:v>0.7251908183</c:v>
                </c:pt>
                <c:pt idx="91">
                  <c:v>0.7175572515</c:v>
                </c:pt>
                <c:pt idx="92">
                  <c:v>0.6908397079</c:v>
                </c:pt>
                <c:pt idx="93">
                  <c:v>0.713740468</c:v>
                </c:pt>
                <c:pt idx="94">
                  <c:v>0.6946564913</c:v>
                </c:pt>
                <c:pt idx="95">
                  <c:v>0.7213740349</c:v>
                </c:pt>
                <c:pt idx="96">
                  <c:v>0.7366412282</c:v>
                </c:pt>
                <c:pt idx="97">
                  <c:v>0.7442747951</c:v>
                </c:pt>
                <c:pt idx="98">
                  <c:v>0.6946564913</c:v>
                </c:pt>
                <c:pt idx="99">
                  <c:v>0.7213740349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6670">
              <a:solidFill>
                <a:srgbClr val="D65F2B"/>
              </a:solidFill>
              <a:prstDash val="solid"/>
            </a:ln>
          </c:spPr>
          <c:marker>
            <c:symbol val="none"/>
          </c:marker>
          <c:xVal>
            <c:numRef>
              <c:f>'Chart Data'!$G$2:$G$101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Data'!$H$2:$H$101</c:f>
              <c:numCache>
                <c:formatCode>0%</c:formatCode>
                <c:ptCount val="100"/>
                <c:pt idx="0">
                  <c:v>0.75</c:v>
                </c:pt>
                <c:pt idx="1">
                  <c:v>0.7352941036</c:v>
                </c:pt>
                <c:pt idx="2">
                  <c:v>0.7205882072</c:v>
                </c:pt>
                <c:pt idx="3">
                  <c:v>0.7205882072</c:v>
                </c:pt>
                <c:pt idx="4">
                  <c:v>0.7205882072</c:v>
                </c:pt>
                <c:pt idx="5">
                  <c:v>0.7205882072</c:v>
                </c:pt>
                <c:pt idx="6">
                  <c:v>0.7205882072</c:v>
                </c:pt>
                <c:pt idx="7">
                  <c:v>0.7352941036</c:v>
                </c:pt>
                <c:pt idx="8">
                  <c:v>0.7352941036</c:v>
                </c:pt>
                <c:pt idx="9">
                  <c:v>0.7352941036</c:v>
                </c:pt>
                <c:pt idx="10">
                  <c:v>0.7352941036</c:v>
                </c:pt>
                <c:pt idx="11">
                  <c:v>0.7352941036</c:v>
                </c:pt>
                <c:pt idx="12">
                  <c:v>0.7352941036</c:v>
                </c:pt>
                <c:pt idx="13">
                  <c:v>0.7205882072</c:v>
                </c:pt>
                <c:pt idx="14">
                  <c:v>0.7205882072</c:v>
                </c:pt>
                <c:pt idx="15">
                  <c:v>0.7205882072</c:v>
                </c:pt>
                <c:pt idx="16">
                  <c:v>0.7205882072</c:v>
                </c:pt>
                <c:pt idx="17">
                  <c:v>0.7352941036</c:v>
                </c:pt>
                <c:pt idx="18">
                  <c:v>0.7352941036</c:v>
                </c:pt>
                <c:pt idx="19">
                  <c:v>0.75</c:v>
                </c:pt>
                <c:pt idx="20">
                  <c:v>0.75</c:v>
                </c:pt>
                <c:pt idx="21">
                  <c:v>0.75</c:v>
                </c:pt>
                <c:pt idx="22">
                  <c:v>0.75</c:v>
                </c:pt>
                <c:pt idx="23">
                  <c:v>0.75</c:v>
                </c:pt>
                <c:pt idx="24">
                  <c:v>0.75</c:v>
                </c:pt>
                <c:pt idx="25">
                  <c:v>0.75</c:v>
                </c:pt>
                <c:pt idx="26">
                  <c:v>0.7647058964</c:v>
                </c:pt>
                <c:pt idx="27">
                  <c:v>0.7647058964</c:v>
                </c:pt>
                <c:pt idx="28">
                  <c:v>0.7794117928</c:v>
                </c:pt>
                <c:pt idx="29">
                  <c:v>0.7794117928</c:v>
                </c:pt>
                <c:pt idx="30">
                  <c:v>0.7794117928</c:v>
                </c:pt>
                <c:pt idx="31">
                  <c:v>0.7794117928</c:v>
                </c:pt>
                <c:pt idx="32">
                  <c:v>0.7794117928</c:v>
                </c:pt>
                <c:pt idx="33">
                  <c:v>0.7794117928</c:v>
                </c:pt>
                <c:pt idx="34">
                  <c:v>0.7794117928</c:v>
                </c:pt>
                <c:pt idx="35">
                  <c:v>0.7794117928</c:v>
                </c:pt>
                <c:pt idx="36">
                  <c:v>0.7794117928</c:v>
                </c:pt>
                <c:pt idx="37">
                  <c:v>0.7794117928</c:v>
                </c:pt>
                <c:pt idx="38">
                  <c:v>0.7794117928</c:v>
                </c:pt>
                <c:pt idx="39">
                  <c:v>0.7941176295</c:v>
                </c:pt>
                <c:pt idx="40">
                  <c:v>0.7941176295</c:v>
                </c:pt>
                <c:pt idx="41">
                  <c:v>0.7941176295</c:v>
                </c:pt>
                <c:pt idx="42">
                  <c:v>0.7941176295</c:v>
                </c:pt>
                <c:pt idx="43">
                  <c:v>0.7941176295</c:v>
                </c:pt>
                <c:pt idx="44">
                  <c:v>0.7941176295</c:v>
                </c:pt>
                <c:pt idx="45">
                  <c:v>0.7941176295</c:v>
                </c:pt>
                <c:pt idx="46">
                  <c:v>0.7941176295</c:v>
                </c:pt>
                <c:pt idx="47">
                  <c:v>0.7941176295</c:v>
                </c:pt>
                <c:pt idx="48">
                  <c:v>0.7941176295</c:v>
                </c:pt>
                <c:pt idx="49">
                  <c:v>0.7941176295</c:v>
                </c:pt>
                <c:pt idx="50">
                  <c:v>0.7941176295</c:v>
                </c:pt>
                <c:pt idx="51">
                  <c:v>0.7941176295</c:v>
                </c:pt>
                <c:pt idx="52">
                  <c:v>0.7941176295</c:v>
                </c:pt>
                <c:pt idx="53">
                  <c:v>0.7941176295</c:v>
                </c:pt>
                <c:pt idx="54">
                  <c:v>0.7941176295</c:v>
                </c:pt>
                <c:pt idx="55">
                  <c:v>0.7941176295</c:v>
                </c:pt>
                <c:pt idx="56">
                  <c:v>0.7941176295</c:v>
                </c:pt>
                <c:pt idx="57">
                  <c:v>0.7941176295</c:v>
                </c:pt>
                <c:pt idx="58">
                  <c:v>0.7941176295</c:v>
                </c:pt>
                <c:pt idx="59">
                  <c:v>0.7941176295</c:v>
                </c:pt>
                <c:pt idx="60">
                  <c:v>0.7941176295</c:v>
                </c:pt>
                <c:pt idx="61">
                  <c:v>0.7941176295</c:v>
                </c:pt>
                <c:pt idx="62">
                  <c:v>0.7941176295</c:v>
                </c:pt>
                <c:pt idx="63">
                  <c:v>0.7941176295</c:v>
                </c:pt>
                <c:pt idx="64">
                  <c:v>0.7941176295</c:v>
                </c:pt>
                <c:pt idx="65">
                  <c:v>0.7941176295</c:v>
                </c:pt>
                <c:pt idx="66">
                  <c:v>0.7941176295</c:v>
                </c:pt>
                <c:pt idx="67">
                  <c:v>0.7941176295</c:v>
                </c:pt>
                <c:pt idx="68">
                  <c:v>0.7941176295</c:v>
                </c:pt>
                <c:pt idx="69">
                  <c:v>0.7941176295</c:v>
                </c:pt>
                <c:pt idx="70">
                  <c:v>0.7941176295</c:v>
                </c:pt>
                <c:pt idx="71">
                  <c:v>0.7941176295</c:v>
                </c:pt>
                <c:pt idx="72">
                  <c:v>0.7941176295</c:v>
                </c:pt>
                <c:pt idx="73">
                  <c:v>0.7941176295</c:v>
                </c:pt>
                <c:pt idx="74">
                  <c:v>0.7941176295</c:v>
                </c:pt>
                <c:pt idx="75">
                  <c:v>0.7941176295</c:v>
                </c:pt>
                <c:pt idx="76">
                  <c:v>0.7941176295</c:v>
                </c:pt>
                <c:pt idx="77">
                  <c:v>0.7941176295</c:v>
                </c:pt>
                <c:pt idx="78">
                  <c:v>0.7941176295</c:v>
                </c:pt>
                <c:pt idx="79">
                  <c:v>0.7941176295</c:v>
                </c:pt>
                <c:pt idx="80">
                  <c:v>0.7941176295</c:v>
                </c:pt>
                <c:pt idx="81">
                  <c:v>0.7941176295</c:v>
                </c:pt>
                <c:pt idx="82">
                  <c:v>0.7941176295</c:v>
                </c:pt>
                <c:pt idx="83">
                  <c:v>0.7941176295</c:v>
                </c:pt>
                <c:pt idx="84">
                  <c:v>0.7941176295</c:v>
                </c:pt>
                <c:pt idx="85">
                  <c:v>0.7941176295</c:v>
                </c:pt>
                <c:pt idx="86">
                  <c:v>0.7941176295</c:v>
                </c:pt>
                <c:pt idx="87">
                  <c:v>0.7941176295</c:v>
                </c:pt>
                <c:pt idx="88">
                  <c:v>0.7941176295</c:v>
                </c:pt>
                <c:pt idx="89">
                  <c:v>0.7941176295</c:v>
                </c:pt>
                <c:pt idx="90">
                  <c:v>0.7941176295</c:v>
                </c:pt>
                <c:pt idx="91">
                  <c:v>0.7941176295</c:v>
                </c:pt>
                <c:pt idx="92">
                  <c:v>0.7941176295</c:v>
                </c:pt>
                <c:pt idx="93">
                  <c:v>0.7941176295</c:v>
                </c:pt>
                <c:pt idx="94">
                  <c:v>0.7941176295</c:v>
                </c:pt>
                <c:pt idx="95">
                  <c:v>0.7941176295</c:v>
                </c:pt>
                <c:pt idx="96">
                  <c:v>0.7941176295</c:v>
                </c:pt>
                <c:pt idx="97">
                  <c:v>0.7941176295</c:v>
                </c:pt>
                <c:pt idx="98">
                  <c:v>0.7941176295</c:v>
                </c:pt>
                <c:pt idx="99">
                  <c:v>0.7941176295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A9BCC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 b="1">
              <a:solidFill>
                <a:srgbClr val="153243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普通训练</c:v>
          </c:tx>
          <c:spPr>
            <a:ln xmlns:a="http://schemas.openxmlformats.org/drawingml/2006/main" w="14288">
              <a:solidFill>
                <a:srgbClr val="92BBD9"/>
              </a:solidFill>
              <a:prstDash val="dash"/>
            </a:ln>
          </c:spPr>
          <c:marker>
            <c:symbol val="none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Data'!$B$2:$B$101</c:f>
              <c:numCache>
                <c:formatCode>0.00</c:formatCode>
                <c:ptCount val="100"/>
                <c:pt idx="0">
                  <c:v>0.9770468473</c:v>
                </c:pt>
                <c:pt idx="1">
                  <c:v>0.8530664444</c:v>
                </c:pt>
                <c:pt idx="2">
                  <c:v>0.8854337931</c:v>
                </c:pt>
                <c:pt idx="3">
                  <c:v>0.8367980719</c:v>
                </c:pt>
                <c:pt idx="4">
                  <c:v>0.8569604754</c:v>
                </c:pt>
                <c:pt idx="5">
                  <c:v>0.8012893796</c:v>
                </c:pt>
                <c:pt idx="6">
                  <c:v>0.7630565166</c:v>
                </c:pt>
                <c:pt idx="7">
                  <c:v>0.7992976308</c:v>
                </c:pt>
                <c:pt idx="8">
                  <c:v>0.711660862</c:v>
                </c:pt>
                <c:pt idx="9">
                  <c:v>0.7357955575</c:v>
                </c:pt>
                <c:pt idx="10">
                  <c:v>0.711595118</c:v>
                </c:pt>
                <c:pt idx="11">
                  <c:v>0.7375085354</c:v>
                </c:pt>
                <c:pt idx="12">
                  <c:v>0.7138566375</c:v>
                </c:pt>
                <c:pt idx="13">
                  <c:v>0.7115800381</c:v>
                </c:pt>
                <c:pt idx="14">
                  <c:v>0.7114764452</c:v>
                </c:pt>
                <c:pt idx="15">
                  <c:v>0.6975438595</c:v>
                </c:pt>
                <c:pt idx="16">
                  <c:v>0.7055104971</c:v>
                </c:pt>
                <c:pt idx="17">
                  <c:v>0.678969264</c:v>
                </c:pt>
                <c:pt idx="18">
                  <c:v>0.6710860133</c:v>
                </c:pt>
                <c:pt idx="19">
                  <c:v>0.6671353579</c:v>
                </c:pt>
                <c:pt idx="20">
                  <c:v>0.6877560616</c:v>
                </c:pt>
                <c:pt idx="21">
                  <c:v>0.6610545516</c:v>
                </c:pt>
                <c:pt idx="22">
                  <c:v>0.6535795331</c:v>
                </c:pt>
                <c:pt idx="23">
                  <c:v>0.6704618335</c:v>
                </c:pt>
                <c:pt idx="24">
                  <c:v>0.6654924154</c:v>
                </c:pt>
                <c:pt idx="25">
                  <c:v>0.6599904895</c:v>
                </c:pt>
                <c:pt idx="26">
                  <c:v>0.6896317005</c:v>
                </c:pt>
                <c:pt idx="27">
                  <c:v>0.654081583</c:v>
                </c:pt>
                <c:pt idx="28">
                  <c:v>0.6651577353</c:v>
                </c:pt>
                <c:pt idx="29">
                  <c:v>0.6609672904</c:v>
                </c:pt>
                <c:pt idx="30">
                  <c:v>0.6523803473</c:v>
                </c:pt>
                <c:pt idx="31">
                  <c:v>0.6482322216</c:v>
                </c:pt>
                <c:pt idx="32">
                  <c:v>0.6480688453</c:v>
                </c:pt>
                <c:pt idx="33">
                  <c:v>0.6558620334</c:v>
                </c:pt>
                <c:pt idx="34">
                  <c:v>0.642392695</c:v>
                </c:pt>
                <c:pt idx="35">
                  <c:v>0.6608092189</c:v>
                </c:pt>
                <c:pt idx="36">
                  <c:v>0.6398845911</c:v>
                </c:pt>
                <c:pt idx="37">
                  <c:v>0.6534950733</c:v>
                </c:pt>
                <c:pt idx="38">
                  <c:v>0.6384010911</c:v>
                </c:pt>
                <c:pt idx="39">
                  <c:v>0.6498020887</c:v>
                </c:pt>
                <c:pt idx="40">
                  <c:v>0.6540888548</c:v>
                </c:pt>
                <c:pt idx="41">
                  <c:v>0.643702209</c:v>
                </c:pt>
                <c:pt idx="42">
                  <c:v>0.6259655952</c:v>
                </c:pt>
                <c:pt idx="43">
                  <c:v>0.6422160864</c:v>
                </c:pt>
                <c:pt idx="44">
                  <c:v>0.665617466</c:v>
                </c:pt>
                <c:pt idx="45">
                  <c:v>0.6320128441</c:v>
                </c:pt>
                <c:pt idx="46">
                  <c:v>0.6277464032</c:v>
                </c:pt>
                <c:pt idx="47">
                  <c:v>0.6554167867</c:v>
                </c:pt>
                <c:pt idx="48">
                  <c:v>0.6177458167</c:v>
                </c:pt>
                <c:pt idx="49">
                  <c:v>0.6212437153</c:v>
                </c:pt>
                <c:pt idx="50">
                  <c:v>0.6291871071</c:v>
                </c:pt>
                <c:pt idx="51">
                  <c:v>0.6466466188</c:v>
                </c:pt>
                <c:pt idx="52">
                  <c:v>0.6415907145</c:v>
                </c:pt>
                <c:pt idx="53">
                  <c:v>0.6216304898</c:v>
                </c:pt>
                <c:pt idx="54">
                  <c:v>0.6485818624</c:v>
                </c:pt>
                <c:pt idx="55">
                  <c:v>0.6524594426</c:v>
                </c:pt>
                <c:pt idx="56">
                  <c:v>0.6413052678</c:v>
                </c:pt>
                <c:pt idx="57">
                  <c:v>0.6335161328</c:v>
                </c:pt>
                <c:pt idx="58">
                  <c:v>0.6527892351</c:v>
                </c:pt>
                <c:pt idx="59">
                  <c:v>0.6342220902</c:v>
                </c:pt>
                <c:pt idx="60">
                  <c:v>0.6526561975</c:v>
                </c:pt>
                <c:pt idx="61">
                  <c:v>0.6534538269</c:v>
                </c:pt>
                <c:pt idx="62">
                  <c:v>0.6487000585</c:v>
                </c:pt>
                <c:pt idx="63">
                  <c:v>0.6280648112</c:v>
                </c:pt>
                <c:pt idx="64">
                  <c:v>0.6313574314</c:v>
                </c:pt>
                <c:pt idx="65">
                  <c:v>0.6188411117</c:v>
                </c:pt>
                <c:pt idx="66">
                  <c:v>0.6135386229</c:v>
                </c:pt>
                <c:pt idx="67">
                  <c:v>0.6364535689</c:v>
                </c:pt>
                <c:pt idx="68">
                  <c:v>0.6227143407</c:v>
                </c:pt>
                <c:pt idx="69">
                  <c:v>0.6212748289</c:v>
                </c:pt>
                <c:pt idx="70">
                  <c:v>0.6407778859</c:v>
                </c:pt>
                <c:pt idx="71">
                  <c:v>0.6349118948</c:v>
                </c:pt>
                <c:pt idx="72">
                  <c:v>0.6165620089</c:v>
                </c:pt>
                <c:pt idx="73">
                  <c:v>0.662961781</c:v>
                </c:pt>
                <c:pt idx="74">
                  <c:v>0.6238772273</c:v>
                </c:pt>
                <c:pt idx="75">
                  <c:v>0.6217064857</c:v>
                </c:pt>
                <c:pt idx="76">
                  <c:v>0.605419755</c:v>
                </c:pt>
                <c:pt idx="77">
                  <c:v>0.6387585402</c:v>
                </c:pt>
                <c:pt idx="78">
                  <c:v>0.6196875572</c:v>
                </c:pt>
                <c:pt idx="79">
                  <c:v>0.6284522414</c:v>
                </c:pt>
                <c:pt idx="80">
                  <c:v>0.5975431204</c:v>
                </c:pt>
                <c:pt idx="81">
                  <c:v>0.6263012886</c:v>
                </c:pt>
                <c:pt idx="82">
                  <c:v>0.6170541048</c:v>
                </c:pt>
                <c:pt idx="83">
                  <c:v>0.6193206906</c:v>
                </c:pt>
                <c:pt idx="84">
                  <c:v>0.6244003773</c:v>
                </c:pt>
                <c:pt idx="85">
                  <c:v>0.6096126437</c:v>
                </c:pt>
                <c:pt idx="86">
                  <c:v>0.6088250279</c:v>
                </c:pt>
                <c:pt idx="87">
                  <c:v>0.6228821278</c:v>
                </c:pt>
                <c:pt idx="88">
                  <c:v>0.6141517162</c:v>
                </c:pt>
                <c:pt idx="89">
                  <c:v>0.6120636463</c:v>
                </c:pt>
                <c:pt idx="90">
                  <c:v>0.6037127376</c:v>
                </c:pt>
                <c:pt idx="91">
                  <c:v>0.6230902076</c:v>
                </c:pt>
                <c:pt idx="92">
                  <c:v>0.623722136</c:v>
                </c:pt>
                <c:pt idx="93">
                  <c:v>0.6280373931</c:v>
                </c:pt>
                <c:pt idx="94">
                  <c:v>0.6081212163</c:v>
                </c:pt>
                <c:pt idx="95">
                  <c:v>0.6264300346</c:v>
                </c:pt>
                <c:pt idx="96">
                  <c:v>0.6107901335</c:v>
                </c:pt>
                <c:pt idx="97">
                  <c:v>0.6339451671</c:v>
                </c:pt>
                <c:pt idx="98">
                  <c:v>0.6146643162</c:v>
                </c:pt>
                <c:pt idx="99">
                  <c:v>0.6066727042</c:v>
                </c:pt>
              </c:numCache>
            </c:numRef>
          </c:yVal>
          <c:smooth val="0"/>
        </c:ser>
        <c:ser>
          <c:idx val="1"/>
          <c:order val="1"/>
          <c:tx>
            <c:v>普通验证</c:v>
          </c:tx>
          <c:spPr>
            <a:ln xmlns:a="http://schemas.openxmlformats.org/drawingml/2006/main" w="26670">
              <a:solidFill>
                <a:srgbClr val="377EB8"/>
              </a:solidFill>
              <a:prstDash val="solid"/>
            </a:ln>
          </c:spPr>
          <c:marker>
            <c:symbol val="none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Data'!$D$2:$D$101</c:f>
              <c:numCache>
                <c:formatCode>0.00</c:formatCode>
                <c:ptCount val="100"/>
                <c:pt idx="0">
                  <c:v>0.8262582421</c:v>
                </c:pt>
                <c:pt idx="1">
                  <c:v>0.8040970564</c:v>
                </c:pt>
                <c:pt idx="2">
                  <c:v>0.7835472226</c:v>
                </c:pt>
                <c:pt idx="3">
                  <c:v>0.7644414902</c:v>
                </c:pt>
                <c:pt idx="4">
                  <c:v>0.7472415566</c:v>
                </c:pt>
                <c:pt idx="5">
                  <c:v>0.7314608693</c:v>
                </c:pt>
                <c:pt idx="6">
                  <c:v>0.7188630104</c:v>
                </c:pt>
                <c:pt idx="7">
                  <c:v>0.7057329416</c:v>
                </c:pt>
                <c:pt idx="8">
                  <c:v>0.6948484182</c:v>
                </c:pt>
                <c:pt idx="9">
                  <c:v>0.6860208511</c:v>
                </c:pt>
                <c:pt idx="10">
                  <c:v>0.6780662537</c:v>
                </c:pt>
                <c:pt idx="11">
                  <c:v>0.6714857817</c:v>
                </c:pt>
                <c:pt idx="12">
                  <c:v>0.6647680402</c:v>
                </c:pt>
                <c:pt idx="13">
                  <c:v>0.6589423418</c:v>
                </c:pt>
                <c:pt idx="14">
                  <c:v>0.6540373564</c:v>
                </c:pt>
                <c:pt idx="15">
                  <c:v>0.6496785879</c:v>
                </c:pt>
                <c:pt idx="16">
                  <c:v>0.6451122165</c:v>
                </c:pt>
                <c:pt idx="17">
                  <c:v>0.6417169571</c:v>
                </c:pt>
                <c:pt idx="18">
                  <c:v>0.6393066049</c:v>
                </c:pt>
                <c:pt idx="19">
                  <c:v>0.6376877427</c:v>
                </c:pt>
                <c:pt idx="20">
                  <c:v>0.6357802749</c:v>
                </c:pt>
                <c:pt idx="21">
                  <c:v>0.6341096163</c:v>
                </c:pt>
                <c:pt idx="22">
                  <c:v>0.6330426335</c:v>
                </c:pt>
                <c:pt idx="23">
                  <c:v>0.6318881512</c:v>
                </c:pt>
                <c:pt idx="24">
                  <c:v>0.630651474</c:v>
                </c:pt>
                <c:pt idx="25">
                  <c:v>0.6300520897</c:v>
                </c:pt>
                <c:pt idx="26">
                  <c:v>0.6288257241</c:v>
                </c:pt>
                <c:pt idx="27">
                  <c:v>0.6277888417</c:v>
                </c:pt>
                <c:pt idx="28">
                  <c:v>0.6271107793</c:v>
                </c:pt>
                <c:pt idx="29">
                  <c:v>0.6266543865</c:v>
                </c:pt>
                <c:pt idx="30">
                  <c:v>0.6260604262</c:v>
                </c:pt>
                <c:pt idx="31">
                  <c:v>0.6257098317</c:v>
                </c:pt>
                <c:pt idx="32">
                  <c:v>0.6253454089</c:v>
                </c:pt>
                <c:pt idx="33">
                  <c:v>0.6250109076</c:v>
                </c:pt>
                <c:pt idx="34">
                  <c:v>0.6247130632</c:v>
                </c:pt>
                <c:pt idx="35">
                  <c:v>0.6245678067</c:v>
                </c:pt>
                <c:pt idx="36">
                  <c:v>0.6245864034</c:v>
                </c:pt>
                <c:pt idx="37">
                  <c:v>0.6243329644</c:v>
                </c:pt>
                <c:pt idx="38">
                  <c:v>0.6240566373</c:v>
                </c:pt>
                <c:pt idx="39">
                  <c:v>0.623840034</c:v>
                </c:pt>
                <c:pt idx="40">
                  <c:v>0.6236297488</c:v>
                </c:pt>
                <c:pt idx="41">
                  <c:v>0.6233012676</c:v>
                </c:pt>
                <c:pt idx="42">
                  <c:v>0.6229822636</c:v>
                </c:pt>
                <c:pt idx="43">
                  <c:v>0.6229935288</c:v>
                </c:pt>
                <c:pt idx="44">
                  <c:v>0.6228128076</c:v>
                </c:pt>
                <c:pt idx="45">
                  <c:v>0.6227502823</c:v>
                </c:pt>
                <c:pt idx="46">
                  <c:v>0.6228232384</c:v>
                </c:pt>
                <c:pt idx="47">
                  <c:v>0.6227802038</c:v>
                </c:pt>
                <c:pt idx="48">
                  <c:v>0.6228020787</c:v>
                </c:pt>
                <c:pt idx="49">
                  <c:v>0.6227753758</c:v>
                </c:pt>
                <c:pt idx="50">
                  <c:v>0.6226811409</c:v>
                </c:pt>
                <c:pt idx="51">
                  <c:v>0.622574687</c:v>
                </c:pt>
                <c:pt idx="52">
                  <c:v>0.622494638</c:v>
                </c:pt>
                <c:pt idx="53">
                  <c:v>0.6223416328</c:v>
                </c:pt>
                <c:pt idx="54">
                  <c:v>0.6221752763</c:v>
                </c:pt>
                <c:pt idx="55">
                  <c:v>0.62220186</c:v>
                </c:pt>
                <c:pt idx="56">
                  <c:v>0.6220928431</c:v>
                </c:pt>
                <c:pt idx="57">
                  <c:v>0.6220205426</c:v>
                </c:pt>
                <c:pt idx="58">
                  <c:v>0.6220415831</c:v>
                </c:pt>
                <c:pt idx="59">
                  <c:v>0.6221083403</c:v>
                </c:pt>
                <c:pt idx="60">
                  <c:v>0.6220326424</c:v>
                </c:pt>
                <c:pt idx="61">
                  <c:v>0.6218936443</c:v>
                </c:pt>
                <c:pt idx="62">
                  <c:v>0.6217710376</c:v>
                </c:pt>
                <c:pt idx="63">
                  <c:v>0.6218232512</c:v>
                </c:pt>
                <c:pt idx="64">
                  <c:v>0.6216400266</c:v>
                </c:pt>
                <c:pt idx="65">
                  <c:v>0.6215283275</c:v>
                </c:pt>
                <c:pt idx="66">
                  <c:v>0.6211410761</c:v>
                </c:pt>
                <c:pt idx="67">
                  <c:v>0.6211168766</c:v>
                </c:pt>
                <c:pt idx="68">
                  <c:v>0.6207196712</c:v>
                </c:pt>
                <c:pt idx="69">
                  <c:v>0.620552063</c:v>
                </c:pt>
                <c:pt idx="70">
                  <c:v>0.6203963161</c:v>
                </c:pt>
                <c:pt idx="71">
                  <c:v>0.62030375</c:v>
                </c:pt>
                <c:pt idx="72">
                  <c:v>0.6199769974</c:v>
                </c:pt>
                <c:pt idx="73">
                  <c:v>0.6196511984</c:v>
                </c:pt>
                <c:pt idx="74">
                  <c:v>0.6194272041</c:v>
                </c:pt>
                <c:pt idx="75">
                  <c:v>0.6193118095</c:v>
                </c:pt>
                <c:pt idx="76">
                  <c:v>0.6189624667</c:v>
                </c:pt>
                <c:pt idx="77">
                  <c:v>0.6183766723</c:v>
                </c:pt>
                <c:pt idx="78">
                  <c:v>0.6178241968</c:v>
                </c:pt>
                <c:pt idx="79">
                  <c:v>0.617439568</c:v>
                </c:pt>
                <c:pt idx="80">
                  <c:v>0.6170778871</c:v>
                </c:pt>
                <c:pt idx="81">
                  <c:v>0.6167141795</c:v>
                </c:pt>
                <c:pt idx="82">
                  <c:v>0.6165583134</c:v>
                </c:pt>
                <c:pt idx="83">
                  <c:v>0.6164706945</c:v>
                </c:pt>
                <c:pt idx="84">
                  <c:v>0.6163423061</c:v>
                </c:pt>
                <c:pt idx="85">
                  <c:v>0.6160954237</c:v>
                </c:pt>
                <c:pt idx="86">
                  <c:v>0.6157756448</c:v>
                </c:pt>
                <c:pt idx="87">
                  <c:v>0.6155136228</c:v>
                </c:pt>
                <c:pt idx="88">
                  <c:v>0.615100503</c:v>
                </c:pt>
                <c:pt idx="89">
                  <c:v>0.6145974994</c:v>
                </c:pt>
                <c:pt idx="90">
                  <c:v>0.6141473651</c:v>
                </c:pt>
                <c:pt idx="91">
                  <c:v>0.6141497493</c:v>
                </c:pt>
                <c:pt idx="92">
                  <c:v>0.6141124964</c:v>
                </c:pt>
                <c:pt idx="93">
                  <c:v>0.6138430834</c:v>
                </c:pt>
                <c:pt idx="94">
                  <c:v>0.6136385798</c:v>
                </c:pt>
                <c:pt idx="95">
                  <c:v>0.6132777929</c:v>
                </c:pt>
                <c:pt idx="96">
                  <c:v>0.6128252745</c:v>
                </c:pt>
                <c:pt idx="97">
                  <c:v>0.6122818589</c:v>
                </c:pt>
                <c:pt idx="98">
                  <c:v>0.6117476225</c:v>
                </c:pt>
                <c:pt idx="99">
                  <c:v>0.6115164161</c:v>
                </c:pt>
              </c:numCache>
            </c:numRef>
          </c:yVal>
          <c:smooth val="0"/>
        </c:ser>
        <c:ser>
          <c:idx val="2"/>
          <c:order val="2"/>
          <c:tx>
            <c:v>残差训练</c:v>
          </c:tx>
          <c:spPr>
            <a:ln xmlns:a="http://schemas.openxmlformats.org/drawingml/2006/main" w="14288">
              <a:solidFill>
                <a:srgbClr val="ECB49D"/>
              </a:solidFill>
              <a:prstDash val="dash"/>
            </a:ln>
          </c:spPr>
          <c:marker>
            <c:symbol val="none"/>
          </c:marker>
          <c:xVal>
            <c:numRef>
              <c:f>'Chart Data'!$E$2:$E$101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Data'!$F$2:$F$101</c:f>
              <c:numCache>
                <c:formatCode>0.00</c:formatCode>
                <c:ptCount val="100"/>
                <c:pt idx="0">
                  <c:v>0.795206666</c:v>
                </c:pt>
                <c:pt idx="1">
                  <c:v>0.817856133</c:v>
                </c:pt>
                <c:pt idx="2">
                  <c:v>0.7794911265</c:v>
                </c:pt>
                <c:pt idx="3">
                  <c:v>0.7625406384</c:v>
                </c:pt>
                <c:pt idx="4">
                  <c:v>0.7304062843</c:v>
                </c:pt>
                <c:pt idx="5">
                  <c:v>0.7358773351</c:v>
                </c:pt>
                <c:pt idx="6">
                  <c:v>0.7231865525</c:v>
                </c:pt>
                <c:pt idx="7">
                  <c:v>0.7121269107</c:v>
                </c:pt>
                <c:pt idx="8">
                  <c:v>0.6903164983</c:v>
                </c:pt>
                <c:pt idx="9">
                  <c:v>0.7141383886</c:v>
                </c:pt>
                <c:pt idx="10">
                  <c:v>0.6653751731</c:v>
                </c:pt>
                <c:pt idx="11">
                  <c:v>0.6448971033</c:v>
                </c:pt>
                <c:pt idx="12">
                  <c:v>0.6680791378</c:v>
                </c:pt>
                <c:pt idx="13">
                  <c:v>0.6785424948</c:v>
                </c:pt>
                <c:pt idx="14">
                  <c:v>0.6303526759</c:v>
                </c:pt>
                <c:pt idx="15">
                  <c:v>0.6637654305</c:v>
                </c:pt>
                <c:pt idx="16">
                  <c:v>0.6467270255</c:v>
                </c:pt>
                <c:pt idx="17">
                  <c:v>0.6435322762</c:v>
                </c:pt>
                <c:pt idx="18">
                  <c:v>0.6831358671</c:v>
                </c:pt>
                <c:pt idx="19">
                  <c:v>0.6716938019</c:v>
                </c:pt>
                <c:pt idx="20">
                  <c:v>0.6365997791</c:v>
                </c:pt>
                <c:pt idx="21">
                  <c:v>0.6223108768</c:v>
                </c:pt>
                <c:pt idx="22">
                  <c:v>0.6252563596</c:v>
                </c:pt>
                <c:pt idx="23">
                  <c:v>0.6475558877</c:v>
                </c:pt>
                <c:pt idx="24">
                  <c:v>0.6182388663</c:v>
                </c:pt>
                <c:pt idx="25">
                  <c:v>0.6225805283</c:v>
                </c:pt>
                <c:pt idx="26">
                  <c:v>0.5941034555</c:v>
                </c:pt>
                <c:pt idx="27">
                  <c:v>0.6081604958</c:v>
                </c:pt>
                <c:pt idx="28">
                  <c:v>0.5996190906</c:v>
                </c:pt>
                <c:pt idx="29">
                  <c:v>0.6167157888</c:v>
                </c:pt>
                <c:pt idx="30">
                  <c:v>0.6060994864</c:v>
                </c:pt>
                <c:pt idx="31">
                  <c:v>0.6243515611</c:v>
                </c:pt>
                <c:pt idx="32">
                  <c:v>0.6425746083</c:v>
                </c:pt>
                <c:pt idx="33">
                  <c:v>0.5917996764</c:v>
                </c:pt>
                <c:pt idx="34">
                  <c:v>0.6339387894</c:v>
                </c:pt>
                <c:pt idx="35">
                  <c:v>0.6424900293</c:v>
                </c:pt>
                <c:pt idx="36">
                  <c:v>0.6043634415</c:v>
                </c:pt>
                <c:pt idx="37">
                  <c:v>0.6236267686</c:v>
                </c:pt>
                <c:pt idx="38">
                  <c:v>0.6088239551</c:v>
                </c:pt>
                <c:pt idx="39">
                  <c:v>0.6022840738</c:v>
                </c:pt>
                <c:pt idx="40">
                  <c:v>0.6113909483</c:v>
                </c:pt>
                <c:pt idx="41">
                  <c:v>0.5913972855</c:v>
                </c:pt>
                <c:pt idx="42">
                  <c:v>0.6243931055</c:v>
                </c:pt>
                <c:pt idx="43">
                  <c:v>0.6039558649</c:v>
                </c:pt>
                <c:pt idx="44">
                  <c:v>0.6264428496</c:v>
                </c:pt>
                <c:pt idx="45">
                  <c:v>0.5917336941</c:v>
                </c:pt>
                <c:pt idx="46">
                  <c:v>0.6186032295</c:v>
                </c:pt>
                <c:pt idx="47">
                  <c:v>0.5969894528</c:v>
                </c:pt>
                <c:pt idx="48">
                  <c:v>0.6062346101</c:v>
                </c:pt>
                <c:pt idx="49">
                  <c:v>0.5941067934</c:v>
                </c:pt>
                <c:pt idx="50">
                  <c:v>0.5892946124</c:v>
                </c:pt>
                <c:pt idx="51">
                  <c:v>0.6208165288</c:v>
                </c:pt>
                <c:pt idx="52">
                  <c:v>0.6022202969</c:v>
                </c:pt>
                <c:pt idx="53">
                  <c:v>0.5795016885</c:v>
                </c:pt>
                <c:pt idx="54">
                  <c:v>0.6155389547</c:v>
                </c:pt>
                <c:pt idx="55">
                  <c:v>0.6080028415</c:v>
                </c:pt>
                <c:pt idx="56">
                  <c:v>0.6203458309</c:v>
                </c:pt>
                <c:pt idx="57">
                  <c:v>0.5907363296</c:v>
                </c:pt>
                <c:pt idx="58">
                  <c:v>0.5977517366</c:v>
                </c:pt>
                <c:pt idx="59">
                  <c:v>0.5877560973</c:v>
                </c:pt>
                <c:pt idx="60">
                  <c:v>0.6039745212</c:v>
                </c:pt>
                <c:pt idx="61">
                  <c:v>0.585144937</c:v>
                </c:pt>
                <c:pt idx="62">
                  <c:v>0.6090750694</c:v>
                </c:pt>
                <c:pt idx="63">
                  <c:v>0.5891385674</c:v>
                </c:pt>
                <c:pt idx="64">
                  <c:v>0.5682302713</c:v>
                </c:pt>
                <c:pt idx="65">
                  <c:v>0.5966330767</c:v>
                </c:pt>
                <c:pt idx="66">
                  <c:v>0.6144147515</c:v>
                </c:pt>
                <c:pt idx="67">
                  <c:v>0.6080351472</c:v>
                </c:pt>
                <c:pt idx="68">
                  <c:v>0.6098812222</c:v>
                </c:pt>
                <c:pt idx="69">
                  <c:v>0.5895496011</c:v>
                </c:pt>
                <c:pt idx="70">
                  <c:v>0.6068834066</c:v>
                </c:pt>
                <c:pt idx="71">
                  <c:v>0.5923886895</c:v>
                </c:pt>
                <c:pt idx="72">
                  <c:v>0.6040107012</c:v>
                </c:pt>
                <c:pt idx="73">
                  <c:v>0.5797447562</c:v>
                </c:pt>
                <c:pt idx="74">
                  <c:v>0.5984410644</c:v>
                </c:pt>
                <c:pt idx="75">
                  <c:v>0.5876169801</c:v>
                </c:pt>
                <c:pt idx="76">
                  <c:v>0.585822165</c:v>
                </c:pt>
                <c:pt idx="77">
                  <c:v>0.5931333303</c:v>
                </c:pt>
                <c:pt idx="78">
                  <c:v>0.6000382304</c:v>
                </c:pt>
                <c:pt idx="79">
                  <c:v>0.5938779712</c:v>
                </c:pt>
                <c:pt idx="80">
                  <c:v>0.569314301</c:v>
                </c:pt>
                <c:pt idx="81">
                  <c:v>0.5600777864</c:v>
                </c:pt>
                <c:pt idx="82">
                  <c:v>0.5629315376</c:v>
                </c:pt>
                <c:pt idx="83">
                  <c:v>0.6298316717</c:v>
                </c:pt>
                <c:pt idx="84">
                  <c:v>0.5664491057</c:v>
                </c:pt>
                <c:pt idx="85">
                  <c:v>0.5819808245</c:v>
                </c:pt>
                <c:pt idx="86">
                  <c:v>0.5793902874</c:v>
                </c:pt>
                <c:pt idx="87">
                  <c:v>0.5626465678</c:v>
                </c:pt>
                <c:pt idx="88">
                  <c:v>0.56665802</c:v>
                </c:pt>
                <c:pt idx="89">
                  <c:v>0.5986914635</c:v>
                </c:pt>
                <c:pt idx="90">
                  <c:v>0.5838397145</c:v>
                </c:pt>
                <c:pt idx="91">
                  <c:v>0.5894569755</c:v>
                </c:pt>
                <c:pt idx="92">
                  <c:v>0.6165278554</c:v>
                </c:pt>
                <c:pt idx="93">
                  <c:v>0.594640553</c:v>
                </c:pt>
                <c:pt idx="94">
                  <c:v>0.5879454017</c:v>
                </c:pt>
                <c:pt idx="95">
                  <c:v>0.5857396126</c:v>
                </c:pt>
                <c:pt idx="96">
                  <c:v>0.591154933</c:v>
                </c:pt>
                <c:pt idx="97">
                  <c:v>0.577031076</c:v>
                </c:pt>
                <c:pt idx="98">
                  <c:v>0.6106561422</c:v>
                </c:pt>
                <c:pt idx="99">
                  <c:v>0.5784736872</c:v>
                </c:pt>
              </c:numCache>
            </c:numRef>
          </c:yVal>
          <c:smooth val="0"/>
        </c:ser>
        <c:ser>
          <c:idx val="3"/>
          <c:order val="3"/>
          <c:tx>
            <c:v>残差验证</c:v>
          </c:tx>
          <c:spPr>
            <a:ln xmlns:a="http://schemas.openxmlformats.org/drawingml/2006/main" w="26670">
              <a:solidFill>
                <a:srgbClr val="D65F2B"/>
              </a:solidFill>
              <a:prstDash val="solid"/>
            </a:ln>
          </c:spPr>
          <c:marker>
            <c:symbol val="none"/>
          </c:marker>
          <c:xVal>
            <c:numRef>
              <c:f>'Chart Data'!$G$2:$G$101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</c:numCache>
            </c:numRef>
          </c:xVal>
          <c:yVal>
            <c:numRef>
              <c:f>'Chart Data'!$H$2:$H$101</c:f>
              <c:numCache>
                <c:formatCode>0.00</c:formatCode>
                <c:ptCount val="100"/>
                <c:pt idx="0">
                  <c:v>0.5706925988</c:v>
                </c:pt>
                <c:pt idx="1">
                  <c:v>0.5607557893</c:v>
                </c:pt>
                <c:pt idx="2">
                  <c:v>0.5522210598</c:v>
                </c:pt>
                <c:pt idx="3">
                  <c:v>0.5447602272</c:v>
                </c:pt>
                <c:pt idx="4">
                  <c:v>0.5384454727</c:v>
                </c:pt>
                <c:pt idx="5">
                  <c:v>0.5323454738</c:v>
                </c:pt>
                <c:pt idx="6">
                  <c:v>0.5275207162</c:v>
                </c:pt>
                <c:pt idx="7">
                  <c:v>0.5229055882</c:v>
                </c:pt>
                <c:pt idx="8">
                  <c:v>0.5190602541</c:v>
                </c:pt>
                <c:pt idx="9">
                  <c:v>0.5157987475</c:v>
                </c:pt>
                <c:pt idx="10">
                  <c:v>0.5134096146</c:v>
                </c:pt>
                <c:pt idx="11">
                  <c:v>0.5118525624</c:v>
                </c:pt>
                <c:pt idx="12">
                  <c:v>0.5107031465</c:v>
                </c:pt>
                <c:pt idx="13">
                  <c:v>0.5095582008</c:v>
                </c:pt>
                <c:pt idx="14">
                  <c:v>0.5085909367</c:v>
                </c:pt>
                <c:pt idx="15">
                  <c:v>0.5079810023</c:v>
                </c:pt>
                <c:pt idx="16">
                  <c:v>0.5075587034</c:v>
                </c:pt>
                <c:pt idx="17">
                  <c:v>0.5073661804</c:v>
                </c:pt>
                <c:pt idx="18">
                  <c:v>0.5074327588</c:v>
                </c:pt>
                <c:pt idx="19">
                  <c:v>0.5076422095</c:v>
                </c:pt>
                <c:pt idx="20">
                  <c:v>0.5078390837</c:v>
                </c:pt>
                <c:pt idx="21">
                  <c:v>0.5078590512</c:v>
                </c:pt>
                <c:pt idx="22">
                  <c:v>0.5082207322</c:v>
                </c:pt>
                <c:pt idx="23">
                  <c:v>0.5085860491</c:v>
                </c:pt>
                <c:pt idx="24">
                  <c:v>0.508662045</c:v>
                </c:pt>
                <c:pt idx="25">
                  <c:v>0.5089629889</c:v>
                </c:pt>
                <c:pt idx="26">
                  <c:v>0.5090271235</c:v>
                </c:pt>
                <c:pt idx="27">
                  <c:v>0.5090318322</c:v>
                </c:pt>
                <c:pt idx="28">
                  <c:v>0.5090881586</c:v>
                </c:pt>
                <c:pt idx="29">
                  <c:v>0.5094482899</c:v>
                </c:pt>
                <c:pt idx="30">
                  <c:v>0.5095008612</c:v>
                </c:pt>
                <c:pt idx="31">
                  <c:v>0.5098176003</c:v>
                </c:pt>
                <c:pt idx="32">
                  <c:v>0.5101092458</c:v>
                </c:pt>
                <c:pt idx="33">
                  <c:v>0.5100753307</c:v>
                </c:pt>
                <c:pt idx="34">
                  <c:v>0.5104954243</c:v>
                </c:pt>
                <c:pt idx="35">
                  <c:v>0.5111053586</c:v>
                </c:pt>
                <c:pt idx="36">
                  <c:v>0.5112937093</c:v>
                </c:pt>
                <c:pt idx="37">
                  <c:v>0.5112822056</c:v>
                </c:pt>
                <c:pt idx="38">
                  <c:v>0.5113084316</c:v>
                </c:pt>
                <c:pt idx="39">
                  <c:v>0.511308074</c:v>
                </c:pt>
                <c:pt idx="40">
                  <c:v>0.5113577843</c:v>
                </c:pt>
                <c:pt idx="41">
                  <c:v>0.5110845566</c:v>
                </c:pt>
                <c:pt idx="42">
                  <c:v>0.5111296773</c:v>
                </c:pt>
                <c:pt idx="43">
                  <c:v>0.5113224387</c:v>
                </c:pt>
                <c:pt idx="44">
                  <c:v>0.5117664933</c:v>
                </c:pt>
                <c:pt idx="45">
                  <c:v>0.5113723874</c:v>
                </c:pt>
                <c:pt idx="46">
                  <c:v>0.5109314919</c:v>
                </c:pt>
                <c:pt idx="47">
                  <c:v>0.510553062</c:v>
                </c:pt>
                <c:pt idx="48">
                  <c:v>0.5101981163</c:v>
                </c:pt>
                <c:pt idx="49">
                  <c:v>0.5101829767</c:v>
                </c:pt>
                <c:pt idx="50">
                  <c:v>0.5099006891</c:v>
                </c:pt>
                <c:pt idx="51">
                  <c:v>0.5096831322</c:v>
                </c:pt>
                <c:pt idx="52">
                  <c:v>0.5097076893</c:v>
                </c:pt>
                <c:pt idx="53">
                  <c:v>0.5093086362</c:v>
                </c:pt>
                <c:pt idx="54">
                  <c:v>0.5094236135</c:v>
                </c:pt>
                <c:pt idx="55">
                  <c:v>0.509578526</c:v>
                </c:pt>
                <c:pt idx="56">
                  <c:v>0.5095617771</c:v>
                </c:pt>
                <c:pt idx="57">
                  <c:v>0.5092158914</c:v>
                </c:pt>
                <c:pt idx="58">
                  <c:v>0.5089313984</c:v>
                </c:pt>
                <c:pt idx="59">
                  <c:v>0.5085186958</c:v>
                </c:pt>
                <c:pt idx="60">
                  <c:v>0.5081768632</c:v>
                </c:pt>
                <c:pt idx="61">
                  <c:v>0.5082209706</c:v>
                </c:pt>
                <c:pt idx="62">
                  <c:v>0.5080956221</c:v>
                </c:pt>
                <c:pt idx="63">
                  <c:v>0.5082059503</c:v>
                </c:pt>
                <c:pt idx="64">
                  <c:v>0.5076947212</c:v>
                </c:pt>
                <c:pt idx="65">
                  <c:v>0.5072677135</c:v>
                </c:pt>
                <c:pt idx="66">
                  <c:v>0.5072583556</c:v>
                </c:pt>
                <c:pt idx="67">
                  <c:v>0.5076234341</c:v>
                </c:pt>
                <c:pt idx="68">
                  <c:v>0.5078154206</c:v>
                </c:pt>
                <c:pt idx="69">
                  <c:v>0.5079665184</c:v>
                </c:pt>
                <c:pt idx="70">
                  <c:v>0.5079464912</c:v>
                </c:pt>
                <c:pt idx="71">
                  <c:v>0.5080226064</c:v>
                </c:pt>
                <c:pt idx="72">
                  <c:v>0.5079048872</c:v>
                </c:pt>
                <c:pt idx="73">
                  <c:v>0.5075058937</c:v>
                </c:pt>
                <c:pt idx="74">
                  <c:v>0.5072438121</c:v>
                </c:pt>
                <c:pt idx="75">
                  <c:v>0.5067393184</c:v>
                </c:pt>
                <c:pt idx="76">
                  <c:v>0.5066803098</c:v>
                </c:pt>
                <c:pt idx="77">
                  <c:v>0.5062590837</c:v>
                </c:pt>
                <c:pt idx="78">
                  <c:v>0.5062306523</c:v>
                </c:pt>
                <c:pt idx="79">
                  <c:v>0.5057757497</c:v>
                </c:pt>
                <c:pt idx="80">
                  <c:v>0.5051429272</c:v>
                </c:pt>
                <c:pt idx="81">
                  <c:v>0.5046243072</c:v>
                </c:pt>
                <c:pt idx="82">
                  <c:v>0.5039758682</c:v>
                </c:pt>
                <c:pt idx="83">
                  <c:v>0.5035780072</c:v>
                </c:pt>
                <c:pt idx="84">
                  <c:v>0.5034561157</c:v>
                </c:pt>
                <c:pt idx="85">
                  <c:v>0.5032935143</c:v>
                </c:pt>
                <c:pt idx="86">
                  <c:v>0.5031012297</c:v>
                </c:pt>
                <c:pt idx="87">
                  <c:v>0.5024378896</c:v>
                </c:pt>
                <c:pt idx="88">
                  <c:v>0.5018564463</c:v>
                </c:pt>
                <c:pt idx="89">
                  <c:v>0.5016723275</c:v>
                </c:pt>
                <c:pt idx="90">
                  <c:v>0.5017077327</c:v>
                </c:pt>
                <c:pt idx="91">
                  <c:v>0.5016674995</c:v>
                </c:pt>
                <c:pt idx="92">
                  <c:v>0.5018714666</c:v>
                </c:pt>
                <c:pt idx="93">
                  <c:v>0.5016311407</c:v>
                </c:pt>
                <c:pt idx="94">
                  <c:v>0.5016856194</c:v>
                </c:pt>
                <c:pt idx="95">
                  <c:v>0.5014567375</c:v>
                </c:pt>
                <c:pt idx="96">
                  <c:v>0.5009486079</c:v>
                </c:pt>
                <c:pt idx="97">
                  <c:v>0.5002740026</c:v>
                </c:pt>
                <c:pt idx="98">
                  <c:v>0.4999605715</c:v>
                </c:pt>
                <c:pt idx="99">
                  <c:v>0.499864012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.4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A9BCC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0.15"/>
      </c:valAx>
      <c:valAx>
        <c:axId val="48650112"/>
        <c:scaling>
          <c:orientation val="minMax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BF218-1658-482F-903E-8A055E98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频带残差：与普通 EEGConformer 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2E5BE-7A20-4CFD-8340-0D555FA1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815CB-FCBE-4469-8F26-EC18A9D4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目的：检验频带先验与宽带补充在不同预训练规模下的迁移收益。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B1B12-D4B3-4BA5-8D03-D1BC763B3385}"/>
              </a:ext>
            </a:extLst>
          </p:cNvPr>
          <p:cNvGraphicFramePr/>
          <p:nvPr/>
        </p:nvGraphicFramePr>
        <p:xfrm>
          <a:off xmlns:a="http://schemas.openxmlformats.org/drawingml/2006/main" x="571500" y="2286000"/>
          <a:ext xmlns:a="http://schemas.openxmlformats.org/drawingml/2006/main" cx="110490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286250"/>
                <a:gridCol w="3619500"/>
              </a:tblGrid>
              <a:tr h="682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前端设计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为什么比较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 EEGConformer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4–40 Hz 单宽带前端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沿用上一轮数据量基线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频带残差 EEGConformer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四子带加权 + 门控宽带残差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频率结构与整频带信息结合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8D6B2-A946-4123-881B-E5A7A8BD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四组：S01/S02/S05、S01–S05、S01–S10、S01–S20</a:t>
            </a:r>
          </a:p>
          <a:p xmlns:a="http://schemas.openxmlformats.org/drawingml/2006/main">
            <a: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统一 S21 Session 2 Base 微调，seed=42，每组 1 次</a:t>
            </a:r>
          </a:p>
          <a:p xmlns:a="http://schemas.openxmlformats.org/drawingml/2006/main">
            <a:pPr>
              <a:def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ME 拇指 / 小指，depth=1，3 秒，两模型使用相同数据划分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C9E99-03BD-498D-A99E-245C7672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比较完整插件配置。后端结构相同，参数量由 379,306 增至 412,751。</a:t>
            </a:r>
          </a:p>
        </p:txBody>
      </p:sp>
    </p:spTree>
    <p:extLst>
      <p:ext uri="{BB962C8B-B14F-4D97-AF65-F5344CB8AC3E}">
        <p14:creationId xmlns:p14="http://schemas.microsoft.com/office/powerpoint/2010/main" val="12744917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528B0-3842-4860-8934-B7DF44CF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S21 结果：四组准确率均提高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527EB-CFF3-4F5E-863A-4D729EC0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E729F-FABE-454D-9A09-914DA04D9BCD}"/>
              </a:ext>
            </a:extLst>
          </p:cNvPr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809750"/>
                <a:gridCol w="1809750"/>
                <a:gridCol w="1714500"/>
                <a:gridCol w="1857375"/>
                <a:gridCol w="1857375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预训练组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 acc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残差 acc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差值 / pp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 loss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残差 loss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T w="9525">
                      <a:solidFill>
                        <a:srgbClr val="DCE5E9"/>
                      </a:solidFill>
                      <a:prstDash val="solid"/>
                    </a:lnT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15324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人参考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55.88%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66.18%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+10.29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0.6849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0.6433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人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58.82%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66.18%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+7.35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0.6773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0.8100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人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64.71%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69.12%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+4.41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0.9824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0.7722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人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CE5E9"/>
                      </a:solidFill>
                      <a:prstDash val="solid"/>
                    </a:lnL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67.65%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79.41%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+11.76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0.6341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2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0.5113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CE5E9"/>
                      </a:solidFill>
                      <a:prstDash val="solid"/>
                    </a:lnR>
                    <a:lnB w="9525">
                      <a:solidFill>
                        <a:srgbClr val="DCE5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7B4AD-11D9-433D-BD05-0365FF26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20 人组达到 79.41%，较普通模型提高 11.76 个百分点。</a:t>
            </a:r>
          </a:p>
          <a:p xmlns:a="http://schemas.openxmlformats.org/drawingml/2006/main">
            <a:pPr>
              <a:def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5 人组准确率提高，但对应 loss 从 0.6773 升至 0.8100。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AF47C-0E4D-49A6-BDCF-3BDA29E1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pp 为百分点。Acc 与 loss 取首次达到最高验证准确率的模型，S21 验证集共 68 个窗口。</a:t>
            </a:r>
          </a:p>
        </p:txBody>
      </p:sp>
    </p:spTree>
    <p:extLst>
      <p:ext uri="{BB962C8B-B14F-4D97-AF65-F5344CB8AC3E}">
        <p14:creationId xmlns:p14="http://schemas.microsoft.com/office/powerpoint/2010/main" val="13316600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D64CF-6826-442A-8E6B-A2639079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四种数据规模的 S21 模型对比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4D0B6-6456-4B70-BAD8-1C62C5AE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13EDBC2-E86D-4FBD-89E4-173BF2735594}"/>
              </a:ext>
            </a:extLst>
          </p:cNvPr>
          <p:cNvGraphicFramePr/>
          <p:nvPr/>
        </p:nvGraphicFramePr>
        <p:xfrm>
          <a:off xmlns:a="http://schemas.openxmlformats.org/drawingml/2006/main" x="428625" y="1333500"/>
          <a:ext xmlns:a="http://schemas.openxmlformats.org/drawingml/2006/main" cx="561975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c988eabf134fee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1ADB589-A6BE-49B4-9FCA-3894BBC6D647}"/>
              </a:ext>
            </a:extLst>
          </p:cNvPr>
          <p:cNvGraphicFramePr/>
          <p:nvPr/>
        </p:nvGraphicFramePr>
        <p:xfrm>
          <a:off xmlns:a="http://schemas.openxmlformats.org/drawingml/2006/main" x="6381750" y="1333500"/>
          <a:ext xmlns:a="http://schemas.openxmlformats.org/drawingml/2006/main" cx="561975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6e715089124ff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5CDB1-40DE-426D-91CE-771430BB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准确率增幅依次为 +10.29、+7.35、+4.41、+11.76 个百分点。单次结果不能估计重复实验方差。</a:t>
            </a:r>
          </a:p>
        </p:txBody>
      </p:sp>
    </p:spTree>
    <p:extLst>
      <p:ext uri="{BB962C8B-B14F-4D97-AF65-F5344CB8AC3E}">
        <p14:creationId xmlns:p14="http://schemas.microsoft.com/office/powerpoint/2010/main" val="16051967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D80E9-96DE-4873-8846-D0147764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20 人组：预训练的训练与验证存在差距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2C67A-CBDB-406A-B01D-6AAD531E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508183C-2FFC-467B-8E30-7CEB590E36C3}"/>
              </a:ext>
            </a:extLst>
          </p:cNvPr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5619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97ad08555d4e12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2C90028-AF30-42AE-A95E-311DC39D57A9}"/>
              </a:ext>
            </a:extLst>
          </p:cNvPr>
          <p:cNvGraphicFramePr/>
          <p:nvPr/>
        </p:nvGraphicFramePr>
        <p:xfrm>
          <a:off xmlns:a="http://schemas.openxmlformats.org/drawingml/2006/main" x="6381750" y="1381125"/>
          <a:ext xmlns:a="http://schemas.openxmlformats.org/drawingml/2006/main" cx="5619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7d66f15031492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5D2A5-5F5B-4848-99C1-96C98861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仅展示 20 人组。训练准确率接近 100%，最佳验证准确率为普通 76.73%、残差 77.17%。</a:t>
            </a:r>
          </a:p>
        </p:txBody>
      </p:sp>
    </p:spTree>
    <p:extLst>
      <p:ext uri="{BB962C8B-B14F-4D97-AF65-F5344CB8AC3E}">
        <p14:creationId xmlns:p14="http://schemas.microsoft.com/office/powerpoint/2010/main" val="8173000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4BF0D-9422-40E7-9DB8-52995B3A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20 人组：S21 微调曲线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0C429-FB73-4C76-A413-4A702839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925C1FE-5E31-45CC-A392-305693C991A1}"/>
              </a:ext>
            </a:extLst>
          </p:cNvPr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5619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4bd8f4f36b49e8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2E6B932-09AF-47F5-894B-F266F02014CF}"/>
              </a:ext>
            </a:extLst>
          </p:cNvPr>
          <p:cNvGraphicFramePr/>
          <p:nvPr/>
        </p:nvGraphicFramePr>
        <p:xfrm>
          <a:off xmlns:a="http://schemas.openxmlformats.org/drawingml/2006/main" x="6381750" y="1381125"/>
          <a:ext xmlns:a="http://schemas.openxmlformats.org/drawingml/2006/main" cx="56197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fb6200f1a148d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91DC0-4DD6-48C1-A802-7718BA81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仅展示 20 人组。实线为验证、虚线为训练。验证准确率为普通 67.65%、残差 79.41%。</a:t>
            </a:r>
          </a:p>
        </p:txBody>
      </p:sp>
    </p:spTree>
    <p:extLst>
      <p:ext uri="{BB962C8B-B14F-4D97-AF65-F5344CB8AC3E}">
        <p14:creationId xmlns:p14="http://schemas.microsoft.com/office/powerpoint/2010/main" val="19973345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D71C8-A363-4850-83B9-30F0069E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结论：S21 上有提升，泛化仍待确认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C3E5F-0FEB-4FF8-8159-F6EFACC6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845B2-AC94-4846-9BC3-0969AD84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D65F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D65F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D65F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D65F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D65F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D65F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D65F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D65F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D65F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D65F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D65F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65F2B"/>
                </a:solidFill>
                <a:latin typeface="Microsoft YaHei"/>
                <a:ea typeface="Microsoft YaHei"/>
                <a:cs typeface="Microsoft YaHei"/>
              </a:rPr>
              <a:t>完整频带残差配置在四种规模下均提高 S21 准确率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DD7C2-47FD-47B0-8CD6-5350BF80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增幅为 4.41–11.76 个百分点，20 人预训练组达到 79.41%。</a:t>
            </a:r>
          </a:p>
          <a:p xmlns:a="http://schemas.openxmlformats.org/drawingml/2006/main">
            <a:pPr>
              <a:def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对应 loss 在四组中的三组下降，5 人组未改善。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F5A89-6AD5-4322-AC5E-91A8A0F9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当前结论限于单目标被试、单随机种子的验证实验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48A05-9C7F-4FEC-8E54-FDFDD2A3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52925"/>
            <a:ext cx="1104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未使用独立测试集，不能宣称稳定或显著的泛化收益。</a:t>
            </a:r>
          </a:p>
          <a:p xmlns:a="http://schemas.openxmlformats.org/drawingml/2006/main">
            <a:pPr>
              <a:def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243"/>
                </a:solidFill>
                <a:latin typeface="Microsoft YaHei"/>
                <a:ea typeface="Microsoft YaHei"/>
                <a:cs typeface="Microsoft YaHei"/>
              </a:rPr>
              <a:t>结构、参数量与微调参数同时变化，尚不能拆分各组件的贡献。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0DAAE-DA80-41D4-9401-2276419B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776"/>
                </a:solidFill>
                <a:latin typeface="Microsoft YaHei"/>
                <a:ea typeface="Microsoft YaHei"/>
                <a:cs typeface="Microsoft YaHei"/>
              </a:rPr>
              <a:t>下一步：多目标被试复验，并加入独立测试集和参数量匹配消融。</a:t>
            </a:r>
          </a:p>
        </p:txBody>
      </p:sp>
    </p:spTree>
    <p:extLst>
      <p:ext uri="{BB962C8B-B14F-4D97-AF65-F5344CB8AC3E}">
        <p14:creationId xmlns:p14="http://schemas.microsoft.com/office/powerpoint/2010/main" val="530820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2026-10-21T16:34:52.8580000Z</dcterms:created>
  <dcterms:modified xsi:type="dcterms:W3CDTF">2026-10-21T16:34:52.8580000Z</dcterms:modified>
</coreProperties>
</file>