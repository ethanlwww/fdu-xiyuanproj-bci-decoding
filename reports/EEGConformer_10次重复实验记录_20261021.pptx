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频带 − Baseline</c:f>
              <c:strCache>
                <c:ptCount val="1"/>
                <c:pt idx="0">
                  <c:v>频带 − Baseline</c:v>
                </c:pt>
              </c:strCache>
            </c:strRef>
          </c:tx>
          <c:spPr>
            <a:ln w="28575" cap="rnd">
              <a:solidFill>
                <a:srgbClr val="FF7F00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rgbClr val="FF7F00"/>
              </a:solidFill>
            </c:spPr>
          </c:marker>
          <c:dLbls>
            <c:delete val="1"/>
          </c:dLbls>
          <c:cat>
            <c:numRef>
              <c:f>'Chart Data'!$A$2:$A$11</c:f>
              <c:numCache>
                <c:formatCode>General</c:formatCode>
                <c:ptCount val="10"/>
                <c:pt idx="0">
                  <c:v>42</c:v>
                </c:pt>
                <c:pt idx="1">
                  <c:v>43</c:v>
                </c:pt>
                <c:pt idx="2">
                  <c:v>44</c:v>
                </c:pt>
                <c:pt idx="3">
                  <c:v>45</c:v>
                </c:pt>
                <c:pt idx="4">
                  <c:v>46</c:v>
                </c:pt>
                <c:pt idx="5">
                  <c:v>47</c:v>
                </c:pt>
                <c:pt idx="6">
                  <c:v>48</c:v>
                </c:pt>
                <c:pt idx="7">
                  <c:v>49</c:v>
                </c:pt>
                <c:pt idx="8">
                  <c:v>50</c:v>
                </c:pt>
                <c:pt idx="9">
                  <c:v>51</c:v>
                </c:pt>
              </c:numCache>
            </c:numRef>
          </c:cat>
          <c:val>
            <c:numRef>
              <c:f>'Chart Data'!$B$2:$B$11</c:f>
              <c:numCache>
                <c:formatCode>0</c:formatCode>
                <c:ptCount val="10"/>
                <c:pt idx="0">
                  <c:v>5.8823525906</c:v>
                </c:pt>
                <c:pt idx="1">
                  <c:v>1.4705896378</c:v>
                </c:pt>
                <c:pt idx="2">
                  <c:v>-7.3529362679</c:v>
                </c:pt>
                <c:pt idx="3">
                  <c:v>-8.8235259056</c:v>
                </c:pt>
                <c:pt idx="4">
                  <c:v>6.153845787</c:v>
                </c:pt>
                <c:pt idx="5">
                  <c:v>7.5757563114</c:v>
                </c:pt>
                <c:pt idx="6">
                  <c:v>1.6129016876</c:v>
                </c:pt>
                <c:pt idx="7">
                  <c:v>3.2258093357</c:v>
                </c:pt>
                <c:pt idx="8">
                  <c:v>-4.7619044781</c:v>
                </c:pt>
                <c:pt idx="9">
                  <c:v>-3.0769228935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频带＋残差 − Baseline</c:f>
              <c:strCache>
                <c:ptCount val="1"/>
                <c:pt idx="0">
                  <c:v>频带＋残差 − Baseline</c:v>
                </c:pt>
              </c:strCache>
            </c:strRef>
          </c:tx>
          <c:spPr>
            <a:ln w="28575" cap="rnd">
              <a:solidFill>
                <a:srgbClr val="4DAF4A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rgbClr val="4DAF4A"/>
              </a:solidFill>
            </c:spPr>
          </c:marker>
          <c:dLbls>
            <c:delete val="1"/>
          </c:dLbls>
          <c:cat>
            <c:numRef>
              <c:f>'Chart Data'!$C$2:$C$11</c:f>
              <c:numCache>
                <c:formatCode>General</c:formatCode>
                <c:ptCount val="10"/>
                <c:pt idx="0">
                  <c:v>42</c:v>
                </c:pt>
                <c:pt idx="1">
                  <c:v>43</c:v>
                </c:pt>
                <c:pt idx="2">
                  <c:v>44</c:v>
                </c:pt>
                <c:pt idx="3">
                  <c:v>45</c:v>
                </c:pt>
                <c:pt idx="4">
                  <c:v>46</c:v>
                </c:pt>
                <c:pt idx="5">
                  <c:v>47</c:v>
                </c:pt>
                <c:pt idx="6">
                  <c:v>48</c:v>
                </c:pt>
                <c:pt idx="7">
                  <c:v>49</c:v>
                </c:pt>
                <c:pt idx="8">
                  <c:v>50</c:v>
                </c:pt>
                <c:pt idx="9">
                  <c:v>51</c:v>
                </c:pt>
              </c:numCache>
            </c:numRef>
          </c:cat>
          <c:val>
            <c:numRef>
              <c:f>'Chart Data'!$D$2:$D$11</c:f>
              <c:numCache>
                <c:formatCode>0</c:formatCode>
                <c:ptCount val="10"/>
                <c:pt idx="0">
                  <c:v>4.4117629528</c:v>
                </c:pt>
                <c:pt idx="1">
                  <c:v>4.4117629528</c:v>
                </c:pt>
                <c:pt idx="2">
                  <c:v>-2.941173315</c:v>
                </c:pt>
                <c:pt idx="3">
                  <c:v>-5.8823525906</c:v>
                </c:pt>
                <c:pt idx="4">
                  <c:v>1.5384614468</c:v>
                </c:pt>
                <c:pt idx="5">
                  <c:v>3.0303061008</c:v>
                </c:pt>
                <c:pt idx="6">
                  <c:v>-3.2258033752</c:v>
                </c:pt>
                <c:pt idx="7">
                  <c:v>4.8387110233</c:v>
                </c:pt>
                <c:pt idx="8">
                  <c:v>9.5238089561</c:v>
                </c:pt>
                <c:pt idx="9">
                  <c:v>3.0769228935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零差值</c:f>
              <c:strCache>
                <c:ptCount val="1"/>
                <c:pt idx="0">
                  <c:v>零差值</c:v>
                </c:pt>
              </c:strCache>
            </c:strRef>
          </c:tx>
          <c:spPr>
            <a:ln w="14288" cap="rnd">
              <a:solidFill>
                <a:srgbClr val="758793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Data'!$E$2:$E$11</c:f>
              <c:numCache>
                <c:formatCode>General</c:formatCode>
                <c:ptCount val="10"/>
                <c:pt idx="0">
                  <c:v>42</c:v>
                </c:pt>
                <c:pt idx="1">
                  <c:v>43</c:v>
                </c:pt>
                <c:pt idx="2">
                  <c:v>44</c:v>
                </c:pt>
                <c:pt idx="3">
                  <c:v>45</c:v>
                </c:pt>
                <c:pt idx="4">
                  <c:v>46</c:v>
                </c:pt>
                <c:pt idx="5">
                  <c:v>47</c:v>
                </c:pt>
                <c:pt idx="6">
                  <c:v>48</c:v>
                </c:pt>
                <c:pt idx="7">
                  <c:v>49</c:v>
                </c:pt>
                <c:pt idx="8">
                  <c:v>50</c:v>
                </c:pt>
                <c:pt idx="9">
                  <c:v>51</c:v>
                </c:pt>
              </c:numCache>
            </c:numRef>
          </c:cat>
          <c:val>
            <c:numRef>
              <c:f>'Chart Data'!$F$2:$F$11</c:f>
              <c:numCache>
                <c:formatCode>0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Seed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5"/>
          <c:min val="-15"/>
        </c:scaling>
        <c:delete val="0"/>
        <c:axPos val="l"/>
        <c:majorGridlines>
          <c:spPr>
            <a:ln w="9525">
              <a:solidFill>
                <a:srgbClr val="DCE5E9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At val="-15"/>
        <c:crossBetween val="between"/>
        <c:majorUnit val="5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65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76e899e-c285-456a-bcf6-52ab6628386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02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S01/S02/S05 预训练</a:t>
            </a:r>
            <a:endParaRPr sz="202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scatterChart>
        <c:scatterStyle val="line"/>
        <c:varyColors val="0"/>
        <c:ser>
          <c:idx val="0"/>
          <c:order val="0"/>
          <c:tx>
            <c:strRef>
              <c:f>Baseline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rnd">
              <a:solidFill>
                <a:srgbClr val="377EB8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Data'!$B$2:$B$83</c:f>
              <c:numCache>
                <c:formatCode>0%</c:formatCode>
                <c:ptCount val="82"/>
                <c:pt idx="0">
                  <c:v>0.5690034151</c:v>
                </c:pt>
                <c:pt idx="1">
                  <c:v>0.7628888547</c:v>
                </c:pt>
                <c:pt idx="2">
                  <c:v>0.7909290552</c:v>
                </c:pt>
                <c:pt idx="3">
                  <c:v>0.8154336154</c:v>
                </c:pt>
                <c:pt idx="4">
                  <c:v>0.8221040666</c:v>
                </c:pt>
                <c:pt idx="5">
                  <c:v>0.8210188687</c:v>
                </c:pt>
                <c:pt idx="6">
                  <c:v>0.814901793</c:v>
                </c:pt>
                <c:pt idx="7">
                  <c:v>0.826102227</c:v>
                </c:pt>
                <c:pt idx="8">
                  <c:v>0.824014616</c:v>
                </c:pt>
                <c:pt idx="9">
                  <c:v>0.8267658889</c:v>
                </c:pt>
                <c:pt idx="10">
                  <c:v>0.8226136208</c:v>
                </c:pt>
                <c:pt idx="11">
                  <c:v>0.8203657687</c:v>
                </c:pt>
                <c:pt idx="12">
                  <c:v>0.8350301504</c:v>
                </c:pt>
                <c:pt idx="13">
                  <c:v>0.8377449572</c:v>
                </c:pt>
                <c:pt idx="14">
                  <c:v>0.829680717</c:v>
                </c:pt>
                <c:pt idx="15">
                  <c:v>0.8434026539</c:v>
                </c:pt>
                <c:pt idx="16">
                  <c:v>0.8333257079</c:v>
                </c:pt>
                <c:pt idx="17">
                  <c:v>0.8284643292</c:v>
                </c:pt>
                <c:pt idx="18">
                  <c:v>0.8308775246</c:v>
                </c:pt>
                <c:pt idx="19">
                  <c:v>0.8327366233</c:v>
                </c:pt>
                <c:pt idx="20">
                  <c:v>0.841023165</c:v>
                </c:pt>
                <c:pt idx="21">
                  <c:v>0.834901613</c:v>
                </c:pt>
                <c:pt idx="22">
                  <c:v>0.8177673995</c:v>
                </c:pt>
                <c:pt idx="23">
                  <c:v>0.8399261951</c:v>
                </c:pt>
                <c:pt idx="24">
                  <c:v>0.8162219584</c:v>
                </c:pt>
                <c:pt idx="25">
                  <c:v>0.8382603288</c:v>
                </c:pt>
                <c:pt idx="26">
                  <c:v>0.8441491663</c:v>
                </c:pt>
                <c:pt idx="27">
                  <c:v>0.8281585395</c:v>
                </c:pt>
                <c:pt idx="28">
                  <c:v>0.8288654208</c:v>
                </c:pt>
                <c:pt idx="29">
                  <c:v>0.828524524</c:v>
                </c:pt>
                <c:pt idx="30">
                  <c:v>0.8217367947</c:v>
                </c:pt>
                <c:pt idx="31">
                  <c:v>0.8338906705</c:v>
                </c:pt>
                <c:pt idx="32">
                  <c:v>0.8390485406</c:v>
                </c:pt>
                <c:pt idx="33">
                  <c:v>0.8388053954</c:v>
                </c:pt>
                <c:pt idx="34">
                  <c:v>0.8382059813</c:v>
                </c:pt>
                <c:pt idx="35">
                  <c:v>0.8413381159</c:v>
                </c:pt>
                <c:pt idx="36">
                  <c:v>0.8368535221</c:v>
                </c:pt>
                <c:pt idx="37">
                  <c:v>0.8490412772</c:v>
                </c:pt>
                <c:pt idx="38">
                  <c:v>0.8366325378</c:v>
                </c:pt>
                <c:pt idx="39">
                  <c:v>0.8502308905</c:v>
                </c:pt>
                <c:pt idx="40">
                  <c:v>0.8458269715</c:v>
                </c:pt>
                <c:pt idx="41">
                  <c:v>0.8479132295</c:v>
                </c:pt>
                <c:pt idx="42">
                  <c:v>0.844598949</c:v>
                </c:pt>
                <c:pt idx="43">
                  <c:v>0.8418231308</c:v>
                </c:pt>
                <c:pt idx="44">
                  <c:v>0.8444027126</c:v>
                </c:pt>
                <c:pt idx="45">
                  <c:v>0.8481878698</c:v>
                </c:pt>
                <c:pt idx="46">
                  <c:v>0.8487838805</c:v>
                </c:pt>
                <c:pt idx="47">
                  <c:v>0.8448115706</c:v>
                </c:pt>
                <c:pt idx="48">
                  <c:v>0.8437104702</c:v>
                </c:pt>
                <c:pt idx="49">
                  <c:v>0.8489141226</c:v>
                </c:pt>
                <c:pt idx="50">
                  <c:v>0.8494498849</c:v>
                </c:pt>
                <c:pt idx="51">
                  <c:v>0.8479944587</c:v>
                </c:pt>
                <c:pt idx="52">
                  <c:v>0.8421373367</c:v>
                </c:pt>
                <c:pt idx="53">
                  <c:v>0.8443998933</c:v>
                </c:pt>
                <c:pt idx="54">
                  <c:v>0.8439497709</c:v>
                </c:pt>
                <c:pt idx="55">
                  <c:v>0.8430330276</c:v>
                </c:pt>
                <c:pt idx="56">
                  <c:v>0.8378162622</c:v>
                </c:pt>
                <c:pt idx="57">
                  <c:v>0.847482425</c:v>
                </c:pt>
                <c:pt idx="58">
                  <c:v>0.8369203687</c:v>
                </c:pt>
                <c:pt idx="59">
                  <c:v>0.8485537887</c:v>
                </c:pt>
                <c:pt idx="60">
                  <c:v>0.844335115</c:v>
                </c:pt>
                <c:pt idx="61">
                  <c:v>0.8465404212</c:v>
                </c:pt>
                <c:pt idx="62">
                  <c:v>0.841081357</c:v>
                </c:pt>
                <c:pt idx="63">
                  <c:v>0.8486343324</c:v>
                </c:pt>
                <c:pt idx="64">
                  <c:v>0.8488058329</c:v>
                </c:pt>
                <c:pt idx="65">
                  <c:v>0.8443877757</c:v>
                </c:pt>
                <c:pt idx="66">
                  <c:v>0.8493315339</c:v>
                </c:pt>
                <c:pt idx="67">
                  <c:v>0.8459169745</c:v>
                </c:pt>
                <c:pt idx="68">
                  <c:v>0.8452807903</c:v>
                </c:pt>
                <c:pt idx="69">
                  <c:v>0.8467778802</c:v>
                </c:pt>
                <c:pt idx="70">
                  <c:v>0.8483054161</c:v>
                </c:pt>
                <c:pt idx="71">
                  <c:v>0.8486928523</c:v>
                </c:pt>
                <c:pt idx="72">
                  <c:v>0.8481128097</c:v>
                </c:pt>
                <c:pt idx="73">
                  <c:v>0.848214823</c:v>
                </c:pt>
                <c:pt idx="74">
                  <c:v>0.8494318724</c:v>
                </c:pt>
                <c:pt idx="75">
                  <c:v>0.8406294465</c:v>
                </c:pt>
                <c:pt idx="76">
                  <c:v>0.8487480044</c:v>
                </c:pt>
                <c:pt idx="77">
                  <c:v>0.8470391989</c:v>
                </c:pt>
                <c:pt idx="78">
                  <c:v>0.8503506422</c:v>
                </c:pt>
                <c:pt idx="79">
                  <c:v>0.8514771461</c:v>
                </c:pt>
                <c:pt idx="80">
                  <c:v>0.8470688462</c:v>
                </c:pt>
                <c:pt idx="81">
                  <c:v>0.8521328807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频带</c:f>
              <c:strCache>
                <c:ptCount val="1"/>
                <c:pt idx="0">
                  <c:v>频带</c:v>
                </c:pt>
              </c:strCache>
            </c:strRef>
          </c:tx>
          <c:spPr>
            <a:ln w="28575" cap="rnd">
              <a:solidFill>
                <a:srgbClr val="FF7F00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0%</c:formatCode>
                <c:ptCount val="82"/>
                <c:pt idx="0">
                  <c:v>0.6188373089</c:v>
                </c:pt>
                <c:pt idx="1">
                  <c:v>0.7435339034</c:v>
                </c:pt>
                <c:pt idx="2">
                  <c:v>0.7654375613</c:v>
                </c:pt>
                <c:pt idx="3">
                  <c:v>0.7553234458</c:v>
                </c:pt>
                <c:pt idx="4">
                  <c:v>0.760755235</c:v>
                </c:pt>
                <c:pt idx="5">
                  <c:v>0.786897856</c:v>
                </c:pt>
                <c:pt idx="6">
                  <c:v>0.7826384187</c:v>
                </c:pt>
                <c:pt idx="7">
                  <c:v>0.8003460526</c:v>
                </c:pt>
                <c:pt idx="8">
                  <c:v>0.7768473268</c:v>
                </c:pt>
                <c:pt idx="9">
                  <c:v>0.7733965397</c:v>
                </c:pt>
                <c:pt idx="10">
                  <c:v>0.7951352358</c:v>
                </c:pt>
                <c:pt idx="11">
                  <c:v>0.8180482328</c:v>
                </c:pt>
                <c:pt idx="12">
                  <c:v>0.8087882757</c:v>
                </c:pt>
                <c:pt idx="13">
                  <c:v>0.8100083947</c:v>
                </c:pt>
                <c:pt idx="14">
                  <c:v>0.812097764</c:v>
                </c:pt>
                <c:pt idx="15">
                  <c:v>0.7717186272</c:v>
                </c:pt>
                <c:pt idx="16">
                  <c:v>0.8186937332</c:v>
                </c:pt>
                <c:pt idx="17">
                  <c:v>0.8021895349</c:v>
                </c:pt>
                <c:pt idx="18">
                  <c:v>0.8139959931</c:v>
                </c:pt>
                <c:pt idx="19">
                  <c:v>0.8107777596</c:v>
                </c:pt>
                <c:pt idx="20">
                  <c:v>0.8143895686</c:v>
                </c:pt>
                <c:pt idx="21">
                  <c:v>0.8215708613</c:v>
                </c:pt>
                <c:pt idx="22">
                  <c:v>0.791797024</c:v>
                </c:pt>
                <c:pt idx="23">
                  <c:v>0.8072008014</c:v>
                </c:pt>
                <c:pt idx="24">
                  <c:v>0.8112389624</c:v>
                </c:pt>
                <c:pt idx="25">
                  <c:v>0.8184645176</c:v>
                </c:pt>
                <c:pt idx="26">
                  <c:v>0.8077818036</c:v>
                </c:pt>
                <c:pt idx="27">
                  <c:v>0.816132766</c:v>
                </c:pt>
                <c:pt idx="28">
                  <c:v>0.7874457538</c:v>
                </c:pt>
                <c:pt idx="29">
                  <c:v>0.8002379894</c:v>
                </c:pt>
                <c:pt idx="30">
                  <c:v>0.8182527363</c:v>
                </c:pt>
                <c:pt idx="31">
                  <c:v>0.8186255991</c:v>
                </c:pt>
                <c:pt idx="32">
                  <c:v>0.8177002728</c:v>
                </c:pt>
                <c:pt idx="33">
                  <c:v>0.8208181143</c:v>
                </c:pt>
                <c:pt idx="34">
                  <c:v>0.8114283085</c:v>
                </c:pt>
                <c:pt idx="35">
                  <c:v>0.8175484776</c:v>
                </c:pt>
                <c:pt idx="36">
                  <c:v>0.8188815475</c:v>
                </c:pt>
                <c:pt idx="37">
                  <c:v>0.8282210529</c:v>
                </c:pt>
                <c:pt idx="38">
                  <c:v>0.8204224229</c:v>
                </c:pt>
                <c:pt idx="39">
                  <c:v>0.8166918218</c:v>
                </c:pt>
                <c:pt idx="40">
                  <c:v>0.8226433694</c:v>
                </c:pt>
                <c:pt idx="41">
                  <c:v>0.8200906575</c:v>
                </c:pt>
                <c:pt idx="42">
                  <c:v>0.8234565318</c:v>
                </c:pt>
                <c:pt idx="43">
                  <c:v>0.8235466361</c:v>
                </c:pt>
                <c:pt idx="44">
                  <c:v>0.8294392288</c:v>
                </c:pt>
                <c:pt idx="45">
                  <c:v>0.8196170509</c:v>
                </c:pt>
                <c:pt idx="46">
                  <c:v>0.8266448498</c:v>
                </c:pt>
                <c:pt idx="47">
                  <c:v>0.8280472219</c:v>
                </c:pt>
                <c:pt idx="48">
                  <c:v>0.819521296</c:v>
                </c:pt>
                <c:pt idx="49">
                  <c:v>0.8276755393</c:v>
                </c:pt>
                <c:pt idx="50">
                  <c:v>0.822717607</c:v>
                </c:pt>
                <c:pt idx="51">
                  <c:v>0.8222877502</c:v>
                </c:pt>
                <c:pt idx="52">
                  <c:v>0.8223150074</c:v>
                </c:pt>
                <c:pt idx="53">
                  <c:v>0.8301484048</c:v>
                </c:pt>
                <c:pt idx="54">
                  <c:v>0.8207435608</c:v>
                </c:pt>
                <c:pt idx="55">
                  <c:v>0.8279178977</c:v>
                </c:pt>
                <c:pt idx="56">
                  <c:v>0.8310441494</c:v>
                </c:pt>
                <c:pt idx="57">
                  <c:v>0.8302443445</c:v>
                </c:pt>
                <c:pt idx="58">
                  <c:v>0.8240436018</c:v>
                </c:pt>
                <c:pt idx="59">
                  <c:v>0.8213232994</c:v>
                </c:pt>
                <c:pt idx="60">
                  <c:v>0.8247794092</c:v>
                </c:pt>
                <c:pt idx="61">
                  <c:v>0.8266888559</c:v>
                </c:pt>
                <c:pt idx="62">
                  <c:v>0.832728076</c:v>
                </c:pt>
                <c:pt idx="63">
                  <c:v>0.8244444489</c:v>
                </c:pt>
                <c:pt idx="64">
                  <c:v>0.8275693715</c:v>
                </c:pt>
                <c:pt idx="65">
                  <c:v>0.8318279445</c:v>
                </c:pt>
                <c:pt idx="66">
                  <c:v>0.8258536041</c:v>
                </c:pt>
                <c:pt idx="67">
                  <c:v>0.8307202756</c:v>
                </c:pt>
                <c:pt idx="68">
                  <c:v>0.8318310976</c:v>
                </c:pt>
                <c:pt idx="69">
                  <c:v>0.8297849178</c:v>
                </c:pt>
                <c:pt idx="70">
                  <c:v>0.8297354698</c:v>
                </c:pt>
                <c:pt idx="71">
                  <c:v>0.8311577678</c:v>
                </c:pt>
                <c:pt idx="72">
                  <c:v>0.8395696282</c:v>
                </c:pt>
                <c:pt idx="73">
                  <c:v>0.8347104073</c:v>
                </c:pt>
                <c:pt idx="74">
                  <c:v>0.8369985759</c:v>
                </c:pt>
                <c:pt idx="75">
                  <c:v>0.8371139824</c:v>
                </c:pt>
                <c:pt idx="76">
                  <c:v>0.8361017525</c:v>
                </c:pt>
                <c:pt idx="77">
                  <c:v>0.8326371849</c:v>
                </c:pt>
                <c:pt idx="78">
                  <c:v>0.8271944702</c:v>
                </c:pt>
                <c:pt idx="79">
                  <c:v>0.8332829714</c:v>
                </c:pt>
                <c:pt idx="80">
                  <c:v>0.835985136</c:v>
                </c:pt>
                <c:pt idx="81">
                  <c:v>0.8282648623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频带＋残差</c:f>
              <c:strCache>
                <c:ptCount val="1"/>
                <c:pt idx="0">
                  <c:v>频带＋残差</c:v>
                </c:pt>
              </c:strCache>
            </c:strRef>
          </c:tx>
          <c:spPr>
            <a:ln w="28575" cap="rnd">
              <a:solidFill>
                <a:srgbClr val="4DAF4A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Data'!$E$2:$E$83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Data'!$F$2:$F$83</c:f>
              <c:numCache>
                <c:formatCode>0%</c:formatCode>
                <c:ptCount val="82"/>
                <c:pt idx="0">
                  <c:v>0.5552947104</c:v>
                </c:pt>
                <c:pt idx="1">
                  <c:v>0.7746385992</c:v>
                </c:pt>
                <c:pt idx="2">
                  <c:v>0.7865448356</c:v>
                </c:pt>
                <c:pt idx="3">
                  <c:v>0.8040058792</c:v>
                </c:pt>
                <c:pt idx="4">
                  <c:v>0.7950867951</c:v>
                </c:pt>
                <c:pt idx="5">
                  <c:v>0.8128363788</c:v>
                </c:pt>
                <c:pt idx="6">
                  <c:v>0.8171652615</c:v>
                </c:pt>
                <c:pt idx="7">
                  <c:v>0.8220735908</c:v>
                </c:pt>
                <c:pt idx="8">
                  <c:v>0.8224270761</c:v>
                </c:pt>
                <c:pt idx="9">
                  <c:v>0.8382072151</c:v>
                </c:pt>
                <c:pt idx="10">
                  <c:v>0.8317980468</c:v>
                </c:pt>
                <c:pt idx="11">
                  <c:v>0.8229953945</c:v>
                </c:pt>
                <c:pt idx="12">
                  <c:v>0.8347805142</c:v>
                </c:pt>
                <c:pt idx="13">
                  <c:v>0.8154232919</c:v>
                </c:pt>
                <c:pt idx="14">
                  <c:v>0.8262521148</c:v>
                </c:pt>
                <c:pt idx="15">
                  <c:v>0.8265269578</c:v>
                </c:pt>
                <c:pt idx="16">
                  <c:v>0.8379772723</c:v>
                </c:pt>
                <c:pt idx="17">
                  <c:v>0.8538932323</c:v>
                </c:pt>
                <c:pt idx="18">
                  <c:v>0.8383874357</c:v>
                </c:pt>
                <c:pt idx="19">
                  <c:v>0.8119914532</c:v>
                </c:pt>
                <c:pt idx="20">
                  <c:v>0.8375941157</c:v>
                </c:pt>
                <c:pt idx="21">
                  <c:v>0.8345456541</c:v>
                </c:pt>
                <c:pt idx="22">
                  <c:v>0.8426361859</c:v>
                </c:pt>
                <c:pt idx="23">
                  <c:v>0.8261318743</c:v>
                </c:pt>
                <c:pt idx="24">
                  <c:v>0.8274991691</c:v>
                </c:pt>
                <c:pt idx="25">
                  <c:v>0.8429240465</c:v>
                </c:pt>
                <c:pt idx="26">
                  <c:v>0.8538986206</c:v>
                </c:pt>
                <c:pt idx="27">
                  <c:v>0.8322406948</c:v>
                </c:pt>
                <c:pt idx="28">
                  <c:v>0.835588336</c:v>
                </c:pt>
                <c:pt idx="29">
                  <c:v>0.8350297153</c:v>
                </c:pt>
                <c:pt idx="30">
                  <c:v>0.8539780617</c:v>
                </c:pt>
                <c:pt idx="31">
                  <c:v>0.8409433961</c:v>
                </c:pt>
                <c:pt idx="32">
                  <c:v>0.8380418241</c:v>
                </c:pt>
                <c:pt idx="33">
                  <c:v>0.8520422995</c:v>
                </c:pt>
                <c:pt idx="34">
                  <c:v>0.843231684</c:v>
                </c:pt>
                <c:pt idx="35">
                  <c:v>0.8303758681</c:v>
                </c:pt>
                <c:pt idx="36">
                  <c:v>0.8539569259</c:v>
                </c:pt>
                <c:pt idx="37">
                  <c:v>0.84194929</c:v>
                </c:pt>
                <c:pt idx="38">
                  <c:v>0.8504002512</c:v>
                </c:pt>
                <c:pt idx="39">
                  <c:v>0.8242513418</c:v>
                </c:pt>
                <c:pt idx="40">
                  <c:v>0.8321767807</c:v>
                </c:pt>
                <c:pt idx="41">
                  <c:v>0.8479987025</c:v>
                </c:pt>
                <c:pt idx="42">
                  <c:v>0.8405857384</c:v>
                </c:pt>
                <c:pt idx="43">
                  <c:v>0.8447801828</c:v>
                </c:pt>
                <c:pt idx="44">
                  <c:v>0.8414311349</c:v>
                </c:pt>
                <c:pt idx="45">
                  <c:v>0.8409455776</c:v>
                </c:pt>
                <c:pt idx="46">
                  <c:v>0.8499309421</c:v>
                </c:pt>
                <c:pt idx="47">
                  <c:v>0.8468426943</c:v>
                </c:pt>
                <c:pt idx="48">
                  <c:v>0.8561159611</c:v>
                </c:pt>
                <c:pt idx="49">
                  <c:v>0.8516538382</c:v>
                </c:pt>
                <c:pt idx="50">
                  <c:v>0.8492075264</c:v>
                </c:pt>
                <c:pt idx="51">
                  <c:v>0.8494969428</c:v>
                </c:pt>
                <c:pt idx="52">
                  <c:v>0.8537432909</c:v>
                </c:pt>
                <c:pt idx="53">
                  <c:v>0.8561425447</c:v>
                </c:pt>
                <c:pt idx="54">
                  <c:v>0.8539655685</c:v>
                </c:pt>
                <c:pt idx="55">
                  <c:v>0.8478086829</c:v>
                </c:pt>
                <c:pt idx="56">
                  <c:v>0.8498815835</c:v>
                </c:pt>
                <c:pt idx="57">
                  <c:v>0.8549683571</c:v>
                </c:pt>
                <c:pt idx="58">
                  <c:v>0.8561296761</c:v>
                </c:pt>
                <c:pt idx="59">
                  <c:v>0.8592918634</c:v>
                </c:pt>
                <c:pt idx="60">
                  <c:v>0.8520125151</c:v>
                </c:pt>
                <c:pt idx="61">
                  <c:v>0.8576981723</c:v>
                </c:pt>
                <c:pt idx="62">
                  <c:v>0.8492786646</c:v>
                </c:pt>
                <c:pt idx="63">
                  <c:v>0.855437088</c:v>
                </c:pt>
                <c:pt idx="64">
                  <c:v>0.8561818779</c:v>
                </c:pt>
                <c:pt idx="65">
                  <c:v>0.8578772128</c:v>
                </c:pt>
                <c:pt idx="66">
                  <c:v>0.85907408</c:v>
                </c:pt>
                <c:pt idx="67">
                  <c:v>0.8518268228</c:v>
                </c:pt>
                <c:pt idx="68">
                  <c:v>0.8542146742</c:v>
                </c:pt>
                <c:pt idx="69">
                  <c:v>0.8569916248</c:v>
                </c:pt>
                <c:pt idx="70">
                  <c:v>0.8560999572</c:v>
                </c:pt>
                <c:pt idx="71">
                  <c:v>0.8546934783</c:v>
                </c:pt>
                <c:pt idx="72">
                  <c:v>0.8564681172</c:v>
                </c:pt>
                <c:pt idx="73">
                  <c:v>0.858486259</c:v>
                </c:pt>
                <c:pt idx="74">
                  <c:v>0.8532357574</c:v>
                </c:pt>
                <c:pt idx="75">
                  <c:v>0.8572788835</c:v>
                </c:pt>
                <c:pt idx="76">
                  <c:v>0.8546361983</c:v>
                </c:pt>
                <c:pt idx="77">
                  <c:v>0.8565314412</c:v>
                </c:pt>
                <c:pt idx="78">
                  <c:v>0.8544441342</c:v>
                </c:pt>
                <c:pt idx="79">
                  <c:v>0.8606125891</c:v>
                </c:pt>
                <c:pt idx="80">
                  <c:v>0.8664163828</c:v>
                </c:pt>
                <c:pt idx="81">
                  <c:v>0.8582108974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82"/>
          <c:min val="1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Epoch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25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  <c:majorUnit val="20"/>
      </c:valAx>
      <c:valAx>
        <c:axId val="48672768"/>
        <c:scaling>
          <c:orientation val="minMax"/>
          <c:max val="0.95"/>
          <c:min val="0.45"/>
        </c:scaling>
        <c:delete val="0"/>
        <c:axPos val="l"/>
        <c:majorGridlines>
          <c:spPr>
            <a:ln w="9525">
              <a:solidFill>
                <a:srgbClr val="DCE5E9"/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  <c:majorUnit val="0.1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5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4bdab6e-4bf4-4ac3-97f4-46757ff7d5d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02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S20 微调</a:t>
            </a:r>
            <a:endParaRPr sz="202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scatterChart>
        <c:scatterStyle val="line"/>
        <c:varyColors val="0"/>
        <c:ser>
          <c:idx val="0"/>
          <c:order val="0"/>
          <c:tx>
            <c:strRef>
              <c:f>Baseline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rnd">
              <a:solidFill>
                <a:srgbClr val="377EB8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0.6027540445</c:v>
                </c:pt>
                <c:pt idx="1">
                  <c:v>0.6042692006</c:v>
                </c:pt>
                <c:pt idx="2">
                  <c:v>0.6058821082</c:v>
                </c:pt>
                <c:pt idx="3">
                  <c:v>0.6058821082</c:v>
                </c:pt>
                <c:pt idx="4">
                  <c:v>0.6058821082</c:v>
                </c:pt>
                <c:pt idx="5">
                  <c:v>0.6058821082</c:v>
                </c:pt>
                <c:pt idx="6">
                  <c:v>0.6089655995</c:v>
                </c:pt>
                <c:pt idx="7">
                  <c:v>0.6089655995</c:v>
                </c:pt>
                <c:pt idx="8">
                  <c:v>0.610552901</c:v>
                </c:pt>
                <c:pt idx="9">
                  <c:v>0.6090823114</c:v>
                </c:pt>
                <c:pt idx="10">
                  <c:v>0.6090823114</c:v>
                </c:pt>
                <c:pt idx="11">
                  <c:v>0.6090823114</c:v>
                </c:pt>
                <c:pt idx="12">
                  <c:v>0.6090823114</c:v>
                </c:pt>
                <c:pt idx="13">
                  <c:v>0.6105974615</c:v>
                </c:pt>
                <c:pt idx="14">
                  <c:v>0.6122103631</c:v>
                </c:pt>
                <c:pt idx="15">
                  <c:v>0.6122103631</c:v>
                </c:pt>
                <c:pt idx="16">
                  <c:v>0.6122103631</c:v>
                </c:pt>
                <c:pt idx="17">
                  <c:v>0.6138232648</c:v>
                </c:pt>
                <c:pt idx="18">
                  <c:v>0.6138232648</c:v>
                </c:pt>
                <c:pt idx="19">
                  <c:v>0.6138232648</c:v>
                </c:pt>
                <c:pt idx="20">
                  <c:v>0.6105974615</c:v>
                </c:pt>
                <c:pt idx="21">
                  <c:v>0.6105974615</c:v>
                </c:pt>
                <c:pt idx="22">
                  <c:v>0.6105974615</c:v>
                </c:pt>
                <c:pt idx="23">
                  <c:v>0.6105974615</c:v>
                </c:pt>
                <c:pt idx="24">
                  <c:v>0.6121359229</c:v>
                </c:pt>
                <c:pt idx="25">
                  <c:v>0.6121359229</c:v>
                </c:pt>
                <c:pt idx="26">
                  <c:v>0.612278235</c:v>
                </c:pt>
                <c:pt idx="27">
                  <c:v>0.6154039979</c:v>
                </c:pt>
                <c:pt idx="28">
                  <c:v>0.6154039979</c:v>
                </c:pt>
                <c:pt idx="29">
                  <c:v>0.6154039979</c:v>
                </c:pt>
                <c:pt idx="30">
                  <c:v>0.6154039979</c:v>
                </c:pt>
                <c:pt idx="31">
                  <c:v>0.6154039979</c:v>
                </c:pt>
                <c:pt idx="32">
                  <c:v>0.6154039979</c:v>
                </c:pt>
                <c:pt idx="33">
                  <c:v>0.6154039979</c:v>
                </c:pt>
                <c:pt idx="34">
                  <c:v>0.6154039979</c:v>
                </c:pt>
                <c:pt idx="35">
                  <c:v>0.6137910962</c:v>
                </c:pt>
                <c:pt idx="36">
                  <c:v>0.6152616858</c:v>
                </c:pt>
                <c:pt idx="37">
                  <c:v>0.6152616858</c:v>
                </c:pt>
                <c:pt idx="38">
                  <c:v>0.6152616858</c:v>
                </c:pt>
                <c:pt idx="39">
                  <c:v>0.6136743844</c:v>
                </c:pt>
                <c:pt idx="40">
                  <c:v>0.6152616858</c:v>
                </c:pt>
                <c:pt idx="41">
                  <c:v>0.6152616858</c:v>
                </c:pt>
                <c:pt idx="42">
                  <c:v>0.6168745875</c:v>
                </c:pt>
                <c:pt idx="43">
                  <c:v>0.6168745875</c:v>
                </c:pt>
                <c:pt idx="44">
                  <c:v>0.6168745875</c:v>
                </c:pt>
                <c:pt idx="45">
                  <c:v>0.6168745875</c:v>
                </c:pt>
                <c:pt idx="46">
                  <c:v>0.6168745875</c:v>
                </c:pt>
                <c:pt idx="47">
                  <c:v>0.6183897376</c:v>
                </c:pt>
                <c:pt idx="48">
                  <c:v>0.6200026393</c:v>
                </c:pt>
                <c:pt idx="49">
                  <c:v>0.6183897376</c:v>
                </c:pt>
                <c:pt idx="50">
                  <c:v>0.6183897376</c:v>
                </c:pt>
                <c:pt idx="51">
                  <c:v>0.6167768359</c:v>
                </c:pt>
                <c:pt idx="52">
                  <c:v>0.6167768359</c:v>
                </c:pt>
                <c:pt idx="53">
                  <c:v>0.6167768359</c:v>
                </c:pt>
                <c:pt idx="54">
                  <c:v>0.6183897376</c:v>
                </c:pt>
                <c:pt idx="55">
                  <c:v>0.6183897376</c:v>
                </c:pt>
                <c:pt idx="56">
                  <c:v>0.6183897376</c:v>
                </c:pt>
                <c:pt idx="57">
                  <c:v>0.6183897376</c:v>
                </c:pt>
                <c:pt idx="58">
                  <c:v>0.6183897376</c:v>
                </c:pt>
                <c:pt idx="59">
                  <c:v>0.6183897376</c:v>
                </c:pt>
                <c:pt idx="60">
                  <c:v>0.6183897376</c:v>
                </c:pt>
                <c:pt idx="61">
                  <c:v>0.6198603213</c:v>
                </c:pt>
                <c:pt idx="62">
                  <c:v>0.6198603213</c:v>
                </c:pt>
                <c:pt idx="63">
                  <c:v>0.6183897316</c:v>
                </c:pt>
                <c:pt idx="64">
                  <c:v>0.6183897316</c:v>
                </c:pt>
                <c:pt idx="65">
                  <c:v>0.6183897316</c:v>
                </c:pt>
                <c:pt idx="66">
                  <c:v>0.6183897316</c:v>
                </c:pt>
                <c:pt idx="67">
                  <c:v>0.6183897316</c:v>
                </c:pt>
                <c:pt idx="68">
                  <c:v>0.6183897316</c:v>
                </c:pt>
                <c:pt idx="69">
                  <c:v>0.6183897316</c:v>
                </c:pt>
                <c:pt idx="70">
                  <c:v>0.6183897316</c:v>
                </c:pt>
                <c:pt idx="71">
                  <c:v>0.6183897316</c:v>
                </c:pt>
                <c:pt idx="72">
                  <c:v>0.6183897316</c:v>
                </c:pt>
                <c:pt idx="73">
                  <c:v>0.6183897316</c:v>
                </c:pt>
                <c:pt idx="74">
                  <c:v>0.6183897316</c:v>
                </c:pt>
                <c:pt idx="75">
                  <c:v>0.6183897316</c:v>
                </c:pt>
                <c:pt idx="76">
                  <c:v>0.6183897316</c:v>
                </c:pt>
                <c:pt idx="77">
                  <c:v>0.6183897316</c:v>
                </c:pt>
                <c:pt idx="78">
                  <c:v>0.6183897316</c:v>
                </c:pt>
                <c:pt idx="79">
                  <c:v>0.6183897316</c:v>
                </c:pt>
                <c:pt idx="80">
                  <c:v>0.6183897316</c:v>
                </c:pt>
                <c:pt idx="81">
                  <c:v>0.61677683</c:v>
                </c:pt>
                <c:pt idx="82">
                  <c:v>0.61677683</c:v>
                </c:pt>
                <c:pt idx="83">
                  <c:v>0.61677683</c:v>
                </c:pt>
                <c:pt idx="84">
                  <c:v>0.61677683</c:v>
                </c:pt>
                <c:pt idx="85">
                  <c:v>0.6183897316</c:v>
                </c:pt>
                <c:pt idx="86">
                  <c:v>0.6183897316</c:v>
                </c:pt>
                <c:pt idx="87">
                  <c:v>0.6183897316</c:v>
                </c:pt>
                <c:pt idx="88">
                  <c:v>0.6183897316</c:v>
                </c:pt>
                <c:pt idx="89">
                  <c:v>0.6199281931</c:v>
                </c:pt>
                <c:pt idx="90">
                  <c:v>0.6199281931</c:v>
                </c:pt>
                <c:pt idx="91">
                  <c:v>0.6183152914</c:v>
                </c:pt>
                <c:pt idx="92">
                  <c:v>0.6183152914</c:v>
                </c:pt>
                <c:pt idx="93">
                  <c:v>0.6183152914</c:v>
                </c:pt>
                <c:pt idx="94">
                  <c:v>0.6183152914</c:v>
                </c:pt>
                <c:pt idx="95">
                  <c:v>0.6183152914</c:v>
                </c:pt>
                <c:pt idx="96">
                  <c:v>0.6183152914</c:v>
                </c:pt>
                <c:pt idx="97">
                  <c:v>0.619785881</c:v>
                </c:pt>
                <c:pt idx="98">
                  <c:v>0.619785881</c:v>
                </c:pt>
                <c:pt idx="99">
                  <c:v>0.619785881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频带</c:f>
              <c:strCache>
                <c:ptCount val="1"/>
                <c:pt idx="0">
                  <c:v>频带</c:v>
                </c:pt>
              </c:strCache>
            </c:strRef>
          </c:tx>
          <c:spPr>
            <a:ln w="28575" cap="rnd">
              <a:solidFill>
                <a:srgbClr val="FF7F00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0.5851902962</c:v>
                </c:pt>
                <c:pt idx="1">
                  <c:v>0.5836518347</c:v>
                </c:pt>
                <c:pt idx="2">
                  <c:v>0.5851224214</c:v>
                </c:pt>
                <c:pt idx="3">
                  <c:v>0.5865930051</c:v>
                </c:pt>
                <c:pt idx="4">
                  <c:v>0.5850545436</c:v>
                </c:pt>
                <c:pt idx="5">
                  <c:v>0.5835160822</c:v>
                </c:pt>
                <c:pt idx="6">
                  <c:v>0.5835160822</c:v>
                </c:pt>
                <c:pt idx="7">
                  <c:v>0.5866441339</c:v>
                </c:pt>
                <c:pt idx="8">
                  <c:v>0.5851056725</c:v>
                </c:pt>
                <c:pt idx="9">
                  <c:v>0.5866441339</c:v>
                </c:pt>
                <c:pt idx="10">
                  <c:v>0.5881825954</c:v>
                </c:pt>
                <c:pt idx="11">
                  <c:v>0.5897210568</c:v>
                </c:pt>
                <c:pt idx="12">
                  <c:v>0.5913339645</c:v>
                </c:pt>
                <c:pt idx="13">
                  <c:v>0.5912660927</c:v>
                </c:pt>
                <c:pt idx="14">
                  <c:v>0.589653185</c:v>
                </c:pt>
                <c:pt idx="15">
                  <c:v>0.5880402774</c:v>
                </c:pt>
                <c:pt idx="16">
                  <c:v>0.5834862024</c:v>
                </c:pt>
                <c:pt idx="17">
                  <c:v>0.5834862024</c:v>
                </c:pt>
                <c:pt idx="18">
                  <c:v>0.5818733007</c:v>
                </c:pt>
                <c:pt idx="19">
                  <c:v>0.580402711</c:v>
                </c:pt>
                <c:pt idx="20">
                  <c:v>0.5771769077</c:v>
                </c:pt>
                <c:pt idx="21">
                  <c:v>0.5771024644</c:v>
                </c:pt>
                <c:pt idx="22">
                  <c:v>0.5707931697</c:v>
                </c:pt>
                <c:pt idx="23">
                  <c:v>0.5674696088</c:v>
                </c:pt>
                <c:pt idx="24">
                  <c:v>0.5689401984</c:v>
                </c:pt>
                <c:pt idx="25">
                  <c:v>0.5689401984</c:v>
                </c:pt>
                <c:pt idx="26">
                  <c:v>0.5720236897</c:v>
                </c:pt>
                <c:pt idx="27">
                  <c:v>0.5704107881</c:v>
                </c:pt>
                <c:pt idx="28">
                  <c:v>0.5703363478</c:v>
                </c:pt>
                <c:pt idx="29">
                  <c:v>0.5703363478</c:v>
                </c:pt>
                <c:pt idx="30">
                  <c:v>0.5718748093</c:v>
                </c:pt>
                <c:pt idx="31">
                  <c:v>0.573487711</c:v>
                </c:pt>
                <c:pt idx="32">
                  <c:v>0.5751006126</c:v>
                </c:pt>
                <c:pt idx="33">
                  <c:v>0.5751006126</c:v>
                </c:pt>
                <c:pt idx="34">
                  <c:v>0.5735133111</c:v>
                </c:pt>
                <c:pt idx="35">
                  <c:v>0.5767391205</c:v>
                </c:pt>
                <c:pt idx="36">
                  <c:v>0.5767391205</c:v>
                </c:pt>
                <c:pt idx="37">
                  <c:v>0.5783520222</c:v>
                </c:pt>
                <c:pt idx="38">
                  <c:v>0.5814355075</c:v>
                </c:pt>
                <c:pt idx="39">
                  <c:v>0.5798226058</c:v>
                </c:pt>
                <c:pt idx="40">
                  <c:v>0.5814355075</c:v>
                </c:pt>
                <c:pt idx="41">
                  <c:v>0.5799649179</c:v>
                </c:pt>
                <c:pt idx="42">
                  <c:v>0.5830484092</c:v>
                </c:pt>
                <c:pt idx="43">
                  <c:v>0.5814355075</c:v>
                </c:pt>
                <c:pt idx="44">
                  <c:v>0.5845190048</c:v>
                </c:pt>
                <c:pt idx="45">
                  <c:v>0.5877448082</c:v>
                </c:pt>
                <c:pt idx="46">
                  <c:v>0.5892832696</c:v>
                </c:pt>
                <c:pt idx="47">
                  <c:v>0.5892832696</c:v>
                </c:pt>
                <c:pt idx="48">
                  <c:v>0.587670368</c:v>
                </c:pt>
                <c:pt idx="49">
                  <c:v>0.587670368</c:v>
                </c:pt>
                <c:pt idx="50">
                  <c:v>0.587670368</c:v>
                </c:pt>
                <c:pt idx="51">
                  <c:v>0.587670368</c:v>
                </c:pt>
                <c:pt idx="52">
                  <c:v>0.5892832696</c:v>
                </c:pt>
                <c:pt idx="53">
                  <c:v>0.5892832696</c:v>
                </c:pt>
                <c:pt idx="54">
                  <c:v>0.5892832696</c:v>
                </c:pt>
                <c:pt idx="55">
                  <c:v>0.5907984197</c:v>
                </c:pt>
                <c:pt idx="56">
                  <c:v>0.594024229</c:v>
                </c:pt>
                <c:pt idx="57">
                  <c:v>0.5924113214</c:v>
                </c:pt>
                <c:pt idx="58">
                  <c:v>0.5939497828</c:v>
                </c:pt>
                <c:pt idx="59">
                  <c:v>0.5954203725</c:v>
                </c:pt>
                <c:pt idx="60">
                  <c:v>0.5954203725</c:v>
                </c:pt>
                <c:pt idx="61">
                  <c:v>0.5968909621</c:v>
                </c:pt>
                <c:pt idx="62">
                  <c:v>0.5985038698</c:v>
                </c:pt>
                <c:pt idx="63">
                  <c:v>0.6016552329</c:v>
                </c:pt>
                <c:pt idx="64">
                  <c:v>0.6031936944</c:v>
                </c:pt>
                <c:pt idx="65">
                  <c:v>0.6031638205</c:v>
                </c:pt>
                <c:pt idx="66">
                  <c:v>0.6016486645</c:v>
                </c:pt>
                <c:pt idx="67">
                  <c:v>0.6016486645</c:v>
                </c:pt>
                <c:pt idx="68">
                  <c:v>0.6064873695</c:v>
                </c:pt>
                <c:pt idx="69">
                  <c:v>0.6048744678</c:v>
                </c:pt>
                <c:pt idx="70">
                  <c:v>0.6079280853</c:v>
                </c:pt>
                <c:pt idx="71">
                  <c:v>0.611056143</c:v>
                </c:pt>
                <c:pt idx="72">
                  <c:v>0.611056143</c:v>
                </c:pt>
                <c:pt idx="73">
                  <c:v>0.6094432354</c:v>
                </c:pt>
                <c:pt idx="74">
                  <c:v>0.607904774</c:v>
                </c:pt>
                <c:pt idx="75">
                  <c:v>0.6065086246</c:v>
                </c:pt>
                <c:pt idx="76">
                  <c:v>0.608047086</c:v>
                </c:pt>
                <c:pt idx="77">
                  <c:v>0.6096599877</c:v>
                </c:pt>
                <c:pt idx="78">
                  <c:v>0.6096599877</c:v>
                </c:pt>
                <c:pt idx="79">
                  <c:v>0.6096366763</c:v>
                </c:pt>
                <c:pt idx="80">
                  <c:v>0.6111751378</c:v>
                </c:pt>
                <c:pt idx="81">
                  <c:v>0.606553185</c:v>
                </c:pt>
                <c:pt idx="82">
                  <c:v>0.6080916464</c:v>
                </c:pt>
                <c:pt idx="83">
                  <c:v>0.6096301079</c:v>
                </c:pt>
                <c:pt idx="84">
                  <c:v>0.6096301079</c:v>
                </c:pt>
                <c:pt idx="85">
                  <c:v>0.6111685693</c:v>
                </c:pt>
                <c:pt idx="86">
                  <c:v>0.6111685693</c:v>
                </c:pt>
                <c:pt idx="87">
                  <c:v>0.6126837194</c:v>
                </c:pt>
                <c:pt idx="88">
                  <c:v>0.614154309</c:v>
                </c:pt>
                <c:pt idx="89">
                  <c:v>0.614154309</c:v>
                </c:pt>
                <c:pt idx="90">
                  <c:v>0.6126158476</c:v>
                </c:pt>
                <c:pt idx="91">
                  <c:v>0.6140864372</c:v>
                </c:pt>
                <c:pt idx="92">
                  <c:v>0.6140864372</c:v>
                </c:pt>
                <c:pt idx="93">
                  <c:v>0.6155570269</c:v>
                </c:pt>
                <c:pt idx="94">
                  <c:v>0.6155570269</c:v>
                </c:pt>
                <c:pt idx="95">
                  <c:v>0.6155570269</c:v>
                </c:pt>
                <c:pt idx="96">
                  <c:v>0.6155570269</c:v>
                </c:pt>
                <c:pt idx="97">
                  <c:v>0.6171699286</c:v>
                </c:pt>
                <c:pt idx="98">
                  <c:v>0.6171699286</c:v>
                </c:pt>
                <c:pt idx="99">
                  <c:v>0.6171699286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频带＋残差</c:f>
              <c:strCache>
                <c:ptCount val="1"/>
                <c:pt idx="0">
                  <c:v>频带＋残差</c:v>
                </c:pt>
              </c:strCache>
            </c:strRef>
          </c:tx>
          <c:spPr>
            <a:ln w="28575" cap="rnd">
              <a:solidFill>
                <a:srgbClr val="4DAF4A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0.6076730251</c:v>
                </c:pt>
                <c:pt idx="1">
                  <c:v>0.6106820762</c:v>
                </c:pt>
                <c:pt idx="2">
                  <c:v>0.6106820762</c:v>
                </c:pt>
                <c:pt idx="3">
                  <c:v>0.6122693777</c:v>
                </c:pt>
                <c:pt idx="4">
                  <c:v>0.610798794</c:v>
                </c:pt>
                <c:pt idx="5">
                  <c:v>0.610798794</c:v>
                </c:pt>
                <c:pt idx="6">
                  <c:v>0.610798794</c:v>
                </c:pt>
                <c:pt idx="7">
                  <c:v>0.610798794</c:v>
                </c:pt>
                <c:pt idx="8">
                  <c:v>0.6123860955</c:v>
                </c:pt>
                <c:pt idx="9">
                  <c:v>0.6154695809</c:v>
                </c:pt>
                <c:pt idx="10">
                  <c:v>0.6170080423</c:v>
                </c:pt>
                <c:pt idx="11">
                  <c:v>0.61862095</c:v>
                </c:pt>
                <c:pt idx="12">
                  <c:v>0.6170336485</c:v>
                </c:pt>
                <c:pt idx="13">
                  <c:v>0.6170336485</c:v>
                </c:pt>
                <c:pt idx="14">
                  <c:v>0.6185042322</c:v>
                </c:pt>
                <c:pt idx="15">
                  <c:v>0.6169169307</c:v>
                </c:pt>
                <c:pt idx="16">
                  <c:v>0.6169169307</c:v>
                </c:pt>
                <c:pt idx="17">
                  <c:v>0.6185042322</c:v>
                </c:pt>
                <c:pt idx="18">
                  <c:v>0.6200915337</c:v>
                </c:pt>
                <c:pt idx="19">
                  <c:v>0.6185530722</c:v>
                </c:pt>
                <c:pt idx="20">
                  <c:v>0.6200682223</c:v>
                </c:pt>
                <c:pt idx="21">
                  <c:v>0.6215833664</c:v>
                </c:pt>
                <c:pt idx="22">
                  <c:v>0.6200682163</c:v>
                </c:pt>
                <c:pt idx="23">
                  <c:v>0.6201403677</c:v>
                </c:pt>
                <c:pt idx="24">
                  <c:v>0.6231706679</c:v>
                </c:pt>
                <c:pt idx="25">
                  <c:v>0.6231706679</c:v>
                </c:pt>
                <c:pt idx="26">
                  <c:v>0.6231706679</c:v>
                </c:pt>
                <c:pt idx="27">
                  <c:v>0.6247835755</c:v>
                </c:pt>
                <c:pt idx="28">
                  <c:v>0.624855727</c:v>
                </c:pt>
                <c:pt idx="29">
                  <c:v>0.6264430285</c:v>
                </c:pt>
                <c:pt idx="30">
                  <c:v>0.6279581785</c:v>
                </c:pt>
                <c:pt idx="31">
                  <c:v>0.6294733286</c:v>
                </c:pt>
                <c:pt idx="32">
                  <c:v>0.6278604209</c:v>
                </c:pt>
                <c:pt idx="33">
                  <c:v>0.6278604209</c:v>
                </c:pt>
                <c:pt idx="34">
                  <c:v>0.6278604209</c:v>
                </c:pt>
                <c:pt idx="35">
                  <c:v>0.6278115809</c:v>
                </c:pt>
                <c:pt idx="36">
                  <c:v>0.6278115809</c:v>
                </c:pt>
                <c:pt idx="37">
                  <c:v>0.6278115809</c:v>
                </c:pt>
                <c:pt idx="38">
                  <c:v>0.6278115809</c:v>
                </c:pt>
                <c:pt idx="39">
                  <c:v>0.6278115809</c:v>
                </c:pt>
                <c:pt idx="40">
                  <c:v>0.6263409972</c:v>
                </c:pt>
                <c:pt idx="41">
                  <c:v>0.6263409972</c:v>
                </c:pt>
                <c:pt idx="42">
                  <c:v>0.6279282987</c:v>
                </c:pt>
                <c:pt idx="43">
                  <c:v>0.6279282987</c:v>
                </c:pt>
                <c:pt idx="44">
                  <c:v>0.6279282987</c:v>
                </c:pt>
                <c:pt idx="45">
                  <c:v>0.6279282987</c:v>
                </c:pt>
                <c:pt idx="46">
                  <c:v>0.6279282987</c:v>
                </c:pt>
                <c:pt idx="47">
                  <c:v>0.6279282987</c:v>
                </c:pt>
                <c:pt idx="48">
                  <c:v>0.6279282987</c:v>
                </c:pt>
                <c:pt idx="49">
                  <c:v>0.6309373498</c:v>
                </c:pt>
                <c:pt idx="50">
                  <c:v>0.631011796</c:v>
                </c:pt>
                <c:pt idx="51">
                  <c:v>0.631011796</c:v>
                </c:pt>
                <c:pt idx="52">
                  <c:v>0.631011796</c:v>
                </c:pt>
                <c:pt idx="53">
                  <c:v>0.631011796</c:v>
                </c:pt>
                <c:pt idx="54">
                  <c:v>0.6326247036</c:v>
                </c:pt>
                <c:pt idx="55">
                  <c:v>0.6326247036</c:v>
                </c:pt>
                <c:pt idx="56">
                  <c:v>0.6326247036</c:v>
                </c:pt>
                <c:pt idx="57">
                  <c:v>0.6326247036</c:v>
                </c:pt>
                <c:pt idx="58">
                  <c:v>0.6326247036</c:v>
                </c:pt>
                <c:pt idx="59">
                  <c:v>0.631011796</c:v>
                </c:pt>
                <c:pt idx="60">
                  <c:v>0.632526952</c:v>
                </c:pt>
                <c:pt idx="61">
                  <c:v>0.631011796</c:v>
                </c:pt>
                <c:pt idx="62">
                  <c:v>0.631011796</c:v>
                </c:pt>
                <c:pt idx="63">
                  <c:v>0.631011796</c:v>
                </c:pt>
                <c:pt idx="64">
                  <c:v>0.631011796</c:v>
                </c:pt>
                <c:pt idx="65">
                  <c:v>0.631011796</c:v>
                </c:pt>
                <c:pt idx="66">
                  <c:v>0.6325990975</c:v>
                </c:pt>
                <c:pt idx="67">
                  <c:v>0.6325990975</c:v>
                </c:pt>
                <c:pt idx="68">
                  <c:v>0.6340696812</c:v>
                </c:pt>
                <c:pt idx="69">
                  <c:v>0.6340696812</c:v>
                </c:pt>
                <c:pt idx="70">
                  <c:v>0.6323400617</c:v>
                </c:pt>
                <c:pt idx="71">
                  <c:v>0.6323400617</c:v>
                </c:pt>
                <c:pt idx="72">
                  <c:v>0.6338552177</c:v>
                </c:pt>
                <c:pt idx="73">
                  <c:v>0.6354425192</c:v>
                </c:pt>
                <c:pt idx="74">
                  <c:v>0.6353979528</c:v>
                </c:pt>
                <c:pt idx="75">
                  <c:v>0.6354957044</c:v>
                </c:pt>
                <c:pt idx="76">
                  <c:v>0.6354957044</c:v>
                </c:pt>
                <c:pt idx="77">
                  <c:v>0.6354957044</c:v>
                </c:pt>
                <c:pt idx="78">
                  <c:v>0.6354957044</c:v>
                </c:pt>
                <c:pt idx="79">
                  <c:v>0.6340251207</c:v>
                </c:pt>
                <c:pt idx="80">
                  <c:v>0.6340251207</c:v>
                </c:pt>
                <c:pt idx="81">
                  <c:v>0.6340251207</c:v>
                </c:pt>
                <c:pt idx="82">
                  <c:v>0.6354957044</c:v>
                </c:pt>
                <c:pt idx="83">
                  <c:v>0.6354957044</c:v>
                </c:pt>
                <c:pt idx="84">
                  <c:v>0.6370108545</c:v>
                </c:pt>
                <c:pt idx="85">
                  <c:v>0.6370108545</c:v>
                </c:pt>
                <c:pt idx="86">
                  <c:v>0.6370108545</c:v>
                </c:pt>
                <c:pt idx="87">
                  <c:v>0.6370108545</c:v>
                </c:pt>
                <c:pt idx="88">
                  <c:v>0.6370108545</c:v>
                </c:pt>
                <c:pt idx="89">
                  <c:v>0.6386427224</c:v>
                </c:pt>
                <c:pt idx="90">
                  <c:v>0.6386427224</c:v>
                </c:pt>
                <c:pt idx="91">
                  <c:v>0.6417262137</c:v>
                </c:pt>
                <c:pt idx="92">
                  <c:v>0.6417262137</c:v>
                </c:pt>
                <c:pt idx="93">
                  <c:v>0.6402110577</c:v>
                </c:pt>
                <c:pt idx="94">
                  <c:v>0.6418239594</c:v>
                </c:pt>
                <c:pt idx="95">
                  <c:v>0.6418239594</c:v>
                </c:pt>
                <c:pt idx="96">
                  <c:v>0.6417495191</c:v>
                </c:pt>
                <c:pt idx="97">
                  <c:v>0.6401366174</c:v>
                </c:pt>
                <c:pt idx="98">
                  <c:v>0.6417495191</c:v>
                </c:pt>
                <c:pt idx="99">
                  <c:v>0.6402110577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100"/>
          <c:min val="1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Epoch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25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  <c:majorUnit val="20"/>
      </c:valAx>
      <c:valAx>
        <c:axId val="48672768"/>
        <c:scaling>
          <c:orientation val="minMax"/>
          <c:max val="0.75"/>
          <c:min val="0.5"/>
        </c:scaling>
        <c:delete val="0"/>
        <c:axPos val="l"/>
        <c:majorGridlines>
          <c:spPr>
            <a:ln w="9525">
              <a:solidFill>
                <a:srgbClr val="DCE5E9"/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  <c:majorUnit val="0.1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5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11ab25d-f438-4f8c-8965-ec7d46fa198d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02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S01/S02/S05 预训练</a:t>
            </a:r>
            <a:endParaRPr sz="202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scatterChart>
        <c:scatterStyle val="line"/>
        <c:varyColors val="0"/>
        <c:ser>
          <c:idx val="0"/>
          <c:order val="0"/>
          <c:tx>
            <c:strRef>
              <c:f>Baseline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rnd">
              <a:solidFill>
                <a:srgbClr val="377EB8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Data'!$B$2:$B$83</c:f>
              <c:numCache>
                <c:formatCode>0.0</c:formatCode>
                <c:ptCount val="82"/>
                <c:pt idx="0">
                  <c:v>0.6782177627</c:v>
                </c:pt>
                <c:pt idx="1">
                  <c:v>0.545559305</c:v>
                </c:pt>
                <c:pt idx="2">
                  <c:v>0.5478700131</c:v>
                </c:pt>
                <c:pt idx="3">
                  <c:v>0.49881697</c:v>
                </c:pt>
                <c:pt idx="4">
                  <c:v>0.5243764877</c:v>
                </c:pt>
                <c:pt idx="5">
                  <c:v>0.5306652933</c:v>
                </c:pt>
                <c:pt idx="6">
                  <c:v>0.5556283355</c:v>
                </c:pt>
                <c:pt idx="7">
                  <c:v>0.5493757546</c:v>
                </c:pt>
                <c:pt idx="8">
                  <c:v>0.555735746</c:v>
                </c:pt>
                <c:pt idx="9">
                  <c:v>0.5657900572</c:v>
                </c:pt>
                <c:pt idx="10">
                  <c:v>0.5814473301</c:v>
                </c:pt>
                <c:pt idx="11">
                  <c:v>0.5884258389</c:v>
                </c:pt>
                <c:pt idx="12">
                  <c:v>0.5563270122</c:v>
                </c:pt>
                <c:pt idx="13">
                  <c:v>0.5494984388</c:v>
                </c:pt>
                <c:pt idx="14">
                  <c:v>0.5775760651</c:v>
                </c:pt>
                <c:pt idx="15">
                  <c:v>0.545570004</c:v>
                </c:pt>
                <c:pt idx="16">
                  <c:v>0.5699132681</c:v>
                </c:pt>
                <c:pt idx="17">
                  <c:v>0.5774911821</c:v>
                </c:pt>
                <c:pt idx="18">
                  <c:v>0.5667101979</c:v>
                </c:pt>
                <c:pt idx="19">
                  <c:v>0.5655035794</c:v>
                </c:pt>
                <c:pt idx="20">
                  <c:v>0.5459958375</c:v>
                </c:pt>
                <c:pt idx="21">
                  <c:v>0.556182915</c:v>
                </c:pt>
                <c:pt idx="22">
                  <c:v>0.5983026862</c:v>
                </c:pt>
                <c:pt idx="23">
                  <c:v>0.5499786258</c:v>
                </c:pt>
                <c:pt idx="24">
                  <c:v>0.6205775678</c:v>
                </c:pt>
                <c:pt idx="25">
                  <c:v>0.5556594163</c:v>
                </c:pt>
                <c:pt idx="26">
                  <c:v>0.5386719525</c:v>
                </c:pt>
                <c:pt idx="27">
                  <c:v>0.5754726291</c:v>
                </c:pt>
                <c:pt idx="28">
                  <c:v>0.5761433691</c:v>
                </c:pt>
                <c:pt idx="29">
                  <c:v>0.5699719727</c:v>
                </c:pt>
                <c:pt idx="30">
                  <c:v>0.592567265</c:v>
                </c:pt>
                <c:pt idx="31">
                  <c:v>0.569486469</c:v>
                </c:pt>
                <c:pt idx="32">
                  <c:v>0.5536850303</c:v>
                </c:pt>
                <c:pt idx="33">
                  <c:v>0.5522793114</c:v>
                </c:pt>
                <c:pt idx="34">
                  <c:v>0.5675624549</c:v>
                </c:pt>
                <c:pt idx="35">
                  <c:v>0.5508128405</c:v>
                </c:pt>
                <c:pt idx="36">
                  <c:v>0.5673284054</c:v>
                </c:pt>
                <c:pt idx="37">
                  <c:v>0.5406593084</c:v>
                </c:pt>
                <c:pt idx="38">
                  <c:v>0.5769675851</c:v>
                </c:pt>
                <c:pt idx="39">
                  <c:v>0.5390459329</c:v>
                </c:pt>
                <c:pt idx="40">
                  <c:v>0.5566673756</c:v>
                </c:pt>
                <c:pt idx="41">
                  <c:v>0.5447769701</c:v>
                </c:pt>
                <c:pt idx="42">
                  <c:v>0.5526739955</c:v>
                </c:pt>
                <c:pt idx="43">
                  <c:v>0.5552222371</c:v>
                </c:pt>
                <c:pt idx="44">
                  <c:v>0.5579867512</c:v>
                </c:pt>
                <c:pt idx="45">
                  <c:v>0.5439993739</c:v>
                </c:pt>
                <c:pt idx="46">
                  <c:v>0.5421551675</c:v>
                </c:pt>
                <c:pt idx="47">
                  <c:v>0.5579513967</c:v>
                </c:pt>
                <c:pt idx="48">
                  <c:v>0.5579238653</c:v>
                </c:pt>
                <c:pt idx="49">
                  <c:v>0.5463565171</c:v>
                </c:pt>
                <c:pt idx="50">
                  <c:v>0.5470208108</c:v>
                </c:pt>
                <c:pt idx="51">
                  <c:v>0.5450254887</c:v>
                </c:pt>
                <c:pt idx="52">
                  <c:v>0.5665412247</c:v>
                </c:pt>
                <c:pt idx="53">
                  <c:v>0.5641783834</c:v>
                </c:pt>
                <c:pt idx="54">
                  <c:v>0.5560897559</c:v>
                </c:pt>
                <c:pt idx="55">
                  <c:v>0.557044214</c:v>
                </c:pt>
                <c:pt idx="56">
                  <c:v>0.5773992419</c:v>
                </c:pt>
                <c:pt idx="57">
                  <c:v>0.547198239</c:v>
                </c:pt>
                <c:pt idx="58">
                  <c:v>0.5757227957</c:v>
                </c:pt>
                <c:pt idx="59">
                  <c:v>0.5521831334</c:v>
                </c:pt>
                <c:pt idx="60">
                  <c:v>0.5573107421</c:v>
                </c:pt>
                <c:pt idx="61">
                  <c:v>0.5558173299</c:v>
                </c:pt>
                <c:pt idx="62">
                  <c:v>0.570223254</c:v>
                </c:pt>
                <c:pt idx="63">
                  <c:v>0.551225692</c:v>
                </c:pt>
                <c:pt idx="64">
                  <c:v>0.5501975715</c:v>
                </c:pt>
                <c:pt idx="65">
                  <c:v>0.5637881756</c:v>
                </c:pt>
                <c:pt idx="66">
                  <c:v>0.549451077</c:v>
                </c:pt>
                <c:pt idx="67">
                  <c:v>0.5605811656</c:v>
                </c:pt>
                <c:pt idx="68">
                  <c:v>0.5625464261</c:v>
                </c:pt>
                <c:pt idx="69">
                  <c:v>0.5648692369</c:v>
                </c:pt>
                <c:pt idx="70">
                  <c:v>0.5595745564</c:v>
                </c:pt>
                <c:pt idx="71">
                  <c:v>0.5576913118</c:v>
                </c:pt>
                <c:pt idx="72">
                  <c:v>0.5595314503</c:v>
                </c:pt>
                <c:pt idx="73">
                  <c:v>0.5603666127</c:v>
                </c:pt>
                <c:pt idx="74">
                  <c:v>0.5574185669</c:v>
                </c:pt>
                <c:pt idx="75">
                  <c:v>0.582084161</c:v>
                </c:pt>
                <c:pt idx="76">
                  <c:v>0.5590626597</c:v>
                </c:pt>
                <c:pt idx="77">
                  <c:v>0.5634148598</c:v>
                </c:pt>
                <c:pt idx="78">
                  <c:v>0.5539992452</c:v>
                </c:pt>
                <c:pt idx="79">
                  <c:v>0.5494671971</c:v>
                </c:pt>
                <c:pt idx="80">
                  <c:v>0.5592729151</c:v>
                </c:pt>
                <c:pt idx="81">
                  <c:v>0.5525585592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频带</c:f>
              <c:strCache>
                <c:ptCount val="1"/>
                <c:pt idx="0">
                  <c:v>频带</c:v>
                </c:pt>
              </c:strCache>
            </c:strRef>
          </c:tx>
          <c:spPr>
            <a:ln w="28575" cap="rnd">
              <a:solidFill>
                <a:srgbClr val="FF7F00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0.0</c:formatCode>
                <c:ptCount val="82"/>
                <c:pt idx="0">
                  <c:v>0.6560387731</c:v>
                </c:pt>
                <c:pt idx="1">
                  <c:v>0.5941880763</c:v>
                </c:pt>
                <c:pt idx="2">
                  <c:v>0.6084476918</c:v>
                </c:pt>
                <c:pt idx="3">
                  <c:v>0.6566274285</c:v>
                </c:pt>
                <c:pt idx="4">
                  <c:v>0.6857889414</c:v>
                </c:pt>
                <c:pt idx="5">
                  <c:v>0.6077231348</c:v>
                </c:pt>
                <c:pt idx="6">
                  <c:v>0.6431283951</c:v>
                </c:pt>
                <c:pt idx="7">
                  <c:v>0.6007418036</c:v>
                </c:pt>
                <c:pt idx="8">
                  <c:v>0.6708909988</c:v>
                </c:pt>
                <c:pt idx="9">
                  <c:v>0.6790895939</c:v>
                </c:pt>
                <c:pt idx="10">
                  <c:v>0.6325535059</c:v>
                </c:pt>
                <c:pt idx="11">
                  <c:v>0.5715263546</c:v>
                </c:pt>
                <c:pt idx="12">
                  <c:v>0.5974348336</c:v>
                </c:pt>
                <c:pt idx="13">
                  <c:v>0.5973157704</c:v>
                </c:pt>
                <c:pt idx="14">
                  <c:v>0.5955881774</c:v>
                </c:pt>
                <c:pt idx="15">
                  <c:v>0.7118426979</c:v>
                </c:pt>
                <c:pt idx="16">
                  <c:v>0.5862123817</c:v>
                </c:pt>
                <c:pt idx="17">
                  <c:v>0.6324808717</c:v>
                </c:pt>
                <c:pt idx="18">
                  <c:v>0.5926875144</c:v>
                </c:pt>
                <c:pt idx="19">
                  <c:v>0.6057678878</c:v>
                </c:pt>
                <c:pt idx="20">
                  <c:v>0.5935009956</c:v>
                </c:pt>
                <c:pt idx="21">
                  <c:v>0.5749960393</c:v>
                </c:pt>
                <c:pt idx="22">
                  <c:v>0.6504770935</c:v>
                </c:pt>
                <c:pt idx="23">
                  <c:v>0.613877368</c:v>
                </c:pt>
                <c:pt idx="24">
                  <c:v>0.5978034049</c:v>
                </c:pt>
                <c:pt idx="25">
                  <c:v>0.589561379</c:v>
                </c:pt>
                <c:pt idx="26">
                  <c:v>0.6111244261</c:v>
                </c:pt>
                <c:pt idx="27">
                  <c:v>0.6034093261</c:v>
                </c:pt>
                <c:pt idx="28">
                  <c:v>0.6548584223</c:v>
                </c:pt>
                <c:pt idx="29">
                  <c:v>0.6332086921</c:v>
                </c:pt>
                <c:pt idx="30">
                  <c:v>0.5887366652</c:v>
                </c:pt>
                <c:pt idx="31">
                  <c:v>0.591772607</c:v>
                </c:pt>
                <c:pt idx="32">
                  <c:v>0.5919182301</c:v>
                </c:pt>
                <c:pt idx="33">
                  <c:v>0.5803872764</c:v>
                </c:pt>
                <c:pt idx="34">
                  <c:v>0.6078261495</c:v>
                </c:pt>
                <c:pt idx="35">
                  <c:v>0.6027429342</c:v>
                </c:pt>
                <c:pt idx="36">
                  <c:v>0.5857879281</c:v>
                </c:pt>
                <c:pt idx="37">
                  <c:v>0.5682075173</c:v>
                </c:pt>
                <c:pt idx="38">
                  <c:v>0.5934310794</c:v>
                </c:pt>
                <c:pt idx="39">
                  <c:v>0.5982052505</c:v>
                </c:pt>
                <c:pt idx="40">
                  <c:v>0.5878062427</c:v>
                </c:pt>
                <c:pt idx="41">
                  <c:v>0.5931123614</c:v>
                </c:pt>
                <c:pt idx="42">
                  <c:v>0.5905447423</c:v>
                </c:pt>
                <c:pt idx="43">
                  <c:v>0.5874087095</c:v>
                </c:pt>
                <c:pt idx="44">
                  <c:v>0.5748113275</c:v>
                </c:pt>
                <c:pt idx="45">
                  <c:v>0.6071412385</c:v>
                </c:pt>
                <c:pt idx="46">
                  <c:v>0.5868249297</c:v>
                </c:pt>
                <c:pt idx="47">
                  <c:v>0.5753011882</c:v>
                </c:pt>
                <c:pt idx="48">
                  <c:v>0.5963332176</c:v>
                </c:pt>
                <c:pt idx="49">
                  <c:v>0.5897655249</c:v>
                </c:pt>
                <c:pt idx="50">
                  <c:v>0.594175005</c:v>
                </c:pt>
                <c:pt idx="51">
                  <c:v>0.5967990935</c:v>
                </c:pt>
                <c:pt idx="52">
                  <c:v>0.5951444983</c:v>
                </c:pt>
                <c:pt idx="53">
                  <c:v>0.5739383698</c:v>
                </c:pt>
                <c:pt idx="54">
                  <c:v>0.6077885091</c:v>
                </c:pt>
                <c:pt idx="55">
                  <c:v>0.5822482675</c:v>
                </c:pt>
                <c:pt idx="56">
                  <c:v>0.5775883496</c:v>
                </c:pt>
                <c:pt idx="57">
                  <c:v>0.5711833596</c:v>
                </c:pt>
                <c:pt idx="58">
                  <c:v>0.5862772107</c:v>
                </c:pt>
                <c:pt idx="59">
                  <c:v>0.5958004713</c:v>
                </c:pt>
                <c:pt idx="60">
                  <c:v>0.5832705319</c:v>
                </c:pt>
                <c:pt idx="61">
                  <c:v>0.5835784078</c:v>
                </c:pt>
                <c:pt idx="62">
                  <c:v>0.574003467</c:v>
                </c:pt>
                <c:pt idx="63">
                  <c:v>0.6012757063</c:v>
                </c:pt>
                <c:pt idx="64">
                  <c:v>0.5887066722</c:v>
                </c:pt>
                <c:pt idx="65">
                  <c:v>0.5767090023</c:v>
                </c:pt>
                <c:pt idx="66">
                  <c:v>0.587369746</c:v>
                </c:pt>
                <c:pt idx="67">
                  <c:v>0.5799857318</c:v>
                </c:pt>
                <c:pt idx="68">
                  <c:v>0.5789843589</c:v>
                </c:pt>
                <c:pt idx="69">
                  <c:v>0.5835763574</c:v>
                </c:pt>
                <c:pt idx="70">
                  <c:v>0.5863304079</c:v>
                </c:pt>
                <c:pt idx="71">
                  <c:v>0.5836525798</c:v>
                </c:pt>
                <c:pt idx="72">
                  <c:v>0.5693136394</c:v>
                </c:pt>
                <c:pt idx="73">
                  <c:v>0.5719699562</c:v>
                </c:pt>
                <c:pt idx="74">
                  <c:v>0.5714243174</c:v>
                </c:pt>
                <c:pt idx="75">
                  <c:v>0.5667201579</c:v>
                </c:pt>
                <c:pt idx="76">
                  <c:v>0.5708689928</c:v>
                </c:pt>
                <c:pt idx="77">
                  <c:v>0.582784301</c:v>
                </c:pt>
                <c:pt idx="78">
                  <c:v>0.5970115483</c:v>
                </c:pt>
                <c:pt idx="79">
                  <c:v>0.583937937</c:v>
                </c:pt>
                <c:pt idx="80">
                  <c:v>0.5754612684</c:v>
                </c:pt>
                <c:pt idx="81">
                  <c:v>0.5956794918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频带＋残差</c:f>
              <c:strCache>
                <c:ptCount val="1"/>
                <c:pt idx="0">
                  <c:v>频带＋残差</c:v>
                </c:pt>
              </c:strCache>
            </c:strRef>
          </c:tx>
          <c:spPr>
            <a:ln w="28575" cap="rnd">
              <a:solidFill>
                <a:srgbClr val="4DAF4A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Data'!$E$2:$E$83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Data'!$F$2:$F$83</c:f>
              <c:numCache>
                <c:formatCode>0.0</c:formatCode>
                <c:ptCount val="82"/>
                <c:pt idx="0">
                  <c:v>0.6930999339</c:v>
                </c:pt>
                <c:pt idx="1">
                  <c:v>0.5350755394</c:v>
                </c:pt>
                <c:pt idx="2">
                  <c:v>0.5695905209</c:v>
                </c:pt>
                <c:pt idx="3">
                  <c:v>0.5498932779</c:v>
                </c:pt>
                <c:pt idx="4">
                  <c:v>0.5974633306</c:v>
                </c:pt>
                <c:pt idx="5">
                  <c:v>0.5608065128</c:v>
                </c:pt>
                <c:pt idx="6">
                  <c:v>0.569628495</c:v>
                </c:pt>
                <c:pt idx="7">
                  <c:v>0.568391642</c:v>
                </c:pt>
                <c:pt idx="8">
                  <c:v>0.5743751317</c:v>
                </c:pt>
                <c:pt idx="9">
                  <c:v>0.5348528773</c:v>
                </c:pt>
                <c:pt idx="10">
                  <c:v>0.5589302301</c:v>
                </c:pt>
                <c:pt idx="11">
                  <c:v>0.5868439943</c:v>
                </c:pt>
                <c:pt idx="12">
                  <c:v>0.5513904721</c:v>
                </c:pt>
                <c:pt idx="13">
                  <c:v>0.6082157463</c:v>
                </c:pt>
                <c:pt idx="14">
                  <c:v>0.5788350791</c:v>
                </c:pt>
                <c:pt idx="15">
                  <c:v>0.5755259812</c:v>
                </c:pt>
                <c:pt idx="16">
                  <c:v>0.5512169778</c:v>
                </c:pt>
                <c:pt idx="17">
                  <c:v>0.5107856095</c:v>
                </c:pt>
                <c:pt idx="18">
                  <c:v>0.5464889348</c:v>
                </c:pt>
                <c:pt idx="19">
                  <c:v>0.6230820447</c:v>
                </c:pt>
                <c:pt idx="20">
                  <c:v>0.5494939595</c:v>
                </c:pt>
                <c:pt idx="21">
                  <c:v>0.5575360805</c:v>
                </c:pt>
                <c:pt idx="22">
                  <c:v>0.5381827652</c:v>
                </c:pt>
                <c:pt idx="23">
                  <c:v>0.5748131424</c:v>
                </c:pt>
                <c:pt idx="24">
                  <c:v>0.5813146293</c:v>
                </c:pt>
                <c:pt idx="25">
                  <c:v>0.5341532201</c:v>
                </c:pt>
                <c:pt idx="26">
                  <c:v>0.5122821748</c:v>
                </c:pt>
                <c:pt idx="27">
                  <c:v>0.5728549778</c:v>
                </c:pt>
                <c:pt idx="28">
                  <c:v>0.5614752591</c:v>
                </c:pt>
                <c:pt idx="29">
                  <c:v>0.5595113397</c:v>
                </c:pt>
                <c:pt idx="30">
                  <c:v>0.5194469482</c:v>
                </c:pt>
                <c:pt idx="31">
                  <c:v>0.5392285556</c:v>
                </c:pt>
                <c:pt idx="32">
                  <c:v>0.5495746195</c:v>
                </c:pt>
                <c:pt idx="33">
                  <c:v>0.518684718</c:v>
                </c:pt>
                <c:pt idx="34">
                  <c:v>0.5407164276</c:v>
                </c:pt>
                <c:pt idx="35">
                  <c:v>0.5717870265</c:v>
                </c:pt>
                <c:pt idx="36">
                  <c:v>0.5208774626</c:v>
                </c:pt>
                <c:pt idx="37">
                  <c:v>0.543236652</c:v>
                </c:pt>
                <c:pt idx="38">
                  <c:v>0.5327095062</c:v>
                </c:pt>
                <c:pt idx="39">
                  <c:v>0.5845562577</c:v>
                </c:pt>
                <c:pt idx="40">
                  <c:v>0.5674016356</c:v>
                </c:pt>
                <c:pt idx="41">
                  <c:v>0.533985123</c:v>
                </c:pt>
                <c:pt idx="42">
                  <c:v>0.5571641952</c:v>
                </c:pt>
                <c:pt idx="43">
                  <c:v>0.5420399308</c:v>
                </c:pt>
                <c:pt idx="44">
                  <c:v>0.5503556132</c:v>
                </c:pt>
                <c:pt idx="45">
                  <c:v>0.5564528048</c:v>
                </c:pt>
                <c:pt idx="46">
                  <c:v>0.5316541016</c:v>
                </c:pt>
                <c:pt idx="47">
                  <c:v>0.541853717</c:v>
                </c:pt>
                <c:pt idx="48">
                  <c:v>0.5167814553</c:v>
                </c:pt>
                <c:pt idx="49">
                  <c:v>0.5259235919</c:v>
                </c:pt>
                <c:pt idx="50">
                  <c:v>0.5294878304</c:v>
                </c:pt>
                <c:pt idx="51">
                  <c:v>0.5295143872</c:v>
                </c:pt>
                <c:pt idx="52">
                  <c:v>0.5196541578</c:v>
                </c:pt>
                <c:pt idx="53">
                  <c:v>0.5166990757</c:v>
                </c:pt>
                <c:pt idx="54">
                  <c:v>0.5279327124</c:v>
                </c:pt>
                <c:pt idx="55">
                  <c:v>0.5413741142</c:v>
                </c:pt>
                <c:pt idx="56">
                  <c:v>0.5345396012</c:v>
                </c:pt>
                <c:pt idx="57">
                  <c:v>0.5228386551</c:v>
                </c:pt>
                <c:pt idx="58">
                  <c:v>0.5221503615</c:v>
                </c:pt>
                <c:pt idx="59">
                  <c:v>0.5181358039</c:v>
                </c:pt>
                <c:pt idx="60">
                  <c:v>0.5315762162</c:v>
                </c:pt>
                <c:pt idx="61">
                  <c:v>0.5195272177</c:v>
                </c:pt>
                <c:pt idx="62">
                  <c:v>0.5401218206</c:v>
                </c:pt>
                <c:pt idx="63">
                  <c:v>0.5273776114</c:v>
                </c:pt>
                <c:pt idx="64">
                  <c:v>0.5234888047</c:v>
                </c:pt>
                <c:pt idx="65">
                  <c:v>0.5217385769</c:v>
                </c:pt>
                <c:pt idx="66">
                  <c:v>0.5208252341</c:v>
                </c:pt>
                <c:pt idx="67">
                  <c:v>0.5324291945</c:v>
                </c:pt>
                <c:pt idx="68">
                  <c:v>0.5313993633</c:v>
                </c:pt>
                <c:pt idx="69">
                  <c:v>0.5237856984</c:v>
                </c:pt>
                <c:pt idx="70">
                  <c:v>0.5291065603</c:v>
                </c:pt>
                <c:pt idx="71">
                  <c:v>0.529996264</c:v>
                </c:pt>
                <c:pt idx="72">
                  <c:v>0.5299840659</c:v>
                </c:pt>
                <c:pt idx="73">
                  <c:v>0.5221584767</c:v>
                </c:pt>
                <c:pt idx="74">
                  <c:v>0.5343311906</c:v>
                </c:pt>
                <c:pt idx="75">
                  <c:v>0.5239563674</c:v>
                </c:pt>
                <c:pt idx="76">
                  <c:v>0.5305180639</c:v>
                </c:pt>
                <c:pt idx="77">
                  <c:v>0.529001236</c:v>
                </c:pt>
                <c:pt idx="78">
                  <c:v>0.5315296233</c:v>
                </c:pt>
                <c:pt idx="79">
                  <c:v>0.5194775403</c:v>
                </c:pt>
                <c:pt idx="80">
                  <c:v>0.497288993</c:v>
                </c:pt>
                <c:pt idx="81">
                  <c:v>0.5232031792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82"/>
          <c:min val="1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Epoch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25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  <c:majorUnit val="20"/>
      </c:valAx>
      <c:valAx>
        <c:axId val="48672768"/>
        <c:scaling>
          <c:orientation val="minMax"/>
          <c:max val="1"/>
          <c:min val="0.3"/>
        </c:scaling>
        <c:delete val="0"/>
        <c:axPos val="l"/>
        <c:majorGridlines>
          <c:spPr>
            <a:ln w="9525">
              <a:solidFill>
                <a:srgbClr val="DCE5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  <c:majorUnit val="0.2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5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7f780a4-5747-475b-82bf-dc2a45dd58ad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02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S20 微调</a:t>
            </a:r>
            <a:endParaRPr sz="202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scatterChart>
        <c:scatterStyle val="line"/>
        <c:varyColors val="0"/>
        <c:ser>
          <c:idx val="0"/>
          <c:order val="0"/>
          <c:tx>
            <c:strRef>
              <c:f>Baseline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rnd">
              <a:solidFill>
                <a:srgbClr val="377EB8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1.0447991192</c:v>
                </c:pt>
                <c:pt idx="1">
                  <c:v>1.0065238833</c:v>
                </c:pt>
                <c:pt idx="2">
                  <c:v>0.9716697097</c:v>
                </c:pt>
                <c:pt idx="3">
                  <c:v>0.9398947239</c:v>
                </c:pt>
                <c:pt idx="4">
                  <c:v>0.9111675978</c:v>
                </c:pt>
                <c:pt idx="5">
                  <c:v>0.8853499532</c:v>
                </c:pt>
                <c:pt idx="6">
                  <c:v>0.8627324641</c:v>
                </c:pt>
                <c:pt idx="7">
                  <c:v>0.8427799523</c:v>
                </c:pt>
                <c:pt idx="8">
                  <c:v>0.8253795922</c:v>
                </c:pt>
                <c:pt idx="9">
                  <c:v>0.8094456315</c:v>
                </c:pt>
                <c:pt idx="10">
                  <c:v>0.7952052176</c:v>
                </c:pt>
                <c:pt idx="11">
                  <c:v>0.7827523112</c:v>
                </c:pt>
                <c:pt idx="12">
                  <c:v>0.7717693567</c:v>
                </c:pt>
                <c:pt idx="13">
                  <c:v>0.7619920731</c:v>
                </c:pt>
                <c:pt idx="14">
                  <c:v>0.7534870863</c:v>
                </c:pt>
                <c:pt idx="15">
                  <c:v>0.7459291399</c:v>
                </c:pt>
                <c:pt idx="16">
                  <c:v>0.7387069702</c:v>
                </c:pt>
                <c:pt idx="17">
                  <c:v>0.7320489526</c:v>
                </c:pt>
                <c:pt idx="18">
                  <c:v>0.725979197</c:v>
                </c:pt>
                <c:pt idx="19">
                  <c:v>0.7204731464</c:v>
                </c:pt>
                <c:pt idx="20">
                  <c:v>0.715527612</c:v>
                </c:pt>
                <c:pt idx="21">
                  <c:v>0.7108351111</c:v>
                </c:pt>
                <c:pt idx="22">
                  <c:v>0.706703341</c:v>
                </c:pt>
                <c:pt idx="23">
                  <c:v>0.7030714393</c:v>
                </c:pt>
                <c:pt idx="24">
                  <c:v>0.6997483909</c:v>
                </c:pt>
                <c:pt idx="25">
                  <c:v>0.6965989411</c:v>
                </c:pt>
                <c:pt idx="26">
                  <c:v>0.693859607</c:v>
                </c:pt>
                <c:pt idx="27">
                  <c:v>0.6914026737</c:v>
                </c:pt>
                <c:pt idx="28">
                  <c:v>0.6891997397</c:v>
                </c:pt>
                <c:pt idx="29">
                  <c:v>0.6871051192</c:v>
                </c:pt>
                <c:pt idx="30">
                  <c:v>0.6850615144</c:v>
                </c:pt>
                <c:pt idx="31">
                  <c:v>0.6833150625</c:v>
                </c:pt>
                <c:pt idx="32">
                  <c:v>0.6818854749</c:v>
                </c:pt>
                <c:pt idx="33">
                  <c:v>0.6806318521</c:v>
                </c:pt>
                <c:pt idx="34">
                  <c:v>0.6795576811</c:v>
                </c:pt>
                <c:pt idx="35">
                  <c:v>0.6783116817</c:v>
                </c:pt>
                <c:pt idx="36">
                  <c:v>0.6773423254</c:v>
                </c:pt>
                <c:pt idx="37">
                  <c:v>0.6764328659</c:v>
                </c:pt>
                <c:pt idx="38">
                  <c:v>0.6756262779</c:v>
                </c:pt>
                <c:pt idx="39">
                  <c:v>0.6748712361</c:v>
                </c:pt>
                <c:pt idx="40">
                  <c:v>0.6741984248</c:v>
                </c:pt>
                <c:pt idx="41">
                  <c:v>0.6736315846</c:v>
                </c:pt>
                <c:pt idx="42">
                  <c:v>0.6730972886</c:v>
                </c:pt>
                <c:pt idx="43">
                  <c:v>0.6726471961</c:v>
                </c:pt>
                <c:pt idx="44">
                  <c:v>0.6722808123</c:v>
                </c:pt>
                <c:pt idx="45">
                  <c:v>0.6720398843</c:v>
                </c:pt>
                <c:pt idx="46">
                  <c:v>0.6716996193</c:v>
                </c:pt>
                <c:pt idx="47">
                  <c:v>0.671321696</c:v>
                </c:pt>
                <c:pt idx="48">
                  <c:v>0.6707856476</c:v>
                </c:pt>
                <c:pt idx="49">
                  <c:v>0.6702734947</c:v>
                </c:pt>
                <c:pt idx="50">
                  <c:v>0.6699095011</c:v>
                </c:pt>
                <c:pt idx="51">
                  <c:v>0.6694806278</c:v>
                </c:pt>
                <c:pt idx="52">
                  <c:v>0.6689866483</c:v>
                </c:pt>
                <c:pt idx="53">
                  <c:v>0.6685351789</c:v>
                </c:pt>
                <c:pt idx="54">
                  <c:v>0.6681623757</c:v>
                </c:pt>
                <c:pt idx="55">
                  <c:v>0.6678745329</c:v>
                </c:pt>
                <c:pt idx="56">
                  <c:v>0.6675971508</c:v>
                </c:pt>
                <c:pt idx="57">
                  <c:v>0.6673624575</c:v>
                </c:pt>
                <c:pt idx="58">
                  <c:v>0.6669797838</c:v>
                </c:pt>
                <c:pt idx="59">
                  <c:v>0.6666350603</c:v>
                </c:pt>
                <c:pt idx="60">
                  <c:v>0.6663839877</c:v>
                </c:pt>
                <c:pt idx="61">
                  <c:v>0.6661889255</c:v>
                </c:pt>
                <c:pt idx="62">
                  <c:v>0.6660897493</c:v>
                </c:pt>
                <c:pt idx="63">
                  <c:v>0.6660588026</c:v>
                </c:pt>
                <c:pt idx="64">
                  <c:v>0.6659440637</c:v>
                </c:pt>
                <c:pt idx="65">
                  <c:v>0.6658319056</c:v>
                </c:pt>
                <c:pt idx="66">
                  <c:v>0.6656046987</c:v>
                </c:pt>
                <c:pt idx="67">
                  <c:v>0.6654879987</c:v>
                </c:pt>
                <c:pt idx="68">
                  <c:v>0.6654942214</c:v>
                </c:pt>
                <c:pt idx="69">
                  <c:v>0.6653976738</c:v>
                </c:pt>
                <c:pt idx="70">
                  <c:v>0.6651750803</c:v>
                </c:pt>
                <c:pt idx="71">
                  <c:v>0.6649361491</c:v>
                </c:pt>
                <c:pt idx="72">
                  <c:v>0.6646529853</c:v>
                </c:pt>
                <c:pt idx="73">
                  <c:v>0.6644078851</c:v>
                </c:pt>
                <c:pt idx="74">
                  <c:v>0.6643108964</c:v>
                </c:pt>
                <c:pt idx="75">
                  <c:v>0.6641733646</c:v>
                </c:pt>
                <c:pt idx="76">
                  <c:v>0.6641271472</c:v>
                </c:pt>
                <c:pt idx="77">
                  <c:v>0.6638343215</c:v>
                </c:pt>
                <c:pt idx="78">
                  <c:v>0.6636402786</c:v>
                </c:pt>
                <c:pt idx="79">
                  <c:v>0.663592273</c:v>
                </c:pt>
                <c:pt idx="80">
                  <c:v>0.663500303</c:v>
                </c:pt>
                <c:pt idx="81">
                  <c:v>0.6634291291</c:v>
                </c:pt>
                <c:pt idx="82">
                  <c:v>0.6633066535</c:v>
                </c:pt>
                <c:pt idx="83">
                  <c:v>0.6630726278</c:v>
                </c:pt>
                <c:pt idx="84">
                  <c:v>0.6629122674</c:v>
                </c:pt>
                <c:pt idx="85">
                  <c:v>0.6627409816</c:v>
                </c:pt>
                <c:pt idx="86">
                  <c:v>0.662596482</c:v>
                </c:pt>
                <c:pt idx="87">
                  <c:v>0.662376219</c:v>
                </c:pt>
                <c:pt idx="88">
                  <c:v>0.6622897923</c:v>
                </c:pt>
                <c:pt idx="89">
                  <c:v>0.6621335268</c:v>
                </c:pt>
                <c:pt idx="90">
                  <c:v>0.6619815886</c:v>
                </c:pt>
                <c:pt idx="91">
                  <c:v>0.6617523253</c:v>
                </c:pt>
                <c:pt idx="92">
                  <c:v>0.6615443587</c:v>
                </c:pt>
                <c:pt idx="93">
                  <c:v>0.6613579452</c:v>
                </c:pt>
                <c:pt idx="94">
                  <c:v>0.6611806929</c:v>
                </c:pt>
                <c:pt idx="95">
                  <c:v>0.6610115469</c:v>
                </c:pt>
                <c:pt idx="96">
                  <c:v>0.660842526</c:v>
                </c:pt>
                <c:pt idx="97">
                  <c:v>0.660704118</c:v>
                </c:pt>
                <c:pt idx="98">
                  <c:v>0.6606155992</c:v>
                </c:pt>
                <c:pt idx="99">
                  <c:v>0.660538739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频带</c:f>
              <c:strCache>
                <c:ptCount val="1"/>
                <c:pt idx="0">
                  <c:v>频带</c:v>
                </c:pt>
              </c:strCache>
            </c:strRef>
          </c:tx>
          <c:spPr>
            <a:ln w="28575" cap="rnd">
              <a:solidFill>
                <a:srgbClr val="FF7F00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</c:formatCode>
                <c:ptCount val="100"/>
                <c:pt idx="0">
                  <c:v>1.1026010454</c:v>
                </c:pt>
                <c:pt idx="1">
                  <c:v>1.0585037708</c:v>
                </c:pt>
                <c:pt idx="2">
                  <c:v>1.0188101351</c:v>
                </c:pt>
                <c:pt idx="3">
                  <c:v>0.9825963378</c:v>
                </c:pt>
                <c:pt idx="4">
                  <c:v>0.9502698243</c:v>
                </c:pt>
                <c:pt idx="5">
                  <c:v>0.9220011532</c:v>
                </c:pt>
                <c:pt idx="6">
                  <c:v>0.8967166841</c:v>
                </c:pt>
                <c:pt idx="7">
                  <c:v>0.8740328431</c:v>
                </c:pt>
                <c:pt idx="8">
                  <c:v>0.8545091748</c:v>
                </c:pt>
                <c:pt idx="9">
                  <c:v>0.8373365521</c:v>
                </c:pt>
                <c:pt idx="10">
                  <c:v>0.8227790058</c:v>
                </c:pt>
                <c:pt idx="11">
                  <c:v>0.8102817833</c:v>
                </c:pt>
                <c:pt idx="12">
                  <c:v>0.799518609</c:v>
                </c:pt>
                <c:pt idx="13">
                  <c:v>0.7896434784</c:v>
                </c:pt>
                <c:pt idx="14">
                  <c:v>0.7809358001</c:v>
                </c:pt>
                <c:pt idx="15">
                  <c:v>0.7731704116</c:v>
                </c:pt>
                <c:pt idx="16">
                  <c:v>0.7662976444</c:v>
                </c:pt>
                <c:pt idx="17">
                  <c:v>0.7601384878</c:v>
                </c:pt>
                <c:pt idx="18">
                  <c:v>0.7544833302</c:v>
                </c:pt>
                <c:pt idx="19">
                  <c:v>0.7493577182</c:v>
                </c:pt>
                <c:pt idx="20">
                  <c:v>0.7448135793</c:v>
                </c:pt>
                <c:pt idx="21">
                  <c:v>0.7407020569</c:v>
                </c:pt>
                <c:pt idx="22">
                  <c:v>0.7369255722</c:v>
                </c:pt>
                <c:pt idx="23">
                  <c:v>0.7335843921</c:v>
                </c:pt>
                <c:pt idx="24">
                  <c:v>0.7305361629</c:v>
                </c:pt>
                <c:pt idx="25">
                  <c:v>0.727763176</c:v>
                </c:pt>
                <c:pt idx="26">
                  <c:v>0.7250638902</c:v>
                </c:pt>
                <c:pt idx="27">
                  <c:v>0.7224623084</c:v>
                </c:pt>
                <c:pt idx="28">
                  <c:v>0.7199377537</c:v>
                </c:pt>
                <c:pt idx="29">
                  <c:v>0.7176784456</c:v>
                </c:pt>
                <c:pt idx="30">
                  <c:v>0.7155426145</c:v>
                </c:pt>
                <c:pt idx="31">
                  <c:v>0.7136410415</c:v>
                </c:pt>
                <c:pt idx="32">
                  <c:v>0.7118782818</c:v>
                </c:pt>
                <c:pt idx="33">
                  <c:v>0.7101587892</c:v>
                </c:pt>
                <c:pt idx="34">
                  <c:v>0.7085220456</c:v>
                </c:pt>
                <c:pt idx="35">
                  <c:v>0.7070245922</c:v>
                </c:pt>
                <c:pt idx="36">
                  <c:v>0.7055838883</c:v>
                </c:pt>
                <c:pt idx="37">
                  <c:v>0.704229486</c:v>
                </c:pt>
                <c:pt idx="38">
                  <c:v>0.7028170049</c:v>
                </c:pt>
                <c:pt idx="39">
                  <c:v>0.7016123295</c:v>
                </c:pt>
                <c:pt idx="40">
                  <c:v>0.700555706</c:v>
                </c:pt>
                <c:pt idx="41">
                  <c:v>0.6995943666</c:v>
                </c:pt>
                <c:pt idx="42">
                  <c:v>0.6985595047</c:v>
                </c:pt>
                <c:pt idx="43">
                  <c:v>0.6976767182</c:v>
                </c:pt>
                <c:pt idx="44">
                  <c:v>0.6967360079</c:v>
                </c:pt>
                <c:pt idx="45">
                  <c:v>0.6956917524</c:v>
                </c:pt>
                <c:pt idx="46">
                  <c:v>0.6948020041</c:v>
                </c:pt>
                <c:pt idx="47">
                  <c:v>0.6939073622</c:v>
                </c:pt>
                <c:pt idx="48">
                  <c:v>0.6930719674</c:v>
                </c:pt>
                <c:pt idx="49">
                  <c:v>0.692234093</c:v>
                </c:pt>
                <c:pt idx="50">
                  <c:v>0.6916470528</c:v>
                </c:pt>
                <c:pt idx="51">
                  <c:v>0.6910295546</c:v>
                </c:pt>
                <c:pt idx="52">
                  <c:v>0.6904076815</c:v>
                </c:pt>
                <c:pt idx="53">
                  <c:v>0.6896305263</c:v>
                </c:pt>
                <c:pt idx="54">
                  <c:v>0.6889463544</c:v>
                </c:pt>
                <c:pt idx="55">
                  <c:v>0.6882473707</c:v>
                </c:pt>
                <c:pt idx="56">
                  <c:v>0.6875240982</c:v>
                </c:pt>
                <c:pt idx="57">
                  <c:v>0.6867914617</c:v>
                </c:pt>
                <c:pt idx="58">
                  <c:v>0.6861618161</c:v>
                </c:pt>
                <c:pt idx="59">
                  <c:v>0.6856728256</c:v>
                </c:pt>
                <c:pt idx="60">
                  <c:v>0.6852410018</c:v>
                </c:pt>
                <c:pt idx="61">
                  <c:v>0.6848446369</c:v>
                </c:pt>
                <c:pt idx="62">
                  <c:v>0.6843717217</c:v>
                </c:pt>
                <c:pt idx="63">
                  <c:v>0.6838884294</c:v>
                </c:pt>
                <c:pt idx="64">
                  <c:v>0.6834129214</c:v>
                </c:pt>
                <c:pt idx="65">
                  <c:v>0.6830281913</c:v>
                </c:pt>
                <c:pt idx="66">
                  <c:v>0.6825711787</c:v>
                </c:pt>
                <c:pt idx="67">
                  <c:v>0.6821370304</c:v>
                </c:pt>
                <c:pt idx="68">
                  <c:v>0.6816464245</c:v>
                </c:pt>
                <c:pt idx="69">
                  <c:v>0.6812164783</c:v>
                </c:pt>
                <c:pt idx="70">
                  <c:v>0.6808225214</c:v>
                </c:pt>
                <c:pt idx="71">
                  <c:v>0.6803185225</c:v>
                </c:pt>
                <c:pt idx="72">
                  <c:v>0.6798413217</c:v>
                </c:pt>
                <c:pt idx="73">
                  <c:v>0.6794919014</c:v>
                </c:pt>
                <c:pt idx="74">
                  <c:v>0.6790958285</c:v>
                </c:pt>
                <c:pt idx="75">
                  <c:v>0.6787612915</c:v>
                </c:pt>
                <c:pt idx="76">
                  <c:v>0.6784399271</c:v>
                </c:pt>
                <c:pt idx="77">
                  <c:v>0.6780374229</c:v>
                </c:pt>
                <c:pt idx="78">
                  <c:v>0.6776159406</c:v>
                </c:pt>
                <c:pt idx="79">
                  <c:v>0.6772050798</c:v>
                </c:pt>
                <c:pt idx="80">
                  <c:v>0.6768958509</c:v>
                </c:pt>
                <c:pt idx="81">
                  <c:v>0.6765630364</c:v>
                </c:pt>
                <c:pt idx="82">
                  <c:v>0.6760582447</c:v>
                </c:pt>
                <c:pt idx="83">
                  <c:v>0.675670743</c:v>
                </c:pt>
                <c:pt idx="84">
                  <c:v>0.675328213</c:v>
                </c:pt>
                <c:pt idx="85">
                  <c:v>0.674982661</c:v>
                </c:pt>
                <c:pt idx="86">
                  <c:v>0.674788332</c:v>
                </c:pt>
                <c:pt idx="87">
                  <c:v>0.6745580614</c:v>
                </c:pt>
                <c:pt idx="88">
                  <c:v>0.6742229223</c:v>
                </c:pt>
                <c:pt idx="89">
                  <c:v>0.6739122689</c:v>
                </c:pt>
                <c:pt idx="90">
                  <c:v>0.6736353815</c:v>
                </c:pt>
                <c:pt idx="91">
                  <c:v>0.6734901607</c:v>
                </c:pt>
                <c:pt idx="92">
                  <c:v>0.6734216154</c:v>
                </c:pt>
                <c:pt idx="93">
                  <c:v>0.6732091188</c:v>
                </c:pt>
                <c:pt idx="94">
                  <c:v>0.6729719102</c:v>
                </c:pt>
                <c:pt idx="95">
                  <c:v>0.6727760673</c:v>
                </c:pt>
                <c:pt idx="96">
                  <c:v>0.6724709392</c:v>
                </c:pt>
                <c:pt idx="97">
                  <c:v>0.6721350729</c:v>
                </c:pt>
                <c:pt idx="98">
                  <c:v>0.6719430685</c:v>
                </c:pt>
                <c:pt idx="99">
                  <c:v>0.6717393756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频带＋残差</c:f>
              <c:strCache>
                <c:ptCount val="1"/>
                <c:pt idx="0">
                  <c:v>频带＋残差</c:v>
                </c:pt>
              </c:strCache>
            </c:strRef>
          </c:tx>
          <c:spPr>
            <a:ln w="28575" cap="rnd">
              <a:solidFill>
                <a:srgbClr val="4DAF4A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</c:formatCode>
                <c:ptCount val="100"/>
                <c:pt idx="0">
                  <c:v>1.0607788742</c:v>
                </c:pt>
                <c:pt idx="1">
                  <c:v>1.0167196751</c:v>
                </c:pt>
                <c:pt idx="2">
                  <c:v>0.9774381936</c:v>
                </c:pt>
                <c:pt idx="3">
                  <c:v>0.9426848829</c:v>
                </c:pt>
                <c:pt idx="4">
                  <c:v>0.911422354</c:v>
                </c:pt>
                <c:pt idx="5">
                  <c:v>0.8841722488</c:v>
                </c:pt>
                <c:pt idx="6">
                  <c:v>0.8609484196</c:v>
                </c:pt>
                <c:pt idx="7">
                  <c:v>0.8404288352</c:v>
                </c:pt>
                <c:pt idx="8">
                  <c:v>0.8223974526</c:v>
                </c:pt>
                <c:pt idx="9">
                  <c:v>0.8061301589</c:v>
                </c:pt>
                <c:pt idx="10">
                  <c:v>0.7917407572</c:v>
                </c:pt>
                <c:pt idx="11">
                  <c:v>0.7794344664</c:v>
                </c:pt>
                <c:pt idx="12">
                  <c:v>0.7688540399</c:v>
                </c:pt>
                <c:pt idx="13">
                  <c:v>0.7594160259</c:v>
                </c:pt>
                <c:pt idx="14">
                  <c:v>0.7509120107</c:v>
                </c:pt>
                <c:pt idx="15">
                  <c:v>0.7435406268</c:v>
                </c:pt>
                <c:pt idx="16">
                  <c:v>0.7367693067</c:v>
                </c:pt>
                <c:pt idx="17">
                  <c:v>0.7306365728</c:v>
                </c:pt>
                <c:pt idx="18">
                  <c:v>0.7251914203</c:v>
                </c:pt>
                <c:pt idx="19">
                  <c:v>0.7202007592</c:v>
                </c:pt>
                <c:pt idx="20">
                  <c:v>0.7157452524</c:v>
                </c:pt>
                <c:pt idx="21">
                  <c:v>0.7115531862</c:v>
                </c:pt>
                <c:pt idx="22">
                  <c:v>0.7076489627</c:v>
                </c:pt>
                <c:pt idx="23">
                  <c:v>0.7038690925</c:v>
                </c:pt>
                <c:pt idx="24">
                  <c:v>0.7003726542</c:v>
                </c:pt>
                <c:pt idx="25">
                  <c:v>0.6972774327</c:v>
                </c:pt>
                <c:pt idx="26">
                  <c:v>0.6944821656</c:v>
                </c:pt>
                <c:pt idx="27">
                  <c:v>0.6919900656</c:v>
                </c:pt>
                <c:pt idx="28">
                  <c:v>0.6898626029</c:v>
                </c:pt>
                <c:pt idx="29">
                  <c:v>0.6877703369</c:v>
                </c:pt>
                <c:pt idx="30">
                  <c:v>0.6858593464</c:v>
                </c:pt>
                <c:pt idx="31">
                  <c:v>0.6841439962</c:v>
                </c:pt>
                <c:pt idx="32">
                  <c:v>0.6824472845</c:v>
                </c:pt>
                <c:pt idx="33">
                  <c:v>0.6809771121</c:v>
                </c:pt>
                <c:pt idx="34">
                  <c:v>0.6797652066</c:v>
                </c:pt>
                <c:pt idx="35">
                  <c:v>0.6784119964</c:v>
                </c:pt>
                <c:pt idx="36">
                  <c:v>0.6770941257</c:v>
                </c:pt>
                <c:pt idx="37">
                  <c:v>0.6760306597</c:v>
                </c:pt>
                <c:pt idx="38">
                  <c:v>0.6751274228</c:v>
                </c:pt>
                <c:pt idx="39">
                  <c:v>0.6740774035</c:v>
                </c:pt>
                <c:pt idx="40">
                  <c:v>0.6730346799</c:v>
                </c:pt>
                <c:pt idx="41">
                  <c:v>0.6720802009</c:v>
                </c:pt>
                <c:pt idx="42">
                  <c:v>0.6712736011</c:v>
                </c:pt>
                <c:pt idx="43">
                  <c:v>0.6705781698</c:v>
                </c:pt>
                <c:pt idx="44">
                  <c:v>0.6699502409</c:v>
                </c:pt>
                <c:pt idx="45">
                  <c:v>0.669235146</c:v>
                </c:pt>
                <c:pt idx="46">
                  <c:v>0.6686139226</c:v>
                </c:pt>
                <c:pt idx="47">
                  <c:v>0.6680539489</c:v>
                </c:pt>
                <c:pt idx="48">
                  <c:v>0.6674898207</c:v>
                </c:pt>
                <c:pt idx="49">
                  <c:v>0.6669314027</c:v>
                </c:pt>
                <c:pt idx="50">
                  <c:v>0.6661904812</c:v>
                </c:pt>
                <c:pt idx="51">
                  <c:v>0.6653595209</c:v>
                </c:pt>
                <c:pt idx="52">
                  <c:v>0.664590776</c:v>
                </c:pt>
                <c:pt idx="53">
                  <c:v>0.6639305472</c:v>
                </c:pt>
                <c:pt idx="54">
                  <c:v>0.6633535922</c:v>
                </c:pt>
                <c:pt idx="55">
                  <c:v>0.6628432751</c:v>
                </c:pt>
                <c:pt idx="56">
                  <c:v>0.662404722</c:v>
                </c:pt>
                <c:pt idx="57">
                  <c:v>0.6618561089</c:v>
                </c:pt>
                <c:pt idx="58">
                  <c:v>0.661348331</c:v>
                </c:pt>
                <c:pt idx="59">
                  <c:v>0.6609223127</c:v>
                </c:pt>
                <c:pt idx="60">
                  <c:v>0.6604430199</c:v>
                </c:pt>
                <c:pt idx="61">
                  <c:v>0.6599101663</c:v>
                </c:pt>
                <c:pt idx="62">
                  <c:v>0.6593439519</c:v>
                </c:pt>
                <c:pt idx="63">
                  <c:v>0.6588803947</c:v>
                </c:pt>
                <c:pt idx="64">
                  <c:v>0.6585778058</c:v>
                </c:pt>
                <c:pt idx="65">
                  <c:v>0.6581277609</c:v>
                </c:pt>
                <c:pt idx="66">
                  <c:v>0.6576841593</c:v>
                </c:pt>
                <c:pt idx="67">
                  <c:v>0.6571226478</c:v>
                </c:pt>
                <c:pt idx="68">
                  <c:v>0.6565920711</c:v>
                </c:pt>
                <c:pt idx="69">
                  <c:v>0.6560712814</c:v>
                </c:pt>
                <c:pt idx="70">
                  <c:v>0.6557038367</c:v>
                </c:pt>
                <c:pt idx="71">
                  <c:v>0.6554223955</c:v>
                </c:pt>
                <c:pt idx="72">
                  <c:v>0.655081588</c:v>
                </c:pt>
                <c:pt idx="73">
                  <c:v>0.6546263754</c:v>
                </c:pt>
                <c:pt idx="74">
                  <c:v>0.654105854</c:v>
                </c:pt>
                <c:pt idx="75">
                  <c:v>0.6536929131</c:v>
                </c:pt>
                <c:pt idx="76">
                  <c:v>0.6533471704</c:v>
                </c:pt>
                <c:pt idx="77">
                  <c:v>0.6530540109</c:v>
                </c:pt>
                <c:pt idx="78">
                  <c:v>0.6528597772</c:v>
                </c:pt>
                <c:pt idx="79">
                  <c:v>0.6526767969</c:v>
                </c:pt>
                <c:pt idx="80">
                  <c:v>0.6523688912</c:v>
                </c:pt>
                <c:pt idx="81">
                  <c:v>0.6521429121</c:v>
                </c:pt>
                <c:pt idx="82">
                  <c:v>0.6518809915</c:v>
                </c:pt>
                <c:pt idx="83">
                  <c:v>0.6516856968</c:v>
                </c:pt>
                <c:pt idx="84">
                  <c:v>0.6514626682</c:v>
                </c:pt>
                <c:pt idx="85">
                  <c:v>0.6512690961</c:v>
                </c:pt>
                <c:pt idx="86">
                  <c:v>0.6509371102</c:v>
                </c:pt>
                <c:pt idx="87">
                  <c:v>0.6505331337</c:v>
                </c:pt>
                <c:pt idx="88">
                  <c:v>0.6502829194</c:v>
                </c:pt>
                <c:pt idx="89">
                  <c:v>0.6499477029</c:v>
                </c:pt>
                <c:pt idx="90">
                  <c:v>0.6495259702</c:v>
                </c:pt>
                <c:pt idx="91">
                  <c:v>0.6491311431</c:v>
                </c:pt>
                <c:pt idx="92">
                  <c:v>0.6489094675</c:v>
                </c:pt>
                <c:pt idx="93">
                  <c:v>0.6487098217</c:v>
                </c:pt>
                <c:pt idx="94">
                  <c:v>0.6484767914</c:v>
                </c:pt>
                <c:pt idx="95">
                  <c:v>0.6481116295</c:v>
                </c:pt>
                <c:pt idx="96">
                  <c:v>0.6477912366</c:v>
                </c:pt>
                <c:pt idx="97">
                  <c:v>0.6474635661</c:v>
                </c:pt>
                <c:pt idx="98">
                  <c:v>0.647184515</c:v>
                </c:pt>
                <c:pt idx="99">
                  <c:v>0.6470295727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100"/>
          <c:min val="1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Epoch</a:t>
                </a:r>
                <a:endPara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25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  <c:majorUnit val="20"/>
      </c:valAx>
      <c:valAx>
        <c:axId val="48672768"/>
        <c:scaling>
          <c:orientation val="minMax"/>
          <c:max val="1.3"/>
          <c:min val="0.6"/>
        </c:scaling>
        <c:delete val="0"/>
        <c:axPos val="l"/>
        <c:majorGridlines>
          <c:spPr>
            <a:ln w="9525">
              <a:solidFill>
                <a:srgbClr val="DCE5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A9BCC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  <c:majorUnit val="0.2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5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1b978c9-a271-4897-b589-0524d7111818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来源：E:/VSCode/Finger-BCI-Decoding-main/experiment_results/conformer_depth1_win3_ME2_repeats10_20261020/REPORT.md。每种配置 10 次，共 30 组预训练与微调。seed 42–46 复用前批，47–51 为新增。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来源：E:/VSCode/Finger-BCI-Decoding-main/experiment_results/conformer_depth1_win3_ME2_repeats10_20261020/source/training_cli.py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来源：E:/VSCode/Finger-BCI-Decoding-main/experiment_results/conformer_depth1_win3_ME2_repeats10_20261020/source/FilterBankModels_tf.py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来源：E:/VSCode/Finger-BCI-Decoding-main/experiment_results/conformer_depth1_win3_ME2_repeats10_20261020/data_manifests/pretrain.json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来源：E:/VSCode/Finger-BCI-Decoding-main/experiment_results/conformer_depth1_win3_ME2_repeats10_20261020/source/Functions.py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来源：E:/VSCode/Finger-BCI-Decoding-main/experiment_results/conformer_depth1_win3_ME2_repeats10_20261020/descriptive_statistics.json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来源：E:/VSCode/Finger-BCI-Decoding-main/experiment_results/conformer_depth1_win3_ME2_repeats10_20261020/run_metrics.json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来源：E:/VSCode/Finger-BCI-Decoding-main/experiment_results/conformer_depth1_win3_ME2_repeats10_20261020/run_metrics.json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来源：E:/VSCode/Finger-BCI-Decoding-main/experiment_results/conformer_depth1_win3_ME2_repeats10_20261020/run_metrics.json</a:t>
            </a:r>
          </a:p>
          <a:p>
            <a:r>
              <a:t>本轮结果目录沿用 20261020 的启动日期。</a:t>
            </a:r>
          </a:p>
          <a:p>
            <a:r>
              <a:t>可编辑图表数值保留 10 位小数，完整精度见原始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来源：E:/VSCode/Finger-BCI-Decoding-main/experiment_results/conformer_depth1_win3_ME2_repeats10_20261020/learning_curve_data.json</a:t>
            </a:r>
          </a:p>
          <a:p>
            <a:r>
              <a:t>本轮结果目录沿用 20261020 的启动日期。</a:t>
            </a:r>
          </a:p>
          <a:p>
            <a:r>
              <a:t>可编辑图表数值保留 10 位小数，完整精度见原始 JSON。</a:t>
            </a:r>
          </a:p>
          <a:p>
            <a:r>
              <a:t>可编辑图表数值保留 10 位小数，完整精度见原始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来源：E:/VSCode/Finger-BCI-Decoding-main/experiment_results/conformer_depth1_win3_ME2_repeats10_20261020/learning_curve_data.json</a:t>
            </a:r>
          </a:p>
          <a:p>
            <a:r>
              <a:t>本轮结果目录沿用 20261020 的启动日期。</a:t>
            </a:r>
          </a:p>
          <a:p>
            <a:r>
              <a:t>可编辑图表数值保留 10 位小数，完整精度见原始 JSON。</a:t>
            </a:r>
          </a:p>
          <a:p>
            <a:r>
              <a:t>可编辑图表数值保留 10 位小数，完整精度见原始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来源：E:/VSCode/Finger-BCI-Decoding-main/experiment_results/conformer_depth1_win3_ME2_repeats10_20261020/run_metrics.json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来源：E:/VSCode/Finger-BCI-Decoding-main/experiment_results/conformer_depth1_win3_ME2_repeats10_20261020/run_metrics.json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来源：E:/VSCode/Finger-BCI-Decoding-main/experiment_results/conformer_depth1_win3_ME2_repeats10_20261020/REPORT.md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来源：E:/VSCode/Finger-BCI-Decoding-main/experiment_results/conformer_depth1_win3_ME2_repeats10_20261020/PROTOCOL.md</a:t>
            </a:r>
          </a:p>
          <a:p>
            <a:r>
              <a:t>本轮结果目录沿用 20261020 的启动日期。</a:t>
            </a:r>
          </a:p>
          <a:p>
            <a:r>
              <a:t>本地结果：E:/VSCode/Finger-BCI-Decoding-main/experiment_results/conformer_depth1_win3_ME2_repeats10_20261020</a:t>
            </a:r>
          </a:p>
          <a:p>
            <a:r>
              <a:t>原仓库独立保留于 /home/kxy/LYC/Finger-BCI-Decoding-baseline。</a:t>
            </a:r>
          </a:p>
          <a:p>
            <a:r>
              <a:t>运行脚本：source/repeated_experiments.py suite；绘图：source/repeated_experiments.py plot。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来源：E:/VSCode/Finger-BCI-Decoding-main/experiment_results/conformer_depth1_win3_ME2_repeats10_20261020/accuracy_learning_curves.png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实验记录日期：2026-10-21（Asia/Shanghai）。</a:t>
            </a:r>
          </a:p>
          <a:p>
            <a:r>
              <a:t>来源：E:/VSCode/Finger-BCI-Decoding-main/experiment_results/conformer_depth1_win3_ME2_repeats10_20261020/loss_learning_curves.png</a:t>
            </a:r>
          </a:p>
          <a:p>
            <a:r>
              <a:t>本轮结果目录沿用 20261020 的启动日期。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66750" y="1381125"/>
            <a:ext cx="1066800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EEGConformer</a:t>
            </a:r>
            <a:endParaRPr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频带插件与迁移实验</a:t>
            </a:r>
            <a:endParaRPr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714750"/>
            <a:ext cx="10001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十次重复实验记录</a:t>
            </a:r>
            <a:endParaRPr sz="2550" b="0">
              <a:solidFill>
                <a:srgbClr val="A9CF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4543425"/>
            <a:ext cx="100965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 / S02 / S05 预训练，S20 微调</a:t>
            </a:r>
            <a:endParaRPr sz="2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 拇指 / 小指二分类</a:t>
            </a:r>
            <a:endParaRPr sz="2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5991225"/>
            <a:ext cx="7143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A9CF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2026年10月21日</a:t>
            </a:r>
            <a:endParaRPr sz="1650" b="0">
              <a:solidFill>
                <a:srgbClr val="A9CF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已实现的插件与三组消融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71500" y="1476375"/>
          <a:ext cx="11049000" cy="2952752"/>
        </p:xfrm>
        <a:graphic>
          <a:graphicData uri="http://schemas.openxmlformats.org/drawingml/2006/table">
            <a:tbl>
              <a:tblPr/>
              <a:tblGrid>
                <a:gridCol w="3143250"/>
                <a:gridCol w="2381250"/>
                <a:gridCol w="2952750"/>
                <a:gridCol w="257175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filter_bank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broadband_residual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输入形状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当前项目 Baseline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off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off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 × 300 × 1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weighted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off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 × 300 × 4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频带＋残差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weighted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gated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 × 300 × 5</a:t>
                      </a:r>
                      <a:endParaRPr sz="180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571500" y="47625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频带开关支持 off / weighted / mean / concat</a:t>
            </a:r>
            <a:endParaRPr sz="18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宽带残差支持 off / fixed / gated，本轮使用 weighted 与 gated。</a:t>
            </a:r>
            <a:endParaRPr sz="18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实现覆盖 EEGNet 与 EEGConformer。本次实验仅使用 EEGConformer，depth=1，窗口为 3 秒。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频带前端与宽带残差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71500" y="1476375"/>
          <a:ext cx="11049000" cy="3714750"/>
        </p:xfrm>
        <a:graphic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本次实现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四个子带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4–8 / 8–13 / 13–30 / 30–40 Hz，各自独立提取特征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子带分支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时间卷积 1×25，空间 DepthwiseConv，池化 1×75 / stride 15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频带融合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各分支归一化后，使用 softmax 全局权重加权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宽带旁路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4–40 Hz 普通空间卷积，线性对齐与归一化后加入主分支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共享后端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 维 embedding，10 头注意力，1 层 Transformer，二分类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571500" y="536257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融合：z = Σ softmax(θ)ᵦ zᵦ + sigmoid(g) · z宽带</a:t>
            </a:r>
            <a:endParaRPr sz="217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残差门初始系数为 0.1。频带权重为每个模型的全局参数，不能直接解释为手指特异性或因果重要性。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数据与划分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106680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数据根目录：/Dataset2/dataset_bci_decode_lyc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571500" y="1476375"/>
          <a:ext cx="11049000" cy="3714750"/>
        </p:xfrm>
        <a:graphic>
          <a:graphicData uri="http://schemas.openxmlformats.org/drawingml/2006/table">
            <a:tbl>
              <a:tblPr/>
              <a:tblGrid>
                <a:gridCol w="2000250"/>
                <a:gridCol w="4333875"/>
                <a:gridCol w="4714875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预训练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微调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受试者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S01、S02、S05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S20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数据范围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OfflineMovement + Online Sess01–02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Session 2：2class_Base + 3class_Base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任务与标签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ME，拇指 / 小指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ME，仅保留标签 1 与 4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Trial 数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4,864，二分类平衡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320，二分类平衡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输入处理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 通道，1024 Hz 降至 100 Hz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秒窗口，300 点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 通道，1024 Hz 降至 100 Hz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秒窗口，300 点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先按 trial 做 80/20 划分，再分窗。同一种子三组划分完全一致，重叠窗口不跨训练与验证集。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训练与 checkpoint 选择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71500" y="1476375"/>
          <a:ext cx="11049000" cy="3905251"/>
        </p:xfrm>
        <a:graphic>
          <a:graphicData uri="http://schemas.openxmlformats.org/drawingml/2006/table">
            <a:tbl>
              <a:tblPr/>
              <a:tblGrid>
                <a:gridCol w="2762250"/>
                <a:gridCol w="4143375"/>
                <a:gridCol w="4143375"/>
              </a:tblGrid>
              <a:tr h="5578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预训练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S20 微调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最大轮数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300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优化器 / 学习率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Adam / 5×10⁻⁴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Adam / 5×10⁻⁵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Batch / Dropout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/ 0.65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/ 0.65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可训练层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完整模型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相同 4 个 Dense 层，另加插件融合门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调度与早停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val_loss：30 轮减半学习率，80 轮早停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沿用同一规则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最佳模型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首次达到最高 val_accuracy 的 checkpoint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沿用同一选择规则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种子 42–51 同时改变初始化与 trial 划分。Loss 使用 label smoothing=0.1，图中 loss 与 accuracy 来自同一 checkpoint。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十次重复结果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71500" y="1476375"/>
          <a:ext cx="11049000" cy="2714625"/>
        </p:xfrm>
        <a:graphic>
          <a:graphicData uri="http://schemas.openxmlformats.org/drawingml/2006/table">
            <a:tbl>
              <a:tblPr/>
              <a:tblGrid>
                <a:gridCol w="2762250"/>
                <a:gridCol w="2952750"/>
                <a:gridCol w="3143250"/>
                <a:gridCol w="2190750"/>
              </a:tblGrid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sz="1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预训练验证 acc</a:t>
                      </a:r>
                      <a:endParaRPr sz="1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S20 微调验证 acc</a:t>
                      </a:r>
                      <a:endParaRPr sz="1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参数量</a:t>
                      </a:r>
                      <a:endParaRPr sz="19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Baseline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86.72 ± 1.09%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62.92 ± 4.11%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379,306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85.30 ± 1.30%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63.11 ± 6.63%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203,470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频带＋残差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88.03 ± 1.15%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64.80 ± 4.51%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412,751</a:t>
                      </a:r>
                      <a:endParaRPr sz="1950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571500" y="4667250"/>
            <a:ext cx="10858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 Baseline 的 S20 配对平均差值</a:t>
            </a:r>
            <a:endParaRPr sz="217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 +0.19 个百分点，频带＋残差 +1.88 个百分点</a:t>
            </a:r>
            <a:endParaRPr sz="217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数值为均值 ± 样本标准差，n=10。此处是最佳验证结果，未使用独立测试集。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6" name="矩形 175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验证准确率分布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19125" y="12573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S01/S02/S05 预训练</a:t>
            </a:r>
            <a:endParaRPr sz="21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000125" y="5162550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5048250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000125" y="4699907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38150" y="4585607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000125" y="4237264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38150" y="4122964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000125" y="3774621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8150" y="3660321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000125" y="3311979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8150" y="3197679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000125" y="2849336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38150" y="2735036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1000125" y="2386693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8150" y="2272393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1000125" y="1924050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38150" y="1809750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1000125" y="1924050"/>
            <a:ext cx="0" cy="3238500"/>
          </a:xfrm>
          <a:prstGeom prst="line">
            <a:avLst/>
          </a:prstGeom>
          <a:noFill/>
          <a:ln w="9525">
            <a:solidFill>
              <a:srgbClr val="9AACB5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1495425" y="3546431"/>
            <a:ext cx="1495425" cy="252691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 flipV="1">
            <a:off x="2990850" y="2782867"/>
            <a:ext cx="1495425" cy="101625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550458" y="3020005"/>
            <a:ext cx="1495425" cy="34133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 flipV="1">
            <a:off x="3045883" y="3125031"/>
            <a:ext cx="1495425" cy="236310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605492" y="3919357"/>
            <a:ext cx="1495425" cy="534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 flipV="1">
            <a:off x="3100917" y="3085574"/>
            <a:ext cx="1495425" cy="839129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660525" y="3691702"/>
            <a:ext cx="1495425" cy="12643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 flipV="1">
            <a:off x="3155950" y="3470442"/>
            <a:ext cx="1495425" cy="34769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715558" y="3513372"/>
            <a:ext cx="1495425" cy="28057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 flipV="1">
            <a:off x="3210983" y="3326319"/>
            <a:ext cx="1495425" cy="467631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770592" y="3710552"/>
            <a:ext cx="1495425" cy="708009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 flipV="1">
            <a:off x="3266017" y="3281105"/>
            <a:ext cx="1495425" cy="113745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825625" y="3476469"/>
            <a:ext cx="1495425" cy="617631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 flipV="1">
            <a:off x="3321050" y="3223082"/>
            <a:ext cx="1495425" cy="871019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 flipV="1">
            <a:off x="1880658" y="3758782"/>
            <a:ext cx="1495425" cy="12016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 flipV="1">
            <a:off x="3376083" y="3491136"/>
            <a:ext cx="1495425" cy="267645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935692" y="3623100"/>
            <a:ext cx="1495425" cy="63470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 flipV="1">
            <a:off x="3431117" y="3617330"/>
            <a:ext cx="1495425" cy="64047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1990725" y="3698187"/>
            <a:ext cx="1495425" cy="44159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 flipV="1">
            <a:off x="3486150" y="3643668"/>
            <a:ext cx="1495425" cy="496117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1743075" y="3476469"/>
            <a:ext cx="0" cy="442889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1552575" y="3476469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1552575" y="3919357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343025" y="3521637"/>
            <a:ext cx="800100" cy="185824"/>
          </a:xfrm>
          <a:prstGeom prst="rect">
            <a:avLst/>
          </a:prstGeom>
          <a:solidFill>
            <a:srgbClr val="CDE1EF"/>
          </a:solidFill>
          <a:ln w="14288">
            <a:solidFill>
              <a:srgbClr val="377EB8"/>
            </a:solidFill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1343025" y="3657401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1457325" y="3508331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512358" y="2981905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1567392" y="3881257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1622425" y="3653602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1677458" y="3475272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1732492" y="3672452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1787525" y="3438369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1842558" y="3840848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1897592" y="3585000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1952625" y="3660087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066800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3238500" y="3361340"/>
            <a:ext cx="0" cy="1057221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3048000" y="3361340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3048000" y="4418561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2838450" y="3795243"/>
            <a:ext cx="800100" cy="333121"/>
          </a:xfrm>
          <a:prstGeom prst="rect">
            <a:avLst/>
          </a:prstGeom>
          <a:solidFill>
            <a:srgbClr val="FFE2C5"/>
          </a:solidFill>
          <a:ln w="14288">
            <a:solidFill>
              <a:srgbClr val="FF7F00"/>
            </a:solidFill>
          </a:ln>
        </p:spPr>
      </p:sp>
      <p:sp>
        <p:nvSpPr>
          <p:cNvPr id="61" name="直接连接符 60"/>
          <p:cNvSpPr>
            <a:spLocks noGrp="1"/>
          </p:cNvSpPr>
          <p:nvPr/>
        </p:nvSpPr>
        <p:spPr>
          <a:xfrm>
            <a:off x="2838450" y="3871419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2952750" y="3761022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3007783" y="332324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4" name="椭圆 63"/>
          <p:cNvSpPr>
            <a:spLocks noGrp="1"/>
          </p:cNvSpPr>
          <p:nvPr/>
        </p:nvSpPr>
        <p:spPr>
          <a:xfrm>
            <a:off x="3062817" y="3886603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5" name="椭圆 64"/>
          <p:cNvSpPr>
            <a:spLocks noGrp="1"/>
          </p:cNvSpPr>
          <p:nvPr/>
        </p:nvSpPr>
        <p:spPr>
          <a:xfrm>
            <a:off x="3117850" y="3780035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6" name="椭圆 65"/>
          <p:cNvSpPr>
            <a:spLocks noGrp="1"/>
          </p:cNvSpPr>
          <p:nvPr/>
        </p:nvSpPr>
        <p:spPr>
          <a:xfrm>
            <a:off x="3172883" y="375585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7" name="椭圆 66"/>
          <p:cNvSpPr>
            <a:spLocks noGrp="1"/>
          </p:cNvSpPr>
          <p:nvPr/>
        </p:nvSpPr>
        <p:spPr>
          <a:xfrm>
            <a:off x="3227917" y="4380461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8" name="椭圆 67"/>
          <p:cNvSpPr>
            <a:spLocks noGrp="1"/>
          </p:cNvSpPr>
          <p:nvPr/>
        </p:nvSpPr>
        <p:spPr>
          <a:xfrm>
            <a:off x="3282950" y="405600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3337983" y="3720682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70" name="椭圆 69"/>
          <p:cNvSpPr>
            <a:spLocks noGrp="1"/>
          </p:cNvSpPr>
          <p:nvPr/>
        </p:nvSpPr>
        <p:spPr>
          <a:xfrm>
            <a:off x="3393017" y="4219706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71" name="椭圆 70"/>
          <p:cNvSpPr>
            <a:spLocks noGrp="1"/>
          </p:cNvSpPr>
          <p:nvPr/>
        </p:nvSpPr>
        <p:spPr>
          <a:xfrm>
            <a:off x="3448050" y="4101685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2562225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直接连接符 72"/>
          <p:cNvSpPr>
            <a:spLocks noGrp="1"/>
          </p:cNvSpPr>
          <p:nvPr/>
        </p:nvSpPr>
        <p:spPr>
          <a:xfrm>
            <a:off x="4733925" y="2782867"/>
            <a:ext cx="0" cy="860802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74" name="直接连接符 73"/>
          <p:cNvSpPr>
            <a:spLocks noGrp="1"/>
          </p:cNvSpPr>
          <p:nvPr/>
        </p:nvSpPr>
        <p:spPr>
          <a:xfrm>
            <a:off x="4543425" y="2782867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4543425" y="3643668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4333875" y="3149544"/>
            <a:ext cx="800100" cy="336419"/>
          </a:xfrm>
          <a:prstGeom prst="rect">
            <a:avLst/>
          </a:prstGeom>
          <a:solidFill>
            <a:srgbClr val="D2E8D0"/>
          </a:solidFill>
          <a:ln w="14288">
            <a:solidFill>
              <a:srgbClr val="4DAF4A"/>
            </a:solidFill>
          </a:ln>
        </p:spPr>
      </p:sp>
      <p:sp>
        <p:nvSpPr>
          <p:cNvPr id="77" name="直接连接符 76"/>
          <p:cNvSpPr>
            <a:spLocks noGrp="1"/>
          </p:cNvSpPr>
          <p:nvPr/>
        </p:nvSpPr>
        <p:spPr>
          <a:xfrm>
            <a:off x="4333875" y="3303712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78" name="椭圆 77"/>
          <p:cNvSpPr>
            <a:spLocks noGrp="1"/>
          </p:cNvSpPr>
          <p:nvPr/>
        </p:nvSpPr>
        <p:spPr>
          <a:xfrm>
            <a:off x="4448175" y="2744767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79" name="椭圆 78"/>
          <p:cNvSpPr>
            <a:spLocks noGrp="1"/>
          </p:cNvSpPr>
          <p:nvPr/>
        </p:nvSpPr>
        <p:spPr>
          <a:xfrm>
            <a:off x="4503208" y="3086931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4558242" y="3047474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1" name="椭圆 80"/>
          <p:cNvSpPr>
            <a:spLocks noGrp="1"/>
          </p:cNvSpPr>
          <p:nvPr/>
        </p:nvSpPr>
        <p:spPr>
          <a:xfrm>
            <a:off x="4613275" y="3432342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2" name="椭圆 81"/>
          <p:cNvSpPr>
            <a:spLocks noGrp="1"/>
          </p:cNvSpPr>
          <p:nvPr/>
        </p:nvSpPr>
        <p:spPr>
          <a:xfrm>
            <a:off x="4668308" y="3288219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3" name="椭圆 82"/>
          <p:cNvSpPr>
            <a:spLocks noGrp="1"/>
          </p:cNvSpPr>
          <p:nvPr/>
        </p:nvSpPr>
        <p:spPr>
          <a:xfrm>
            <a:off x="4723342" y="3243005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4" name="椭圆 83"/>
          <p:cNvSpPr>
            <a:spLocks noGrp="1"/>
          </p:cNvSpPr>
          <p:nvPr/>
        </p:nvSpPr>
        <p:spPr>
          <a:xfrm>
            <a:off x="4778375" y="3184982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5" name="椭圆 84"/>
          <p:cNvSpPr>
            <a:spLocks noGrp="1"/>
          </p:cNvSpPr>
          <p:nvPr/>
        </p:nvSpPr>
        <p:spPr>
          <a:xfrm>
            <a:off x="4833408" y="3453036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6" name="椭圆 85"/>
          <p:cNvSpPr>
            <a:spLocks noGrp="1"/>
          </p:cNvSpPr>
          <p:nvPr/>
        </p:nvSpPr>
        <p:spPr>
          <a:xfrm>
            <a:off x="4888442" y="3579230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7" name="椭圆 86"/>
          <p:cNvSpPr>
            <a:spLocks noGrp="1"/>
          </p:cNvSpPr>
          <p:nvPr/>
        </p:nvSpPr>
        <p:spPr>
          <a:xfrm>
            <a:off x="4943475" y="3605568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4057650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频带＋残差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429375" y="12573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S20 微调</a:t>
            </a:r>
            <a:endParaRPr sz="21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6810375" y="5162550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6248400" y="5048250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直接连接符 91"/>
          <p:cNvSpPr>
            <a:spLocks noGrp="1"/>
          </p:cNvSpPr>
          <p:nvPr/>
        </p:nvSpPr>
        <p:spPr>
          <a:xfrm>
            <a:off x="6810375" y="4699907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6248400" y="4585607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直接连接符 93"/>
          <p:cNvSpPr>
            <a:spLocks noGrp="1"/>
          </p:cNvSpPr>
          <p:nvPr/>
        </p:nvSpPr>
        <p:spPr>
          <a:xfrm>
            <a:off x="6810375" y="4237264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6248400" y="4122964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直接连接符 95"/>
          <p:cNvSpPr>
            <a:spLocks noGrp="1"/>
          </p:cNvSpPr>
          <p:nvPr/>
        </p:nvSpPr>
        <p:spPr>
          <a:xfrm>
            <a:off x="6810375" y="3774621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6248400" y="3660321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直接连接符 97"/>
          <p:cNvSpPr>
            <a:spLocks noGrp="1"/>
          </p:cNvSpPr>
          <p:nvPr/>
        </p:nvSpPr>
        <p:spPr>
          <a:xfrm>
            <a:off x="6810375" y="3311979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6248400" y="3197679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直接连接符 99"/>
          <p:cNvSpPr>
            <a:spLocks noGrp="1"/>
          </p:cNvSpPr>
          <p:nvPr/>
        </p:nvSpPr>
        <p:spPr>
          <a:xfrm>
            <a:off x="6810375" y="2849336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6248400" y="2735036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6810375" y="2386693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6248400" y="2272393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直接连接符 103"/>
          <p:cNvSpPr>
            <a:spLocks noGrp="1"/>
          </p:cNvSpPr>
          <p:nvPr/>
        </p:nvSpPr>
        <p:spPr>
          <a:xfrm>
            <a:off x="6810375" y="1924050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6248400" y="1809750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6810375" y="1924050"/>
            <a:ext cx="0" cy="3238500"/>
          </a:xfrm>
          <a:prstGeom prst="line">
            <a:avLst/>
          </a:prstGeom>
          <a:noFill/>
          <a:ln w="9525">
            <a:solidFill>
              <a:srgbClr val="9AACB5"/>
            </a:solidFill>
            <a:prstDash val="solid"/>
          </a:ln>
        </p:spPr>
      </p:sp>
      <p:sp>
        <p:nvSpPr>
          <p:cNvPr id="107" name="直接连接符 106"/>
          <p:cNvSpPr>
            <a:spLocks noGrp="1"/>
          </p:cNvSpPr>
          <p:nvPr/>
        </p:nvSpPr>
        <p:spPr>
          <a:xfrm flipV="1">
            <a:off x="7305675" y="2930979"/>
            <a:ext cx="1495425" cy="54428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8" name="直接连接符 107"/>
          <p:cNvSpPr>
            <a:spLocks noGrp="1"/>
          </p:cNvSpPr>
          <p:nvPr/>
        </p:nvSpPr>
        <p:spPr>
          <a:xfrm>
            <a:off x="8801100" y="2930979"/>
            <a:ext cx="1495425" cy="136072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9" name="直接连接符 108"/>
          <p:cNvSpPr>
            <a:spLocks noGrp="1"/>
          </p:cNvSpPr>
          <p:nvPr/>
        </p:nvSpPr>
        <p:spPr>
          <a:xfrm flipV="1">
            <a:off x="7360708" y="3475264"/>
            <a:ext cx="1495425" cy="136072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0" name="直接连接符 109"/>
          <p:cNvSpPr>
            <a:spLocks noGrp="1"/>
          </p:cNvSpPr>
          <p:nvPr/>
        </p:nvSpPr>
        <p:spPr>
          <a:xfrm flipV="1">
            <a:off x="8856133" y="3203122"/>
            <a:ext cx="1495425" cy="27214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7415742" y="3747407"/>
            <a:ext cx="1495425" cy="680357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2" name="直接连接符 111"/>
          <p:cNvSpPr>
            <a:spLocks noGrp="1"/>
          </p:cNvSpPr>
          <p:nvPr/>
        </p:nvSpPr>
        <p:spPr>
          <a:xfrm flipV="1">
            <a:off x="8911167" y="4019550"/>
            <a:ext cx="1495425" cy="408214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7470775" y="3067050"/>
            <a:ext cx="1495425" cy="81642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4" name="直接连接符 113"/>
          <p:cNvSpPr>
            <a:spLocks noGrp="1"/>
          </p:cNvSpPr>
          <p:nvPr/>
        </p:nvSpPr>
        <p:spPr>
          <a:xfrm flipV="1">
            <a:off x="8966200" y="3611336"/>
            <a:ext cx="1495425" cy="27214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5" name="直接连接符 114"/>
          <p:cNvSpPr>
            <a:spLocks noGrp="1"/>
          </p:cNvSpPr>
          <p:nvPr/>
        </p:nvSpPr>
        <p:spPr>
          <a:xfrm flipV="1">
            <a:off x="7525808" y="3632270"/>
            <a:ext cx="1495425" cy="569407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6" name="直接连接符 115"/>
          <p:cNvSpPr>
            <a:spLocks noGrp="1"/>
          </p:cNvSpPr>
          <p:nvPr/>
        </p:nvSpPr>
        <p:spPr>
          <a:xfrm>
            <a:off x="9021233" y="3632270"/>
            <a:ext cx="1495425" cy="427055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7" name="直接连接符 116"/>
          <p:cNvSpPr>
            <a:spLocks noGrp="1"/>
          </p:cNvSpPr>
          <p:nvPr/>
        </p:nvSpPr>
        <p:spPr>
          <a:xfrm flipV="1">
            <a:off x="7580842" y="2737180"/>
            <a:ext cx="1495425" cy="700974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8" name="直接连接符 117"/>
          <p:cNvSpPr>
            <a:spLocks noGrp="1"/>
          </p:cNvSpPr>
          <p:nvPr/>
        </p:nvSpPr>
        <p:spPr>
          <a:xfrm>
            <a:off x="9076267" y="2737180"/>
            <a:ext cx="1495425" cy="420584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9" name="直接连接符 118"/>
          <p:cNvSpPr>
            <a:spLocks noGrp="1"/>
          </p:cNvSpPr>
          <p:nvPr/>
        </p:nvSpPr>
        <p:spPr>
          <a:xfrm flipV="1">
            <a:off x="7635875" y="2759792"/>
            <a:ext cx="1495425" cy="149239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0" name="直接连接符 119"/>
          <p:cNvSpPr>
            <a:spLocks noGrp="1"/>
          </p:cNvSpPr>
          <p:nvPr/>
        </p:nvSpPr>
        <p:spPr>
          <a:xfrm>
            <a:off x="9131300" y="2759792"/>
            <a:ext cx="1495425" cy="44771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1" name="直接连接符 120"/>
          <p:cNvSpPr>
            <a:spLocks noGrp="1"/>
          </p:cNvSpPr>
          <p:nvPr/>
        </p:nvSpPr>
        <p:spPr>
          <a:xfrm flipV="1">
            <a:off x="7690908" y="3058271"/>
            <a:ext cx="1495425" cy="298480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2" name="直接连接符 121"/>
          <p:cNvSpPr>
            <a:spLocks noGrp="1"/>
          </p:cNvSpPr>
          <p:nvPr/>
        </p:nvSpPr>
        <p:spPr>
          <a:xfrm flipV="1">
            <a:off x="9186333" y="2909032"/>
            <a:ext cx="1495425" cy="149239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3" name="直接连接符 122"/>
          <p:cNvSpPr>
            <a:spLocks noGrp="1"/>
          </p:cNvSpPr>
          <p:nvPr/>
        </p:nvSpPr>
        <p:spPr>
          <a:xfrm>
            <a:off x="7745942" y="3892118"/>
            <a:ext cx="1495425" cy="440612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4" name="直接连接符 123"/>
          <p:cNvSpPr>
            <a:spLocks noGrp="1"/>
          </p:cNvSpPr>
          <p:nvPr/>
        </p:nvSpPr>
        <p:spPr>
          <a:xfrm flipV="1">
            <a:off x="9241367" y="3010893"/>
            <a:ext cx="1495425" cy="1321837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5" name="直接连接符 124"/>
          <p:cNvSpPr>
            <a:spLocks noGrp="1"/>
          </p:cNvSpPr>
          <p:nvPr/>
        </p:nvSpPr>
        <p:spPr>
          <a:xfrm>
            <a:off x="7800975" y="3347566"/>
            <a:ext cx="1495425" cy="28470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6" name="直接连接符 125"/>
          <p:cNvSpPr>
            <a:spLocks noGrp="1"/>
          </p:cNvSpPr>
          <p:nvPr/>
        </p:nvSpPr>
        <p:spPr>
          <a:xfrm flipV="1">
            <a:off x="9296400" y="3062863"/>
            <a:ext cx="1495425" cy="569407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7" name="直接连接符 126"/>
          <p:cNvSpPr>
            <a:spLocks noGrp="1"/>
          </p:cNvSpPr>
          <p:nvPr/>
        </p:nvSpPr>
        <p:spPr>
          <a:xfrm>
            <a:off x="7553325" y="2909032"/>
            <a:ext cx="0" cy="1292645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28" name="直接连接符 127"/>
          <p:cNvSpPr>
            <a:spLocks noGrp="1"/>
          </p:cNvSpPr>
          <p:nvPr/>
        </p:nvSpPr>
        <p:spPr>
          <a:xfrm>
            <a:off x="7362825" y="2909032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29" name="直接连接符 128"/>
          <p:cNvSpPr>
            <a:spLocks noGrp="1"/>
          </p:cNvSpPr>
          <p:nvPr/>
        </p:nvSpPr>
        <p:spPr>
          <a:xfrm>
            <a:off x="7362825" y="4201676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7153275" y="3349862"/>
            <a:ext cx="800100" cy="363527"/>
          </a:xfrm>
          <a:prstGeom prst="rect">
            <a:avLst/>
          </a:prstGeom>
          <a:solidFill>
            <a:srgbClr val="CDE1EF"/>
          </a:solidFill>
          <a:ln w="14288">
            <a:solidFill>
              <a:srgbClr val="377EB8"/>
            </a:solidFill>
          </a:ln>
        </p:spPr>
      </p:sp>
      <p:sp>
        <p:nvSpPr>
          <p:cNvPr id="131" name="直接连接符 130"/>
          <p:cNvSpPr>
            <a:spLocks noGrp="1"/>
          </p:cNvSpPr>
          <p:nvPr/>
        </p:nvSpPr>
        <p:spPr>
          <a:xfrm>
            <a:off x="7153275" y="3456709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132" name="椭圆 131"/>
          <p:cNvSpPr>
            <a:spLocks noGrp="1"/>
          </p:cNvSpPr>
          <p:nvPr/>
        </p:nvSpPr>
        <p:spPr>
          <a:xfrm>
            <a:off x="7267575" y="3437164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3" name="椭圆 132"/>
          <p:cNvSpPr>
            <a:spLocks noGrp="1"/>
          </p:cNvSpPr>
          <p:nvPr/>
        </p:nvSpPr>
        <p:spPr>
          <a:xfrm>
            <a:off x="7322608" y="3573236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4" name="椭圆 133"/>
          <p:cNvSpPr>
            <a:spLocks noGrp="1"/>
          </p:cNvSpPr>
          <p:nvPr/>
        </p:nvSpPr>
        <p:spPr>
          <a:xfrm>
            <a:off x="7377642" y="3709307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5" name="椭圆 134"/>
          <p:cNvSpPr>
            <a:spLocks noGrp="1"/>
          </p:cNvSpPr>
          <p:nvPr/>
        </p:nvSpPr>
        <p:spPr>
          <a:xfrm>
            <a:off x="7432675" y="3028950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6" name="椭圆 135"/>
          <p:cNvSpPr>
            <a:spLocks noGrp="1"/>
          </p:cNvSpPr>
          <p:nvPr/>
        </p:nvSpPr>
        <p:spPr>
          <a:xfrm>
            <a:off x="7487708" y="4163576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7" name="椭圆 136"/>
          <p:cNvSpPr>
            <a:spLocks noGrp="1"/>
          </p:cNvSpPr>
          <p:nvPr/>
        </p:nvSpPr>
        <p:spPr>
          <a:xfrm>
            <a:off x="7542742" y="3400054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8" name="椭圆 137"/>
          <p:cNvSpPr>
            <a:spLocks noGrp="1"/>
          </p:cNvSpPr>
          <p:nvPr/>
        </p:nvSpPr>
        <p:spPr>
          <a:xfrm>
            <a:off x="7597775" y="2870932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9" name="椭圆 138"/>
          <p:cNvSpPr>
            <a:spLocks noGrp="1"/>
          </p:cNvSpPr>
          <p:nvPr/>
        </p:nvSpPr>
        <p:spPr>
          <a:xfrm>
            <a:off x="7652808" y="3318651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40" name="椭圆 139"/>
          <p:cNvSpPr>
            <a:spLocks noGrp="1"/>
          </p:cNvSpPr>
          <p:nvPr/>
        </p:nvSpPr>
        <p:spPr>
          <a:xfrm>
            <a:off x="7707842" y="3854018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41" name="椭圆 140"/>
          <p:cNvSpPr>
            <a:spLocks noGrp="1"/>
          </p:cNvSpPr>
          <p:nvPr/>
        </p:nvSpPr>
        <p:spPr>
          <a:xfrm>
            <a:off x="7762875" y="3309466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6877050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直接连接符 142"/>
          <p:cNvSpPr>
            <a:spLocks noGrp="1"/>
          </p:cNvSpPr>
          <p:nvPr/>
        </p:nvSpPr>
        <p:spPr>
          <a:xfrm>
            <a:off x="9048750" y="2737180"/>
            <a:ext cx="0" cy="1690584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44" name="直接连接符 143"/>
          <p:cNvSpPr>
            <a:spLocks noGrp="1"/>
          </p:cNvSpPr>
          <p:nvPr/>
        </p:nvSpPr>
        <p:spPr>
          <a:xfrm>
            <a:off x="8858250" y="2737180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45" name="直接连接符 144"/>
          <p:cNvSpPr>
            <a:spLocks noGrp="1"/>
          </p:cNvSpPr>
          <p:nvPr/>
        </p:nvSpPr>
        <p:spPr>
          <a:xfrm>
            <a:off x="8858250" y="4427764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8648700" y="2962802"/>
            <a:ext cx="800100" cy="857874"/>
          </a:xfrm>
          <a:prstGeom prst="rect">
            <a:avLst/>
          </a:prstGeom>
          <a:solidFill>
            <a:srgbClr val="FFE2C5"/>
          </a:solidFill>
          <a:ln w="14288">
            <a:solidFill>
              <a:srgbClr val="FF7F00"/>
            </a:solidFill>
          </a:ln>
        </p:spPr>
      </p:sp>
      <p:sp>
        <p:nvSpPr>
          <p:cNvPr id="147" name="直接连接符 146"/>
          <p:cNvSpPr>
            <a:spLocks noGrp="1"/>
          </p:cNvSpPr>
          <p:nvPr/>
        </p:nvSpPr>
        <p:spPr>
          <a:xfrm>
            <a:off x="8648700" y="3553767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148" name="椭圆 147"/>
          <p:cNvSpPr>
            <a:spLocks noGrp="1"/>
          </p:cNvSpPr>
          <p:nvPr/>
        </p:nvSpPr>
        <p:spPr>
          <a:xfrm>
            <a:off x="8763000" y="2892879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49" name="椭圆 148"/>
          <p:cNvSpPr>
            <a:spLocks noGrp="1"/>
          </p:cNvSpPr>
          <p:nvPr/>
        </p:nvSpPr>
        <p:spPr>
          <a:xfrm>
            <a:off x="8818033" y="3437164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0" name="椭圆 149"/>
          <p:cNvSpPr>
            <a:spLocks noGrp="1"/>
          </p:cNvSpPr>
          <p:nvPr/>
        </p:nvSpPr>
        <p:spPr>
          <a:xfrm>
            <a:off x="8873067" y="4389664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1" name="椭圆 150"/>
          <p:cNvSpPr>
            <a:spLocks noGrp="1"/>
          </p:cNvSpPr>
          <p:nvPr/>
        </p:nvSpPr>
        <p:spPr>
          <a:xfrm>
            <a:off x="8928100" y="3845378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2" name="椭圆 151"/>
          <p:cNvSpPr>
            <a:spLocks noGrp="1"/>
          </p:cNvSpPr>
          <p:nvPr/>
        </p:nvSpPr>
        <p:spPr>
          <a:xfrm>
            <a:off x="8983133" y="359417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3" name="椭圆 152"/>
          <p:cNvSpPr>
            <a:spLocks noGrp="1"/>
          </p:cNvSpPr>
          <p:nvPr/>
        </p:nvSpPr>
        <p:spPr>
          <a:xfrm>
            <a:off x="9038167" y="269908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4" name="椭圆 153"/>
          <p:cNvSpPr>
            <a:spLocks noGrp="1"/>
          </p:cNvSpPr>
          <p:nvPr/>
        </p:nvSpPr>
        <p:spPr>
          <a:xfrm>
            <a:off x="9093200" y="2721692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5" name="椭圆 154"/>
          <p:cNvSpPr>
            <a:spLocks noGrp="1"/>
          </p:cNvSpPr>
          <p:nvPr/>
        </p:nvSpPr>
        <p:spPr>
          <a:xfrm>
            <a:off x="9148233" y="3020171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6" name="椭圆 155"/>
          <p:cNvSpPr>
            <a:spLocks noGrp="1"/>
          </p:cNvSpPr>
          <p:nvPr/>
        </p:nvSpPr>
        <p:spPr>
          <a:xfrm>
            <a:off x="9203267" y="429463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7" name="椭圆 156"/>
          <p:cNvSpPr>
            <a:spLocks noGrp="1"/>
          </p:cNvSpPr>
          <p:nvPr/>
        </p:nvSpPr>
        <p:spPr>
          <a:xfrm>
            <a:off x="9258300" y="359417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8" name="矩形 157"/>
          <p:cNvSpPr>
            <a:spLocks noGrp="1"/>
          </p:cNvSpPr>
          <p:nvPr/>
        </p:nvSpPr>
        <p:spPr>
          <a:xfrm>
            <a:off x="8372475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直接连接符 158"/>
          <p:cNvSpPr>
            <a:spLocks noGrp="1"/>
          </p:cNvSpPr>
          <p:nvPr/>
        </p:nvSpPr>
        <p:spPr>
          <a:xfrm>
            <a:off x="10544175" y="2909032"/>
            <a:ext cx="0" cy="1150293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60" name="直接连接符 159"/>
          <p:cNvSpPr>
            <a:spLocks noGrp="1"/>
          </p:cNvSpPr>
          <p:nvPr/>
        </p:nvSpPr>
        <p:spPr>
          <a:xfrm>
            <a:off x="10353675" y="2909032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61" name="直接连接符 160"/>
          <p:cNvSpPr>
            <a:spLocks noGrp="1"/>
          </p:cNvSpPr>
          <p:nvPr/>
        </p:nvSpPr>
        <p:spPr>
          <a:xfrm>
            <a:off x="10353675" y="4059324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62" name="矩形 161"/>
          <p:cNvSpPr>
            <a:spLocks noGrp="1"/>
          </p:cNvSpPr>
          <p:nvPr/>
        </p:nvSpPr>
        <p:spPr>
          <a:xfrm>
            <a:off x="10144125" y="3063910"/>
            <a:ext cx="800100" cy="446470"/>
          </a:xfrm>
          <a:prstGeom prst="rect">
            <a:avLst/>
          </a:prstGeom>
          <a:solidFill>
            <a:srgbClr val="D2E8D0"/>
          </a:solidFill>
          <a:ln w="14288">
            <a:solidFill>
              <a:srgbClr val="4DAF4A"/>
            </a:solidFill>
          </a:ln>
        </p:spPr>
      </p:sp>
      <p:sp>
        <p:nvSpPr>
          <p:cNvPr id="163" name="直接连接符 162"/>
          <p:cNvSpPr>
            <a:spLocks noGrp="1"/>
          </p:cNvSpPr>
          <p:nvPr/>
        </p:nvSpPr>
        <p:spPr>
          <a:xfrm>
            <a:off x="10144125" y="3180443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164" name="椭圆 163"/>
          <p:cNvSpPr>
            <a:spLocks noGrp="1"/>
          </p:cNvSpPr>
          <p:nvPr/>
        </p:nvSpPr>
        <p:spPr>
          <a:xfrm>
            <a:off x="10258425" y="3028950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5" name="椭圆 164"/>
          <p:cNvSpPr>
            <a:spLocks noGrp="1"/>
          </p:cNvSpPr>
          <p:nvPr/>
        </p:nvSpPr>
        <p:spPr>
          <a:xfrm>
            <a:off x="10313458" y="3165022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6" name="椭圆 165"/>
          <p:cNvSpPr>
            <a:spLocks noGrp="1"/>
          </p:cNvSpPr>
          <p:nvPr/>
        </p:nvSpPr>
        <p:spPr>
          <a:xfrm>
            <a:off x="10368492" y="3981450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7" name="椭圆 166"/>
          <p:cNvSpPr>
            <a:spLocks noGrp="1"/>
          </p:cNvSpPr>
          <p:nvPr/>
        </p:nvSpPr>
        <p:spPr>
          <a:xfrm>
            <a:off x="10423525" y="3573236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8" name="椭圆 167"/>
          <p:cNvSpPr>
            <a:spLocks noGrp="1"/>
          </p:cNvSpPr>
          <p:nvPr/>
        </p:nvSpPr>
        <p:spPr>
          <a:xfrm>
            <a:off x="10478558" y="4021224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9" name="椭圆 168"/>
          <p:cNvSpPr>
            <a:spLocks noGrp="1"/>
          </p:cNvSpPr>
          <p:nvPr/>
        </p:nvSpPr>
        <p:spPr>
          <a:xfrm>
            <a:off x="10533592" y="3119664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70" name="椭圆 169"/>
          <p:cNvSpPr>
            <a:spLocks noGrp="1"/>
          </p:cNvSpPr>
          <p:nvPr/>
        </p:nvSpPr>
        <p:spPr>
          <a:xfrm>
            <a:off x="10588625" y="3169411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71" name="椭圆 170"/>
          <p:cNvSpPr>
            <a:spLocks noGrp="1"/>
          </p:cNvSpPr>
          <p:nvPr/>
        </p:nvSpPr>
        <p:spPr>
          <a:xfrm>
            <a:off x="10643658" y="2870932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72" name="椭圆 171"/>
          <p:cNvSpPr>
            <a:spLocks noGrp="1"/>
          </p:cNvSpPr>
          <p:nvPr/>
        </p:nvSpPr>
        <p:spPr>
          <a:xfrm>
            <a:off x="10698692" y="2972793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73" name="椭圆 172"/>
          <p:cNvSpPr>
            <a:spLocks noGrp="1"/>
          </p:cNvSpPr>
          <p:nvPr/>
        </p:nvSpPr>
        <p:spPr>
          <a:xfrm>
            <a:off x="10753725" y="3024763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74" name="矩形 173"/>
          <p:cNvSpPr>
            <a:spLocks noGrp="1"/>
          </p:cNvSpPr>
          <p:nvPr/>
        </p:nvSpPr>
        <p:spPr>
          <a:xfrm>
            <a:off x="9867900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频带＋残差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矩形 174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每个箱体包含 10 次运行。箱体为四分位距，黑线为中位数，散点为单次结果。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0" name="矩形 169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最佳准确率 checkpoint 的 loss 分布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19125" y="12573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S01/S02/S05 预训练</a:t>
            </a:r>
            <a:endParaRPr sz="21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000125" y="5162550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5048250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0.30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000125" y="4699907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38150" y="4585607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0.35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000125" y="4237264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38150" y="4122964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0.40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000125" y="3774621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8150" y="3660321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0.45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000125" y="3311979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8150" y="3197679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0.50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000125" y="2849336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38150" y="2735036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0.55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1000125" y="2386693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8150" y="2272393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0.60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1000125" y="1924050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38150" y="1809750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0.65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1000125" y="1924050"/>
            <a:ext cx="0" cy="3238500"/>
          </a:xfrm>
          <a:prstGeom prst="line">
            <a:avLst/>
          </a:prstGeom>
          <a:noFill/>
          <a:ln w="9525">
            <a:solidFill>
              <a:srgbClr val="9AACB5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 flipV="1">
            <a:off x="1495425" y="3130014"/>
            <a:ext cx="1495425" cy="280822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2990850" y="3130014"/>
            <a:ext cx="1495425" cy="101562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 flipV="1">
            <a:off x="1550458" y="3594697"/>
            <a:ext cx="1495425" cy="51392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3045883" y="3594697"/>
            <a:ext cx="1495425" cy="20413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 flipV="1">
            <a:off x="1605492" y="2951192"/>
            <a:ext cx="1495425" cy="19047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3100917" y="2951192"/>
            <a:ext cx="1495425" cy="962780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660525" y="3181114"/>
            <a:ext cx="1495425" cy="2864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3155950" y="3209762"/>
            <a:ext cx="1495425" cy="196577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715558" y="3301454"/>
            <a:ext cx="1495425" cy="85200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3210983" y="3386654"/>
            <a:ext cx="1495425" cy="324152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 flipV="1">
            <a:off x="1770592" y="2671726"/>
            <a:ext cx="1495425" cy="530672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3266017" y="2671726"/>
            <a:ext cx="1495425" cy="97390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 flipV="1">
            <a:off x="1825625" y="2761129"/>
            <a:ext cx="1495425" cy="551785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3321050" y="2761129"/>
            <a:ext cx="1495425" cy="80029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880658" y="2912197"/>
            <a:ext cx="1495425" cy="21476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3376083" y="3126964"/>
            <a:ext cx="1495425" cy="186791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 flipV="1">
            <a:off x="1935692" y="2728270"/>
            <a:ext cx="1495425" cy="856107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3431117" y="2728270"/>
            <a:ext cx="1495425" cy="59982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 flipV="1">
            <a:off x="1990725" y="2833831"/>
            <a:ext cx="1495425" cy="39323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3486150" y="2833831"/>
            <a:ext cx="1495425" cy="65546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1743075" y="2912197"/>
            <a:ext cx="0" cy="672181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1552575" y="2912197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1552575" y="3584377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343025" y="3186435"/>
            <a:ext cx="800100" cy="199921"/>
          </a:xfrm>
          <a:prstGeom prst="rect">
            <a:avLst/>
          </a:prstGeom>
          <a:solidFill>
            <a:srgbClr val="CDE1EF"/>
          </a:solidFill>
          <a:ln w="14288">
            <a:solidFill>
              <a:srgbClr val="377EB8"/>
            </a:solidFill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1343025" y="3264261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1457325" y="3372736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512358" y="4070520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1567392" y="3103570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1622425" y="3143014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1677458" y="3263354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1732492" y="3164298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1787525" y="3274815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1842558" y="2874097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1897592" y="3546277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1952625" y="3188967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066800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3238500" y="2671726"/>
            <a:ext cx="0" cy="922971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3048000" y="2671726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3048000" y="3594697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2838450" y="2779305"/>
            <a:ext cx="800100" cy="410520"/>
          </a:xfrm>
          <a:prstGeom prst="rect">
            <a:avLst/>
          </a:prstGeom>
          <a:solidFill>
            <a:srgbClr val="FFE2C5"/>
          </a:solidFill>
          <a:ln w="14288">
            <a:solidFill>
              <a:srgbClr val="FF7F00"/>
            </a:solidFill>
          </a:ln>
        </p:spPr>
      </p:sp>
      <p:sp>
        <p:nvSpPr>
          <p:cNvPr id="61" name="直接连接符 60"/>
          <p:cNvSpPr>
            <a:spLocks noGrp="1"/>
          </p:cNvSpPr>
          <p:nvPr/>
        </p:nvSpPr>
        <p:spPr>
          <a:xfrm>
            <a:off x="2838450" y="3039078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2952750" y="3091914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3007783" y="3556597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4" name="椭圆 63"/>
          <p:cNvSpPr>
            <a:spLocks noGrp="1"/>
          </p:cNvSpPr>
          <p:nvPr/>
        </p:nvSpPr>
        <p:spPr>
          <a:xfrm>
            <a:off x="3062817" y="2913092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5" name="椭圆 64"/>
          <p:cNvSpPr>
            <a:spLocks noGrp="1"/>
          </p:cNvSpPr>
          <p:nvPr/>
        </p:nvSpPr>
        <p:spPr>
          <a:xfrm>
            <a:off x="3117850" y="3171662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6" name="椭圆 65"/>
          <p:cNvSpPr>
            <a:spLocks noGrp="1"/>
          </p:cNvSpPr>
          <p:nvPr/>
        </p:nvSpPr>
        <p:spPr>
          <a:xfrm>
            <a:off x="3172883" y="3348554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7" name="椭圆 66"/>
          <p:cNvSpPr>
            <a:spLocks noGrp="1"/>
          </p:cNvSpPr>
          <p:nvPr/>
        </p:nvSpPr>
        <p:spPr>
          <a:xfrm>
            <a:off x="3227917" y="2633626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8" name="椭圆 67"/>
          <p:cNvSpPr>
            <a:spLocks noGrp="1"/>
          </p:cNvSpPr>
          <p:nvPr/>
        </p:nvSpPr>
        <p:spPr>
          <a:xfrm>
            <a:off x="3282950" y="2723029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3337983" y="3088864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70" name="椭圆 69"/>
          <p:cNvSpPr>
            <a:spLocks noGrp="1"/>
          </p:cNvSpPr>
          <p:nvPr/>
        </p:nvSpPr>
        <p:spPr>
          <a:xfrm>
            <a:off x="3393017" y="269017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71" name="椭圆 70"/>
          <p:cNvSpPr>
            <a:spLocks noGrp="1"/>
          </p:cNvSpPr>
          <p:nvPr/>
        </p:nvSpPr>
        <p:spPr>
          <a:xfrm>
            <a:off x="3448050" y="2795731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2562225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直接连接符 72"/>
          <p:cNvSpPr>
            <a:spLocks noGrp="1"/>
          </p:cNvSpPr>
          <p:nvPr/>
        </p:nvSpPr>
        <p:spPr>
          <a:xfrm>
            <a:off x="4733925" y="3313755"/>
            <a:ext cx="0" cy="831885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74" name="直接连接符 73"/>
          <p:cNvSpPr>
            <a:spLocks noGrp="1"/>
          </p:cNvSpPr>
          <p:nvPr/>
        </p:nvSpPr>
        <p:spPr>
          <a:xfrm>
            <a:off x="4543425" y="3313755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4543425" y="4145640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4333875" y="3427077"/>
            <a:ext cx="800100" cy="349751"/>
          </a:xfrm>
          <a:prstGeom prst="rect">
            <a:avLst/>
          </a:prstGeom>
          <a:solidFill>
            <a:srgbClr val="D2E8D0"/>
          </a:solidFill>
          <a:ln w="14288">
            <a:solidFill>
              <a:srgbClr val="4DAF4A"/>
            </a:solidFill>
          </a:ln>
        </p:spPr>
      </p:sp>
      <p:sp>
        <p:nvSpPr>
          <p:cNvPr id="77" name="直接连接符 76"/>
          <p:cNvSpPr>
            <a:spLocks noGrp="1"/>
          </p:cNvSpPr>
          <p:nvPr/>
        </p:nvSpPr>
        <p:spPr>
          <a:xfrm>
            <a:off x="4333875" y="3603528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78" name="椭圆 77"/>
          <p:cNvSpPr>
            <a:spLocks noGrp="1"/>
          </p:cNvSpPr>
          <p:nvPr/>
        </p:nvSpPr>
        <p:spPr>
          <a:xfrm>
            <a:off x="4448175" y="4107540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79" name="椭圆 78"/>
          <p:cNvSpPr>
            <a:spLocks noGrp="1"/>
          </p:cNvSpPr>
          <p:nvPr/>
        </p:nvSpPr>
        <p:spPr>
          <a:xfrm>
            <a:off x="4503208" y="3760735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4558242" y="3875872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1" name="椭圆 80"/>
          <p:cNvSpPr>
            <a:spLocks noGrp="1"/>
          </p:cNvSpPr>
          <p:nvPr/>
        </p:nvSpPr>
        <p:spPr>
          <a:xfrm>
            <a:off x="4613275" y="3368238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2" name="椭圆 81"/>
          <p:cNvSpPr>
            <a:spLocks noGrp="1"/>
          </p:cNvSpPr>
          <p:nvPr/>
        </p:nvSpPr>
        <p:spPr>
          <a:xfrm>
            <a:off x="4668308" y="3672706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3" name="椭圆 82"/>
          <p:cNvSpPr>
            <a:spLocks noGrp="1"/>
          </p:cNvSpPr>
          <p:nvPr/>
        </p:nvSpPr>
        <p:spPr>
          <a:xfrm>
            <a:off x="4723342" y="3607534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4" name="椭圆 83"/>
          <p:cNvSpPr>
            <a:spLocks noGrp="1"/>
          </p:cNvSpPr>
          <p:nvPr/>
        </p:nvSpPr>
        <p:spPr>
          <a:xfrm>
            <a:off x="4778375" y="3523322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5" name="椭圆 84"/>
          <p:cNvSpPr>
            <a:spLocks noGrp="1"/>
          </p:cNvSpPr>
          <p:nvPr/>
        </p:nvSpPr>
        <p:spPr>
          <a:xfrm>
            <a:off x="4833408" y="3275655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6" name="椭圆 85"/>
          <p:cNvSpPr>
            <a:spLocks noGrp="1"/>
          </p:cNvSpPr>
          <p:nvPr/>
        </p:nvSpPr>
        <p:spPr>
          <a:xfrm>
            <a:off x="4888442" y="3289996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7" name="椭圆 86"/>
          <p:cNvSpPr>
            <a:spLocks noGrp="1"/>
          </p:cNvSpPr>
          <p:nvPr/>
        </p:nvSpPr>
        <p:spPr>
          <a:xfrm>
            <a:off x="4943475" y="3451194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4057650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频带＋残差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429375" y="12573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S20 微调</a:t>
            </a:r>
            <a:endParaRPr sz="21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6810375" y="5162550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6248400" y="5048250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直接连接符 91"/>
          <p:cNvSpPr>
            <a:spLocks noGrp="1"/>
          </p:cNvSpPr>
          <p:nvPr/>
        </p:nvSpPr>
        <p:spPr>
          <a:xfrm>
            <a:off x="6810375" y="4442883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6248400" y="4328583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0.7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直接连接符 93"/>
          <p:cNvSpPr>
            <a:spLocks noGrp="1"/>
          </p:cNvSpPr>
          <p:nvPr/>
        </p:nvSpPr>
        <p:spPr>
          <a:xfrm>
            <a:off x="6810375" y="3723217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6248400" y="3608917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直接连接符 95"/>
          <p:cNvSpPr>
            <a:spLocks noGrp="1"/>
          </p:cNvSpPr>
          <p:nvPr/>
        </p:nvSpPr>
        <p:spPr>
          <a:xfrm>
            <a:off x="6810375" y="3003550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6248400" y="2889250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直接连接符 97"/>
          <p:cNvSpPr>
            <a:spLocks noGrp="1"/>
          </p:cNvSpPr>
          <p:nvPr/>
        </p:nvSpPr>
        <p:spPr>
          <a:xfrm>
            <a:off x="6810375" y="2283883"/>
            <a:ext cx="447675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6248400" y="2169583"/>
            <a:ext cx="504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</a:t>
            </a:r>
            <a:endParaRPr sz="142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直接连接符 99"/>
          <p:cNvSpPr>
            <a:spLocks noGrp="1"/>
          </p:cNvSpPr>
          <p:nvPr/>
        </p:nvSpPr>
        <p:spPr>
          <a:xfrm>
            <a:off x="6810375" y="1924050"/>
            <a:ext cx="0" cy="3238500"/>
          </a:xfrm>
          <a:prstGeom prst="line">
            <a:avLst/>
          </a:prstGeom>
          <a:noFill/>
          <a:ln w="9525">
            <a:solidFill>
              <a:srgbClr val="9AACB5"/>
            </a:solidFill>
            <a:prstDash val="solid"/>
          </a:ln>
        </p:spPr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7305675" y="3359020"/>
            <a:ext cx="1495425" cy="1271685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8801100" y="4630705"/>
            <a:ext cx="1495425" cy="16630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3" name="直接连接符 102"/>
          <p:cNvSpPr>
            <a:spLocks noGrp="1"/>
          </p:cNvSpPr>
          <p:nvPr/>
        </p:nvSpPr>
        <p:spPr>
          <a:xfrm>
            <a:off x="7360708" y="4043316"/>
            <a:ext cx="1495425" cy="549971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4" name="直接连接符 103"/>
          <p:cNvSpPr>
            <a:spLocks noGrp="1"/>
          </p:cNvSpPr>
          <p:nvPr/>
        </p:nvSpPr>
        <p:spPr>
          <a:xfrm flipV="1">
            <a:off x="8856133" y="4140638"/>
            <a:ext cx="1495425" cy="452648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5" name="直接连接符 104"/>
          <p:cNvSpPr>
            <a:spLocks noGrp="1"/>
          </p:cNvSpPr>
          <p:nvPr/>
        </p:nvSpPr>
        <p:spPr>
          <a:xfrm flipV="1">
            <a:off x="7415742" y="4325410"/>
            <a:ext cx="1495425" cy="23039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8911167" y="4325410"/>
            <a:ext cx="1495425" cy="96335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7" name="直接连接符 106"/>
          <p:cNvSpPr>
            <a:spLocks noGrp="1"/>
          </p:cNvSpPr>
          <p:nvPr/>
        </p:nvSpPr>
        <p:spPr>
          <a:xfrm flipV="1">
            <a:off x="7470775" y="3002311"/>
            <a:ext cx="1495425" cy="1535292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8" name="直接连接符 107"/>
          <p:cNvSpPr>
            <a:spLocks noGrp="1"/>
          </p:cNvSpPr>
          <p:nvPr/>
        </p:nvSpPr>
        <p:spPr>
          <a:xfrm>
            <a:off x="8966200" y="3002311"/>
            <a:ext cx="1495425" cy="308519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7525808" y="2417571"/>
            <a:ext cx="1495425" cy="205809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0" name="直接连接符 109"/>
          <p:cNvSpPr>
            <a:spLocks noGrp="1"/>
          </p:cNvSpPr>
          <p:nvPr/>
        </p:nvSpPr>
        <p:spPr>
          <a:xfrm flipV="1">
            <a:off x="9021233" y="4290972"/>
            <a:ext cx="1495425" cy="184691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7580842" y="4567409"/>
            <a:ext cx="1495425" cy="63777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2" name="直接连接符 111"/>
          <p:cNvSpPr>
            <a:spLocks noGrp="1"/>
          </p:cNvSpPr>
          <p:nvPr/>
        </p:nvSpPr>
        <p:spPr>
          <a:xfrm flipV="1">
            <a:off x="9076267" y="4600482"/>
            <a:ext cx="1495425" cy="30704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7635875" y="4618519"/>
            <a:ext cx="1495425" cy="66204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4" name="直接连接符 113"/>
          <p:cNvSpPr>
            <a:spLocks noGrp="1"/>
          </p:cNvSpPr>
          <p:nvPr/>
        </p:nvSpPr>
        <p:spPr>
          <a:xfrm flipV="1">
            <a:off x="9131300" y="4463489"/>
            <a:ext cx="1495425" cy="221235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7690908" y="4176496"/>
            <a:ext cx="1495425" cy="398945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6" name="直接连接符 115"/>
          <p:cNvSpPr>
            <a:spLocks noGrp="1"/>
          </p:cNvSpPr>
          <p:nvPr/>
        </p:nvSpPr>
        <p:spPr>
          <a:xfrm>
            <a:off x="9186333" y="4575441"/>
            <a:ext cx="1495425" cy="136296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7" name="直接连接符 116"/>
          <p:cNvSpPr>
            <a:spLocks noGrp="1"/>
          </p:cNvSpPr>
          <p:nvPr/>
        </p:nvSpPr>
        <p:spPr>
          <a:xfrm flipV="1">
            <a:off x="7745942" y="2372631"/>
            <a:ext cx="1495425" cy="2050701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8" name="直接连接符 117"/>
          <p:cNvSpPr>
            <a:spLocks noGrp="1"/>
          </p:cNvSpPr>
          <p:nvPr/>
        </p:nvSpPr>
        <p:spPr>
          <a:xfrm>
            <a:off x="9241367" y="2372631"/>
            <a:ext cx="1495425" cy="2370403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19" name="直接连接符 118"/>
          <p:cNvSpPr>
            <a:spLocks noGrp="1"/>
          </p:cNvSpPr>
          <p:nvPr/>
        </p:nvSpPr>
        <p:spPr>
          <a:xfrm flipV="1">
            <a:off x="7800975" y="4501848"/>
            <a:ext cx="1495425" cy="123104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0" name="直接连接符 119"/>
          <p:cNvSpPr>
            <a:spLocks noGrp="1"/>
          </p:cNvSpPr>
          <p:nvPr/>
        </p:nvSpPr>
        <p:spPr>
          <a:xfrm flipV="1">
            <a:off x="9296400" y="4389714"/>
            <a:ext cx="1495425" cy="112134"/>
          </a:xfrm>
          <a:prstGeom prst="line">
            <a:avLst/>
          </a:prstGeom>
          <a:noFill/>
          <a:ln w="7620">
            <a:solidFill>
              <a:srgbClr val="D3DCE1"/>
            </a:solidFill>
            <a:prstDash val="solid"/>
          </a:ln>
        </p:spPr>
      </p:sp>
      <p:sp>
        <p:nvSpPr>
          <p:cNvPr id="121" name="直接连接符 120"/>
          <p:cNvSpPr>
            <a:spLocks noGrp="1"/>
          </p:cNvSpPr>
          <p:nvPr/>
        </p:nvSpPr>
        <p:spPr>
          <a:xfrm>
            <a:off x="7553325" y="3359020"/>
            <a:ext cx="0" cy="1265932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7362825" y="3359020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23" name="直接连接符 122"/>
          <p:cNvSpPr>
            <a:spLocks noGrp="1"/>
          </p:cNvSpPr>
          <p:nvPr/>
        </p:nvSpPr>
        <p:spPr>
          <a:xfrm>
            <a:off x="7362825" y="4624952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153275" y="4076611"/>
            <a:ext cx="800100" cy="487897"/>
          </a:xfrm>
          <a:prstGeom prst="rect">
            <a:avLst/>
          </a:prstGeom>
          <a:solidFill>
            <a:srgbClr val="CDE1EF"/>
          </a:solidFill>
          <a:ln w="14288">
            <a:solidFill>
              <a:srgbClr val="377EB8"/>
            </a:solidFill>
          </a:ln>
        </p:spPr>
      </p:sp>
      <p:sp>
        <p:nvSpPr>
          <p:cNvPr id="125" name="直接连接符 124"/>
          <p:cNvSpPr>
            <a:spLocks noGrp="1"/>
          </p:cNvSpPr>
          <p:nvPr/>
        </p:nvSpPr>
        <p:spPr>
          <a:xfrm>
            <a:off x="7153275" y="4480467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126" name="椭圆 125"/>
          <p:cNvSpPr>
            <a:spLocks noGrp="1"/>
          </p:cNvSpPr>
          <p:nvPr/>
        </p:nvSpPr>
        <p:spPr>
          <a:xfrm>
            <a:off x="7267575" y="3320920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27" name="椭圆 126"/>
          <p:cNvSpPr>
            <a:spLocks noGrp="1"/>
          </p:cNvSpPr>
          <p:nvPr/>
        </p:nvSpPr>
        <p:spPr>
          <a:xfrm>
            <a:off x="7322608" y="4005216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28" name="椭圆 127"/>
          <p:cNvSpPr>
            <a:spLocks noGrp="1"/>
          </p:cNvSpPr>
          <p:nvPr/>
        </p:nvSpPr>
        <p:spPr>
          <a:xfrm>
            <a:off x="7377642" y="4517703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29" name="椭圆 128"/>
          <p:cNvSpPr>
            <a:spLocks noGrp="1"/>
          </p:cNvSpPr>
          <p:nvPr/>
        </p:nvSpPr>
        <p:spPr>
          <a:xfrm>
            <a:off x="7432675" y="4499503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0" name="椭圆 129"/>
          <p:cNvSpPr>
            <a:spLocks noGrp="1"/>
          </p:cNvSpPr>
          <p:nvPr/>
        </p:nvSpPr>
        <p:spPr>
          <a:xfrm>
            <a:off x="7487708" y="2379471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1" name="椭圆 130"/>
          <p:cNvSpPr>
            <a:spLocks noGrp="1"/>
          </p:cNvSpPr>
          <p:nvPr/>
        </p:nvSpPr>
        <p:spPr>
          <a:xfrm>
            <a:off x="7542742" y="4529309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2" name="椭圆 131"/>
          <p:cNvSpPr>
            <a:spLocks noGrp="1"/>
          </p:cNvSpPr>
          <p:nvPr/>
        </p:nvSpPr>
        <p:spPr>
          <a:xfrm>
            <a:off x="7597775" y="4580419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3" name="椭圆 132"/>
          <p:cNvSpPr>
            <a:spLocks noGrp="1"/>
          </p:cNvSpPr>
          <p:nvPr/>
        </p:nvSpPr>
        <p:spPr>
          <a:xfrm>
            <a:off x="7652808" y="4138396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4" name="椭圆 133"/>
          <p:cNvSpPr>
            <a:spLocks noGrp="1"/>
          </p:cNvSpPr>
          <p:nvPr/>
        </p:nvSpPr>
        <p:spPr>
          <a:xfrm>
            <a:off x="7707842" y="4385232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5" name="椭圆 134"/>
          <p:cNvSpPr>
            <a:spLocks noGrp="1"/>
          </p:cNvSpPr>
          <p:nvPr/>
        </p:nvSpPr>
        <p:spPr>
          <a:xfrm>
            <a:off x="7762875" y="4586852"/>
            <a:ext cx="76200" cy="76200"/>
          </a:xfrm>
          <a:prstGeom prst="ellipse">
            <a:avLst/>
          </a:prstGeom>
          <a:solidFill>
            <a:srgbClr val="377EB8"/>
          </a:solidFill>
          <a:ln w="4763">
            <a:solidFill>
              <a:srgbClr val="FFFFFF"/>
            </a:solidFill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6877050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直接连接符 136"/>
          <p:cNvSpPr>
            <a:spLocks noGrp="1"/>
          </p:cNvSpPr>
          <p:nvPr/>
        </p:nvSpPr>
        <p:spPr>
          <a:xfrm>
            <a:off x="9048750" y="4325410"/>
            <a:ext cx="0" cy="359313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38" name="直接连接符 137"/>
          <p:cNvSpPr>
            <a:spLocks noGrp="1"/>
          </p:cNvSpPr>
          <p:nvPr/>
        </p:nvSpPr>
        <p:spPr>
          <a:xfrm>
            <a:off x="8858250" y="4325410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39" name="直接连接符 138"/>
          <p:cNvSpPr>
            <a:spLocks noGrp="1"/>
          </p:cNvSpPr>
          <p:nvPr/>
        </p:nvSpPr>
        <p:spPr>
          <a:xfrm>
            <a:off x="8858250" y="4684724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40" name="矩形 139"/>
          <p:cNvSpPr>
            <a:spLocks noGrp="1"/>
          </p:cNvSpPr>
          <p:nvPr/>
        </p:nvSpPr>
        <p:spPr>
          <a:xfrm>
            <a:off x="8648700" y="4362974"/>
            <a:ext cx="800100" cy="258377"/>
          </a:xfrm>
          <a:prstGeom prst="rect">
            <a:avLst/>
          </a:prstGeom>
          <a:solidFill>
            <a:srgbClr val="FFE2C5"/>
          </a:solidFill>
          <a:ln w="14288">
            <a:solidFill>
              <a:srgbClr val="FF7F00"/>
            </a:solidFill>
          </a:ln>
        </p:spPr>
      </p:sp>
      <p:sp>
        <p:nvSpPr>
          <p:cNvPr id="141" name="直接连接符 140"/>
          <p:cNvSpPr>
            <a:spLocks noGrp="1"/>
          </p:cNvSpPr>
          <p:nvPr/>
        </p:nvSpPr>
        <p:spPr>
          <a:xfrm>
            <a:off x="8648700" y="4538644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142" name="椭圆 141"/>
          <p:cNvSpPr>
            <a:spLocks noGrp="1"/>
          </p:cNvSpPr>
          <p:nvPr/>
        </p:nvSpPr>
        <p:spPr>
          <a:xfrm>
            <a:off x="8763000" y="4592605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43" name="椭圆 142"/>
          <p:cNvSpPr>
            <a:spLocks noGrp="1"/>
          </p:cNvSpPr>
          <p:nvPr/>
        </p:nvSpPr>
        <p:spPr>
          <a:xfrm>
            <a:off x="8818033" y="4555186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44" name="椭圆 143"/>
          <p:cNvSpPr>
            <a:spLocks noGrp="1"/>
          </p:cNvSpPr>
          <p:nvPr/>
        </p:nvSpPr>
        <p:spPr>
          <a:xfrm>
            <a:off x="8873067" y="4287310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45" name="椭圆 144"/>
          <p:cNvSpPr>
            <a:spLocks noGrp="1"/>
          </p:cNvSpPr>
          <p:nvPr/>
        </p:nvSpPr>
        <p:spPr>
          <a:xfrm>
            <a:off x="8928100" y="2964211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46" name="椭圆 145"/>
          <p:cNvSpPr>
            <a:spLocks noGrp="1"/>
          </p:cNvSpPr>
          <p:nvPr/>
        </p:nvSpPr>
        <p:spPr>
          <a:xfrm>
            <a:off x="8983133" y="4437564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47" name="椭圆 146"/>
          <p:cNvSpPr>
            <a:spLocks noGrp="1"/>
          </p:cNvSpPr>
          <p:nvPr/>
        </p:nvSpPr>
        <p:spPr>
          <a:xfrm>
            <a:off x="9038167" y="4593086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48" name="椭圆 147"/>
          <p:cNvSpPr>
            <a:spLocks noGrp="1"/>
          </p:cNvSpPr>
          <p:nvPr/>
        </p:nvSpPr>
        <p:spPr>
          <a:xfrm>
            <a:off x="9093200" y="4646624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49" name="椭圆 148"/>
          <p:cNvSpPr>
            <a:spLocks noGrp="1"/>
          </p:cNvSpPr>
          <p:nvPr/>
        </p:nvSpPr>
        <p:spPr>
          <a:xfrm>
            <a:off x="9148233" y="4537341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0" name="椭圆 149"/>
          <p:cNvSpPr>
            <a:spLocks noGrp="1"/>
          </p:cNvSpPr>
          <p:nvPr/>
        </p:nvSpPr>
        <p:spPr>
          <a:xfrm>
            <a:off x="9203267" y="2334531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1" name="椭圆 150"/>
          <p:cNvSpPr>
            <a:spLocks noGrp="1"/>
          </p:cNvSpPr>
          <p:nvPr/>
        </p:nvSpPr>
        <p:spPr>
          <a:xfrm>
            <a:off x="9258300" y="4463748"/>
            <a:ext cx="76200" cy="76200"/>
          </a:xfrm>
          <a:prstGeom prst="ellipse">
            <a:avLst/>
          </a:prstGeom>
          <a:solidFill>
            <a:srgbClr val="FF7F00"/>
          </a:solidFill>
          <a:ln w="4763">
            <a:solidFill>
              <a:srgbClr val="FFFFFF"/>
            </a:solidFill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8372475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直接连接符 152"/>
          <p:cNvSpPr>
            <a:spLocks noGrp="1"/>
          </p:cNvSpPr>
          <p:nvPr/>
        </p:nvSpPr>
        <p:spPr>
          <a:xfrm>
            <a:off x="10544175" y="4140638"/>
            <a:ext cx="0" cy="602395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54" name="直接连接符 153"/>
          <p:cNvSpPr>
            <a:spLocks noGrp="1"/>
          </p:cNvSpPr>
          <p:nvPr/>
        </p:nvSpPr>
        <p:spPr>
          <a:xfrm>
            <a:off x="10353675" y="4140638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55" name="直接连接符 154"/>
          <p:cNvSpPr>
            <a:spLocks noGrp="1"/>
          </p:cNvSpPr>
          <p:nvPr/>
        </p:nvSpPr>
        <p:spPr>
          <a:xfrm>
            <a:off x="10353675" y="4743033"/>
            <a:ext cx="381000" cy="0"/>
          </a:xfrm>
          <a:prstGeom prst="line">
            <a:avLst/>
          </a:prstGeom>
          <a:noFill/>
          <a:ln w="14288">
            <a:solidFill>
              <a:srgbClr val="153243"/>
            </a:solidFill>
            <a:prstDash val="solid"/>
          </a:ln>
        </p:spPr>
      </p:sp>
      <p:sp>
        <p:nvSpPr>
          <p:cNvPr id="156" name="矩形 155"/>
          <p:cNvSpPr>
            <a:spLocks noGrp="1"/>
          </p:cNvSpPr>
          <p:nvPr/>
        </p:nvSpPr>
        <p:spPr>
          <a:xfrm>
            <a:off x="10144125" y="4315658"/>
            <a:ext cx="800100" cy="319964"/>
          </a:xfrm>
          <a:prstGeom prst="rect">
            <a:avLst/>
          </a:prstGeom>
          <a:solidFill>
            <a:srgbClr val="D2E8D0"/>
          </a:solidFill>
          <a:ln w="14288">
            <a:solidFill>
              <a:srgbClr val="4DAF4A"/>
            </a:solidFill>
          </a:ln>
        </p:spPr>
      </p:sp>
      <p:sp>
        <p:nvSpPr>
          <p:cNvPr id="157" name="直接连接符 156"/>
          <p:cNvSpPr>
            <a:spLocks noGrp="1"/>
          </p:cNvSpPr>
          <p:nvPr/>
        </p:nvSpPr>
        <p:spPr>
          <a:xfrm>
            <a:off x="10144125" y="4442617"/>
            <a:ext cx="800100" cy="0"/>
          </a:xfrm>
          <a:prstGeom prst="line">
            <a:avLst/>
          </a:prstGeom>
          <a:noFill/>
          <a:ln w="28575">
            <a:solidFill>
              <a:srgbClr val="153243"/>
            </a:solidFill>
            <a:prstDash val="solid"/>
          </a:ln>
        </p:spPr>
      </p:sp>
      <p:sp>
        <p:nvSpPr>
          <p:cNvPr id="158" name="椭圆 157"/>
          <p:cNvSpPr>
            <a:spLocks noGrp="1"/>
          </p:cNvSpPr>
          <p:nvPr/>
        </p:nvSpPr>
        <p:spPr>
          <a:xfrm>
            <a:off x="10258425" y="4609235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59" name="椭圆 158"/>
          <p:cNvSpPr>
            <a:spLocks noGrp="1"/>
          </p:cNvSpPr>
          <p:nvPr/>
        </p:nvSpPr>
        <p:spPr>
          <a:xfrm>
            <a:off x="10313458" y="4102538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0" name="椭圆 159"/>
          <p:cNvSpPr>
            <a:spLocks noGrp="1"/>
          </p:cNvSpPr>
          <p:nvPr/>
        </p:nvSpPr>
        <p:spPr>
          <a:xfrm>
            <a:off x="10368492" y="4383645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1" name="椭圆 160"/>
          <p:cNvSpPr>
            <a:spLocks noGrp="1"/>
          </p:cNvSpPr>
          <p:nvPr/>
        </p:nvSpPr>
        <p:spPr>
          <a:xfrm>
            <a:off x="10423525" y="3272730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2" name="椭圆 161"/>
          <p:cNvSpPr>
            <a:spLocks noGrp="1"/>
          </p:cNvSpPr>
          <p:nvPr/>
        </p:nvSpPr>
        <p:spPr>
          <a:xfrm>
            <a:off x="10478558" y="4252872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3" name="椭圆 162"/>
          <p:cNvSpPr>
            <a:spLocks noGrp="1"/>
          </p:cNvSpPr>
          <p:nvPr/>
        </p:nvSpPr>
        <p:spPr>
          <a:xfrm>
            <a:off x="10533592" y="4562382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4" name="椭圆 163"/>
          <p:cNvSpPr>
            <a:spLocks noGrp="1"/>
          </p:cNvSpPr>
          <p:nvPr/>
        </p:nvSpPr>
        <p:spPr>
          <a:xfrm>
            <a:off x="10588625" y="4425389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5" name="椭圆 164"/>
          <p:cNvSpPr>
            <a:spLocks noGrp="1"/>
          </p:cNvSpPr>
          <p:nvPr/>
        </p:nvSpPr>
        <p:spPr>
          <a:xfrm>
            <a:off x="10643658" y="4673637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6" name="椭圆 165"/>
          <p:cNvSpPr>
            <a:spLocks noGrp="1"/>
          </p:cNvSpPr>
          <p:nvPr/>
        </p:nvSpPr>
        <p:spPr>
          <a:xfrm>
            <a:off x="10698692" y="4704933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7" name="椭圆 166"/>
          <p:cNvSpPr>
            <a:spLocks noGrp="1"/>
          </p:cNvSpPr>
          <p:nvPr/>
        </p:nvSpPr>
        <p:spPr>
          <a:xfrm>
            <a:off x="10753725" y="4351614"/>
            <a:ext cx="76200" cy="76200"/>
          </a:xfrm>
          <a:prstGeom prst="ellipse">
            <a:avLst/>
          </a:prstGeom>
          <a:solidFill>
            <a:srgbClr val="4DAF4A"/>
          </a:solidFill>
          <a:ln w="4763">
            <a:solidFill>
              <a:srgbClr val="FFFFFF"/>
            </a:solidFill>
          </a:ln>
        </p:spPr>
      </p:sp>
      <p:sp>
        <p:nvSpPr>
          <p:cNvPr id="168" name="矩形 167"/>
          <p:cNvSpPr>
            <a:spLocks noGrp="1"/>
          </p:cNvSpPr>
          <p:nvPr/>
        </p:nvSpPr>
        <p:spPr>
          <a:xfrm>
            <a:off x="9867900" y="5381625"/>
            <a:ext cx="142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频带＋残差</a:t>
            </a:r>
            <a:endParaRPr sz="165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矩形 168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Loss 取各次最高验证准确率 checkpoint 对应的值，包含标签平滑交叉熵。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S20 同种子配对差值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Chart"/>
          <p:cNvGraphicFramePr/>
          <p:nvPr/>
        </p:nvGraphicFramePr>
        <p:xfrm>
          <a:off x="619125" y="1333500"/>
          <a:ext cx="109537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纵轴单位为百分点，正值表示高于 Baseline。频带 6/10 次高于 Baseline，频带＋残差 7/10 次高于 Baseline。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平均验证 accuracy 随训练轮数变化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Chart"/>
          <p:cNvGraphicFramePr/>
          <p:nvPr/>
        </p:nvGraphicFramePr>
        <p:xfrm>
          <a:off x="457200" y="1314450"/>
          <a:ext cx="557212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="6315075" y="1314450"/>
          <a:ext cx="557212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曲线为 10 个种子的逐轮均值，仅覆盖所有配置都完成的轮数。完整逐次曲线见附录。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平均验证 loss 随训练轮数变化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Chart"/>
          <p:cNvGraphicFramePr/>
          <p:nvPr/>
        </p:nvGraphicFramePr>
        <p:xfrm>
          <a:off x="457200" y="1314450"/>
          <a:ext cx="557212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="6315075" y="1314450"/>
          <a:ext cx="557212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曲线为 10 个种子的逐轮均值，仅覆盖所有配置都完成的轮数。完整逐次曲线见附录。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S20 十个种子的逐次结果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71500" y="1238250"/>
          <a:ext cx="11049000" cy="4572000"/>
        </p:xfrm>
        <a:graphic>
          <a:graphicData uri="http://schemas.openxmlformats.org/drawingml/2006/table">
            <a:tbl>
              <a:tblPr/>
              <a:tblGrid>
                <a:gridCol w="1333500"/>
                <a:gridCol w="2476500"/>
                <a:gridCol w="2476500"/>
                <a:gridCol w="2762250"/>
                <a:gridCol w="2000250"/>
              </a:tblGrid>
              <a:tr h="4156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Seed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Baseline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频带＋残差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验证窗口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63.24%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69.12%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67.65%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61.76%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63.24%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66.18%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60.29%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52.94%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57.35%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67.65%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58.82%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61.76%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55.38%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61.54%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56.92%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63.64%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71.21%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66.67%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69.35%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70.97%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66.13%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64.52%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67.74%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69.35%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58.73%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53.97%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68.25%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64.62%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61.54%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67.69%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</a:t>
                      </a:r>
                      <a:endParaRPr sz="172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42–46 为前五次，47–51 为新增五次。验证窗口数随 trial 划分变化，组间始终保持一致。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新增五次与前五次的对照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71500" y="1476375"/>
          <a:ext cx="11049000" cy="2857500"/>
        </p:xfrm>
        <a:graphic>
          <a:graphicData uri="http://schemas.openxmlformats.org/drawingml/2006/table">
            <a:tbl>
              <a:tblPr/>
              <a:tblGrid>
                <a:gridCol w="2476500"/>
                <a:gridCol w="2857500"/>
                <a:gridCol w="2857500"/>
                <a:gridCol w="2857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前五次 S20 acc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新增五次 S20 acc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全部十次 S20 acc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Baseline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61.67 ± 4.46%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64.17 ± 3.78%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62.92 ± 4.11%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61.13 ± 5.93%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65.09 ± 7.34%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63.11 ± 6.63%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频带＋残差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61.97 ± 4.92%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67.62 ± 1.28%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64.80 ± 4.51%</a:t>
                      </a:r>
                      <a:endParaRPr sz="1875" b="0">
                        <a:solidFill>
                          <a:srgbClr val="1532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571500" y="4810125"/>
            <a:ext cx="108585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两批使用相同数据范围与训练规则。</a:t>
            </a:r>
            <a:endParaRPr sz="21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新增实验扩大了随机初始化与划分的覆盖范围。</a:t>
            </a:r>
            <a:endParaRPr sz="21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每批 n=5，合并后 n=10。重复种子共享受试者数据，不能等同于十个独立受试者实验。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结果解读与后续消融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13525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预训练表现</a:t>
            </a:r>
            <a:endParaRPr sz="217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频带＋残差为 88.03 ± 1.15%，Baseline 为 86.72 ± 1.09%。</a:t>
            </a:r>
            <a:endParaRPr sz="2175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2600325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迁移到 S20</a:t>
            </a:r>
            <a:endParaRPr sz="21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频带＋残差相对 Baseline 平均 +1.88 个百分点，单次提升与下降并存。</a:t>
            </a:r>
            <a:endParaRPr sz="21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384810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结论边界</a:t>
            </a:r>
            <a:endParaRPr sz="202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当前比较包含空间卷积形式、归一化与参数量变化，也使用验证集选择模型。</a:t>
            </a:r>
            <a:endParaRPr sz="202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52197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后续可增加宽带 Depthwise 前端对照，并用独立测试集与更多目标被试检验迁移收益。</a:t>
            </a:r>
            <a:endParaRPr sz="18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以上后续项目仅作为实验建议，本轮未额外执行。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实验文件与复现入口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1381125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远端项目</a:t>
            </a:r>
            <a:endParaRPr sz="1950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/home/kxy/LYC/Finger-BCI-Decoding-main</a:t>
            </a:r>
            <a:endParaRPr sz="1950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2400300"/>
            <a:ext cx="11049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结果目录</a:t>
            </a:r>
            <a:endParaRPr sz="18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/home/kxy/LYC/experiments/</a:t>
            </a:r>
            <a:endParaRPr sz="18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conformer_depth1_win3_ME2_repeats10_20261020</a:t>
            </a:r>
            <a:endParaRPr sz="18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37814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每次运行：seed_XX/variant/</a:t>
            </a:r>
            <a:endParaRPr sz="1950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checkpoint、config、history、trial/window split 与融合权重</a:t>
            </a:r>
            <a:endParaRPr sz="1950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4857750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汇总：REPORT.md、run_metrics.csv、descriptive_statistics.csv</a:t>
            </a:r>
            <a:endParaRPr sz="18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源码快照：source/，核验记录：final_verification.json</a:t>
            </a:r>
            <a:endParaRPr sz="1875" b="0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60388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原仓库：https://github.com/bfinl/Finger-BCI-Decoding。Baseline 指本工作区当前 EEGConformer 实现。</a:t>
            </a:r>
            <a:endParaRPr sz="1575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附录：全部训练与验证 accuracy 曲线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384" y="1143000"/>
            <a:ext cx="8327231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571500" y="3429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32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附录：全部训练与验证 loss 曲线</a:t>
            </a:r>
            <a:endParaRPr sz="3300" b="1">
              <a:solidFill>
                <a:srgbClr val="1532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144250" y="64293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67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350" b="0">
              <a:solidFill>
                <a:srgbClr val="5267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384" y="1143000"/>
            <a:ext cx="8327231" cy="5124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3264</Words>
  <Application>WPS 演示</Application>
  <PresentationFormat>Converted Presentation</PresentationFormat>
  <Paragraphs>539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World</cp:lastModifiedBy>
  <cp:revision>1</cp:revision>
  <dcterms:created xsi:type="dcterms:W3CDTF">2026-10-21T16:28:54Z</dcterms:created>
  <dcterms:modified xsi:type="dcterms:W3CDTF">2026-10-21T16:28:54Z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0458D4B963234CC9A531F7381ACE4BA2_12</vt:lpwstr>
  </property>
</Properties>
</file>