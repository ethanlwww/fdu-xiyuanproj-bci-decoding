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26cb8915934eff" /><Relationship Type="http://schemas.openxmlformats.org/officeDocument/2006/relationships/extended-properties" Target="/docProps/app.xml" Id="Ra3ed0a76f0554d94" /><Relationship Type="http://schemas.openxmlformats.org/officeDocument/2006/relationships/officeDocument" Target="/ppt/presentation.xml" Id="R2086adc79d7049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d44e00bb6f4109"/>
  </p:sldMasterIdLst>
  <p:notesMasterIdLst>
    <p:notesMasterId xmlns:r="http://schemas.openxmlformats.org/officeDocument/2006/relationships" r:id="R46974dd710b74711"/>
  </p:notesMasterIdLst>
  <p:sldIdLst>
    <p:sldId xmlns:r="http://schemas.openxmlformats.org/officeDocument/2006/relationships" id="256" r:id="Rb82279e4de544c77"/>
    <p:sldId xmlns:r="http://schemas.openxmlformats.org/officeDocument/2006/relationships" id="257" r:id="Rbc0b54bd91f044a2"/>
    <p:sldId xmlns:r="http://schemas.openxmlformats.org/officeDocument/2006/relationships" id="258" r:id="R8f41770819ff423d"/>
    <p:sldId xmlns:r="http://schemas.openxmlformats.org/officeDocument/2006/relationships" id="259" r:id="R1b33dcc04f0c4288"/>
    <p:sldId xmlns:r="http://schemas.openxmlformats.org/officeDocument/2006/relationships" id="260" r:id="R1784d15cee6f40b2"/>
    <p:sldId xmlns:r="http://schemas.openxmlformats.org/officeDocument/2006/relationships" id="261" r:id="Redd5a7ee42844c61"/>
    <p:sldId xmlns:r="http://schemas.openxmlformats.org/officeDocument/2006/relationships" id="262" r:id="Rab5171c2b5c048dc"/>
    <p:sldId xmlns:r="http://schemas.openxmlformats.org/officeDocument/2006/relationships" id="263" r:id="R969e5ec117df4eb6"/>
    <p:sldId xmlns:r="http://schemas.openxmlformats.org/officeDocument/2006/relationships" id="264" r:id="R829377eadda44abb"/>
    <p:sldId xmlns:r="http://schemas.openxmlformats.org/officeDocument/2006/relationships" id="265" r:id="Rea83819d4c7d4f34"/>
    <p:sldId xmlns:r="http://schemas.openxmlformats.org/officeDocument/2006/relationships" id="266" r:id="Rbb23d7a172b44a96"/>
    <p:sldId xmlns:r="http://schemas.openxmlformats.org/officeDocument/2006/relationships" id="267" r:id="R826046813db94290"/>
    <p:sldId xmlns:r="http://schemas.openxmlformats.org/officeDocument/2006/relationships" id="268" r:id="Rdacc05d5595e4eb5"/>
    <p:sldId xmlns:r="http://schemas.openxmlformats.org/officeDocument/2006/relationships" id="269" r:id="R8da0e18cf4154c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72fe27d8cf4ddd" /><Relationship Type="http://schemas.openxmlformats.org/officeDocument/2006/relationships/slideMaster" Target="/ppt/slideMasters/slideMaster1.xml" Id="R5ad44e00bb6f4109" /><Relationship Type="http://schemas.openxmlformats.org/officeDocument/2006/relationships/notesMaster" Target="/ppt/notesMasters/notesMaster1.xml" Id="R46974dd710b74711" /><Relationship Type="http://schemas.openxmlformats.org/officeDocument/2006/relationships/presProps" Target="/ppt/presProps.xml" Id="R11d6a8a7f6eb4c8f" /><Relationship Type="http://schemas.openxmlformats.org/officeDocument/2006/relationships/tableStyles" Target="/ppt/tableStyles.xml" Id="R8358842d8ebc4b20" /><Relationship Type="http://schemas.openxmlformats.org/officeDocument/2006/relationships/slide" Target="/ppt/slides/slide1.xml" Id="Rb82279e4de544c77" /><Relationship Type="http://schemas.openxmlformats.org/officeDocument/2006/relationships/slide" Target="/ppt/slides/slide2.xml" Id="Rbc0b54bd91f044a2" /><Relationship Type="http://schemas.openxmlformats.org/officeDocument/2006/relationships/slide" Target="/ppt/slides/slide3.xml" Id="R8f41770819ff423d" /><Relationship Type="http://schemas.openxmlformats.org/officeDocument/2006/relationships/slide" Target="/ppt/slides/slide4.xml" Id="R1b33dcc04f0c4288" /><Relationship Type="http://schemas.openxmlformats.org/officeDocument/2006/relationships/slide" Target="/ppt/slides/slide5.xml" Id="R1784d15cee6f40b2" /><Relationship Type="http://schemas.openxmlformats.org/officeDocument/2006/relationships/slide" Target="/ppt/slides/slide6.xml" Id="Redd5a7ee42844c61" /><Relationship Type="http://schemas.openxmlformats.org/officeDocument/2006/relationships/slide" Target="/ppt/slides/slide7.xml" Id="Rab5171c2b5c048dc" /><Relationship Type="http://schemas.openxmlformats.org/officeDocument/2006/relationships/slide" Target="/ppt/slides/slide8.xml" Id="R969e5ec117df4eb6" /><Relationship Type="http://schemas.openxmlformats.org/officeDocument/2006/relationships/slide" Target="/ppt/slides/slide9.xml" Id="R829377eadda44abb" /><Relationship Type="http://schemas.openxmlformats.org/officeDocument/2006/relationships/slide" Target="/ppt/slides/slide10.xml" Id="Rea83819d4c7d4f34" /><Relationship Type="http://schemas.openxmlformats.org/officeDocument/2006/relationships/slide" Target="/ppt/slides/slide11.xml" Id="Rbb23d7a172b44a96" /><Relationship Type="http://schemas.openxmlformats.org/officeDocument/2006/relationships/slide" Target="/ppt/slides/slide12.xml" Id="R826046813db94290" /><Relationship Type="http://schemas.openxmlformats.org/officeDocument/2006/relationships/slide" Target="/ppt/slides/slide13.xml" Id="Rdacc05d5595e4eb5" /><Relationship Type="http://schemas.openxmlformats.org/officeDocument/2006/relationships/slide" Target="/ppt/slides/slide14.xml" Id="R8da0e18cf4154c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7d9cc3754343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8a9c796ef74b23" /><Relationship Type="http://schemas.openxmlformats.org/officeDocument/2006/relationships/notesMaster" Target="/ppt/notesMasters/notesMaster1.xml" Id="Rd31a4b06e11d4f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9e98b290744733" /><Relationship Type="http://schemas.openxmlformats.org/officeDocument/2006/relationships/notesMaster" Target="/ppt/notesMasters/notesMaster1.xml" Id="R38955e3811fd4b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36a1bf726e4553" /><Relationship Type="http://schemas.openxmlformats.org/officeDocument/2006/relationships/notesMaster" Target="/ppt/notesMasters/notesMaster1.xml" Id="R89df989dce544e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5e8153dab845ba" /><Relationship Type="http://schemas.openxmlformats.org/officeDocument/2006/relationships/notesMaster" Target="/ppt/notesMasters/notesMaster1.xml" Id="Rd6bb8dab8d2d4f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817282034c4b79" /><Relationship Type="http://schemas.openxmlformats.org/officeDocument/2006/relationships/notesMaster" Target="/ppt/notesMasters/notesMaster1.xml" Id="R4c98c94facfc4d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c3074e43354896" /><Relationship Type="http://schemas.openxmlformats.org/officeDocument/2006/relationships/notesMaster" Target="/ppt/notesMasters/notesMaster1.xml" Id="R61c96e2d7d1944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7360557f63476a" /><Relationship Type="http://schemas.openxmlformats.org/officeDocument/2006/relationships/notesMaster" Target="/ppt/notesMasters/notesMaster1.xml" Id="Rf19a8b6579fb4f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03bb648cb34d63" /><Relationship Type="http://schemas.openxmlformats.org/officeDocument/2006/relationships/notesMaster" Target="/ppt/notesMasters/notesMaster1.xml" Id="Rcbe1046cdc244b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deceb860284e5d" /><Relationship Type="http://schemas.openxmlformats.org/officeDocument/2006/relationships/notesMaster" Target="/ppt/notesMasters/notesMaster1.xml" Id="R3b3f5dda37b249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6974b9559e4d42" /><Relationship Type="http://schemas.openxmlformats.org/officeDocument/2006/relationships/notesMaster" Target="/ppt/notesMasters/notesMaster1.xml" Id="R426ce21ce6d84d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32cc333ab24f0f" /><Relationship Type="http://schemas.openxmlformats.org/officeDocument/2006/relationships/notesMaster" Target="/ppt/notesMasters/notesMaster1.xml" Id="R569da11e1ce547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04322d702342fa" /><Relationship Type="http://schemas.openxmlformats.org/officeDocument/2006/relationships/notesMaster" Target="/ppt/notesMasters/notesMaster1.xml" Id="R10ee4548ef944b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c19ba078af4856" /><Relationship Type="http://schemas.openxmlformats.org/officeDocument/2006/relationships/notesMaster" Target="/ppt/notesMasters/notesMaster1.xml" Id="R0157c1c54d994c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8f504693254021" /><Relationship Type="http://schemas.openxmlformats.org/officeDocument/2006/relationships/notesMaster" Target="/ppt/notesMasters/notesMaster1.xml" Id="R1ef3d649845047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来源：E:/VSCode/Finger-BCI-Decoding-main/experiment_results/conformer_scaling_S21_20261021/protocol.json。此前 S20 重复实验另有独立报告。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记录日期：2026-10-21（Asia/Shanghai）。</a:t>
            </a:r>
          </a:p>
          <a:p xmlns:a="http://schemas.openxmlformats.org/drawingml/2006/main">
            <a:r>
              <a:t>来源：E:/VSCode/Finger-BCI-Decoding-main/experiment_results/conformer_scaling_S21_20261021/protocol.json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记录日期：2026-10-21（Asia/Shanghai）。</a:t>
            </a:r>
          </a:p>
          <a:p xmlns:a="http://schemas.openxmlformats.org/drawingml/2006/main">
            <a:r>
              <a:t>来源：E:/VSCode/Finger-BCI-Decoding-main/experiment_results/conformer_scaling_S21_20261021/subject_data_counts.json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记录日期：2026-10-21（Asia/Shanghai）。</a:t>
            </a:r>
          </a:p>
          <a:p xmlns:a="http://schemas.openxmlformats.org/drawingml/2006/main">
            <a:r>
              <a:t>来源：E:/VSCode/Finger-BCI-Decoding-main/experiment_results/conformer_scaling_S21_20261021/protocol.json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记录日期：2026-10-21（Asia/Shanghai）。</a:t>
            </a:r>
          </a:p>
          <a:p xmlns:a="http://schemas.openxmlformats.org/drawingml/2006/main">
            <a:r>
              <a:t>来源：E:/VSCode/Finger-BCI-Decoding-main/experiment_results/conformer_scaling_S21_20261021/RUNNING_AND_REPRODUCTION.md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记录日期：2026-10-21（Asia/Shanghai）。</a:t>
            </a:r>
          </a:p>
          <a:p xmlns:a="http://schemas.openxmlformats.org/drawingml/2006/main">
            <a:r>
              <a:t>来源：E:/VSCode/Finger-BCI-Decoding-main/experiment_results/conformer_scaling_S21_20261021/event_pairing_audit.json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记录日期：2026-10-21（Asia/Shanghai）。</a:t>
            </a:r>
          </a:p>
          <a:p xmlns:a="http://schemas.openxmlformats.org/drawingml/2006/main">
            <a:r>
              <a:t>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记录日期：2026-10-21（Asia/Shanghai）。</a:t>
            </a:r>
          </a:p>
          <a:p xmlns:a="http://schemas.openxmlformats.org/drawingml/2006/main">
            <a:r>
              <a:t>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记录日期：2026-10-21（Asia/Shanghai）。</a:t>
            </a:r>
          </a:p>
          <a:p xmlns:a="http://schemas.openxmlformats.org/drawingml/2006/main">
            <a:r>
              <a:t>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记录日期：2026-10-21（Asia/Shanghai）。</a:t>
            </a:r>
          </a:p>
          <a:p xmlns:a="http://schemas.openxmlformats.org/drawingml/2006/main">
            <a:r>
              <a:t>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记录日期：2026-10-21（Asia/Shanghai）。</a:t>
            </a:r>
          </a:p>
          <a:p xmlns:a="http://schemas.openxmlformats.org/drawingml/2006/main">
            <a:r>
              <a:t>来源：E:/VSCode/Finger-BCI-Decoding-main/experiment_results/conformer_scaling_S21_20261021/summary.json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记录日期：2026-10-21（Asia/Shanghai）。</a:t>
            </a:r>
          </a:p>
          <a:p xmlns:a="http://schemas.openxmlformats.org/drawingml/2006/main">
            <a:r>
              <a:t>来源：E:/VSCode/Finger-BCI-Decoding-main/experiment_results/conformer_scaling_S21_20261021/REPORT.md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记录日期：2026-10-21（Asia/Shanghai）。</a:t>
            </a:r>
          </a:p>
          <a:p xmlns:a="http://schemas.openxmlformats.org/drawingml/2006/main">
            <a:r>
              <a:t>来源：E:/VSCode/Finger-BCI-Decoding-main/experiment_results/conformer_scaling_S21_20261021/accuracy_comparison.png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记录日期：2026-10-21（Asia/Shanghai）。</a:t>
            </a:r>
          </a:p>
          <a:p xmlns:a="http://schemas.openxmlformats.org/drawingml/2006/main">
            <a:r>
              <a:t>来源：E:/VSCode/Finger-BCI-Decoding-main/experiment_results/conformer_scaling_S21_20261021/loss_comparison.png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43082aae841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6a201c81a847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578b3955c44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8a4602b2140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9f90853ec43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009860b4e64c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4FA642-43EF-4746-AFFD-3C8506858B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E164E6-905B-46EB-B4CE-E5864FAF3D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98555BB-5190-4FF7-9FA0-41D83C1891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2D9CE0-E625-4569-9592-77F284793D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B1D42B8-F73C-494A-9964-FB97DE7F19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26999A-9ACB-404B-B358-0173AF9E54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8C23B3-DA01-4F21-89C5-5A321D836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DEF9BC9-B4A5-4B92-A10E-D857420C71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5D1D57-EC0C-4021-910C-F71982C6BC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CE4E83-D107-49CC-AADE-7BDE49EE0C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ca7577d19c440e" /><Relationship Type="http://schemas.openxmlformats.org/officeDocument/2006/relationships/slideLayout" Target="/ppt/slideLayouts/slideLayout1.xml" Id="R4ce9014f762744f1" /><Relationship Type="http://schemas.openxmlformats.org/officeDocument/2006/relationships/slideLayout" Target="/ppt/slideLayouts/slideLayout2.xml" Id="Re051e781115e4090" /><Relationship Type="http://schemas.openxmlformats.org/officeDocument/2006/relationships/slideLayout" Target="/ppt/slideLayouts/slideLayout3.xml" Id="R95668469522f4f05" /><Relationship Type="http://schemas.openxmlformats.org/officeDocument/2006/relationships/slideLayout" Target="/ppt/slideLayouts/slideLayout4.xml" Id="R92591ae9caa64da2" /><Relationship Type="http://schemas.openxmlformats.org/officeDocument/2006/relationships/slideLayout" Target="/ppt/slideLayouts/slideLayout5.xml" Id="R886593e6a52f4443" /><Relationship Type="http://schemas.openxmlformats.org/officeDocument/2006/relationships/slideLayout" Target="/ppt/slideLayouts/slideLayout6.xml" Id="R75e2ec1f09954e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e9014f762744f1"/>
    <p:sldLayoutId xmlns:r="http://schemas.openxmlformats.org/officeDocument/2006/relationships" id="2147483650" r:id="Re051e781115e4090"/>
    <p:sldLayoutId xmlns:r="http://schemas.openxmlformats.org/officeDocument/2006/relationships" id="2147483651" r:id="R95668469522f4f05"/>
    <p:sldLayoutId xmlns:r="http://schemas.openxmlformats.org/officeDocument/2006/relationships" id="2147483652" r:id="R92591ae9caa64da2"/>
    <p:sldLayoutId xmlns:r="http://schemas.openxmlformats.org/officeDocument/2006/relationships" id="2147483653" r:id="R886593e6a52f4443"/>
    <p:sldLayoutId xmlns:r="http://schemas.openxmlformats.org/officeDocument/2006/relationships" id="2147483654" r:id="R75e2ec1f09954e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8547b9d511413e" /><Relationship Type="http://schemas.openxmlformats.org/officeDocument/2006/relationships/notesSlide" Target="/ppt/notesSlides/notesSlide1.xml" Id="R7b71b9e9f5d047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0411603d8448aa" /><Relationship Type="http://schemas.openxmlformats.org/officeDocument/2006/relationships/notesSlide" Target="/ppt/notesSlides/notesSlide2.xml" Id="Rc391a1bf488f4c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583accf7de4ed0" /><Relationship Type="http://schemas.openxmlformats.org/officeDocument/2006/relationships/notesSlide" Target="/ppt/notesSlides/notesSlide3.xml" Id="R4b39303a36e246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f49ed0197e430b" /><Relationship Type="http://schemas.openxmlformats.org/officeDocument/2006/relationships/notesSlide" Target="/ppt/notesSlides/notesSlide4.xml" Id="Rcd66779e2a2f4e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272bc60cdf40b6" /><Relationship Type="http://schemas.openxmlformats.org/officeDocument/2006/relationships/notesSlide" Target="/ppt/notesSlides/notesSlide5.xml" Id="Rf21ab22314ac48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cd2132503d4bd5" /><Relationship Type="http://schemas.openxmlformats.org/officeDocument/2006/relationships/notesSlide" Target="/ppt/notesSlides/notesSlide6.xml" Id="R49604259c5d34c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3fc2810e2e4c0a" /><Relationship Type="http://schemas.openxmlformats.org/officeDocument/2006/relationships/notesSlide" Target="/ppt/notesSlides/notesSlide7.xml" Id="Rdc6c8bc28d8542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60baf5c4d641c4" /><Relationship Type="http://schemas.openxmlformats.org/officeDocument/2006/relationships/chart" Target="/ppt/slides/charts/chart1.xml" Id="R7d273ecff08a4624" /><Relationship Type="http://schemas.openxmlformats.org/officeDocument/2006/relationships/notesSlide" Target="/ppt/notesSlides/notesSlide8.xml" Id="R8b0e23e2a73045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55f0c394d544d3" /><Relationship Type="http://schemas.openxmlformats.org/officeDocument/2006/relationships/chart" Target="/ppt/slides/charts/chart2.xml" Id="R4f0484d6f796471d" /><Relationship Type="http://schemas.openxmlformats.org/officeDocument/2006/relationships/chart" Target="/ppt/slides/charts/chart3.xml" Id="R190c6d6bf58e4b7a" /><Relationship Type="http://schemas.openxmlformats.org/officeDocument/2006/relationships/notesSlide" Target="/ppt/notesSlides/notesSlide9.xml" Id="R5a7b90930ca54c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8435f409ff4003" /><Relationship Type="http://schemas.openxmlformats.org/officeDocument/2006/relationships/chart" Target="/ppt/slides/charts/chart4.xml" Id="R6954065caf7f4379" /><Relationship Type="http://schemas.openxmlformats.org/officeDocument/2006/relationships/chart" Target="/ppt/slides/charts/chart5.xml" Id="R4de2b660dba94b72" /><Relationship Type="http://schemas.openxmlformats.org/officeDocument/2006/relationships/notesSlide" Target="/ppt/notesSlides/notesSlide10.xml" Id="R0e9f868d792741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1893be641429a" /><Relationship Type="http://schemas.openxmlformats.org/officeDocument/2006/relationships/notesSlide" Target="/ppt/notesSlides/notesSlide11.xml" Id="Rb42c61a1d72645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276302e884c37" /><Relationship Type="http://schemas.openxmlformats.org/officeDocument/2006/relationships/notesSlide" Target="/ppt/notesSlides/notesSlide12.xml" Id="R38674fe8ff3949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cc4f4c3a7b4e2b" /><Relationship Type="http://schemas.openxmlformats.org/officeDocument/2006/relationships/image" Target="/ppt/media/image.png" Id="R11b602acc2e545ad" /><Relationship Type="http://schemas.openxmlformats.org/officeDocument/2006/relationships/notesSlide" Target="/ppt/notesSlides/notesSlide13.xml" Id="R72a490b42bb946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ff92b2737d4cf5" /><Relationship Type="http://schemas.openxmlformats.org/officeDocument/2006/relationships/image" Target="/ppt/media/image2.png" Id="R1d9cfeb9f2d344f2" /><Relationship Type="http://schemas.openxmlformats.org/officeDocument/2006/relationships/notesSlide" Target="/ppt/notesSlides/notesSlide14.xml" Id="R9e92ee4add0547f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S21 最佳验证 accuracy</c:v>
          </c:tx>
          <c:spPr>
            <a:solidFill xmlns:a="http://schemas.openxmlformats.org/drawingml/2006/main">
              <a:srgbClr val="377EB8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3 人参考</c:v>
                </c:pt>
                <c:pt idx="1">
                  <c:v>5 人</c:v>
                </c:pt>
                <c:pt idx="2">
                  <c:v>10 人</c:v>
                </c:pt>
                <c:pt idx="3">
                  <c:v>20 人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0.5588235259</c:v>
                </c:pt>
                <c:pt idx="1">
                  <c:v>0.5882353187</c:v>
                </c:pt>
                <c:pt idx="2">
                  <c:v>0.6470588446</c:v>
                </c:pt>
                <c:pt idx="3">
                  <c:v>0.6764705777</c:v>
                </c:pt>
              </c:numCache>
            </c:numRef>
          </c:val>
        </c:ser>
        <c:dLbls>
          <c:numFmt formatCode="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3 人参考组</c:v>
          </c:tx>
          <c:spPr>
            <a:ln xmlns:a="http://schemas.openxmlformats.org/drawingml/2006/main" w="19050">
              <a:solidFill>
                <a:srgbClr val="377EB8"/>
              </a:solidFill>
            </a:ln>
          </c:spPr>
          <c:marker>
            <c:symbol val="none"/>
          </c:marker>
          <c:xVal>
            <c:numRef>
              <c:f>'Chart Data'!$A$2:$A$85</c:f>
              <c:numCache>
                <c:formatCode>General</c:formatCode>
                <c:ptCount val="8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</c:numCache>
            </c:numRef>
          </c:xVal>
          <c:yVal>
            <c:numRef>
              <c:f>'Chart Data'!$B$2:$B$85</c:f>
              <c:numCache>
                <c:formatCode>0%</c:formatCode>
                <c:ptCount val="84"/>
                <c:pt idx="0">
                  <c:v>0.5020185113</c:v>
                </c:pt>
                <c:pt idx="1">
                  <c:v>0.7411541343</c:v>
                </c:pt>
                <c:pt idx="2">
                  <c:v>0.7929232717</c:v>
                </c:pt>
                <c:pt idx="3">
                  <c:v>0.836380899</c:v>
                </c:pt>
                <c:pt idx="4">
                  <c:v>0.7898361683</c:v>
                </c:pt>
                <c:pt idx="5">
                  <c:v>0.8335312009</c:v>
                </c:pt>
                <c:pt idx="6">
                  <c:v>0.8014723063</c:v>
                </c:pt>
                <c:pt idx="7">
                  <c:v>0.8468297124</c:v>
                </c:pt>
                <c:pt idx="8">
                  <c:v>0.8256946206</c:v>
                </c:pt>
                <c:pt idx="9">
                  <c:v>0.8546663523</c:v>
                </c:pt>
                <c:pt idx="10">
                  <c:v>0.8325813413</c:v>
                </c:pt>
                <c:pt idx="11">
                  <c:v>0.8475421667</c:v>
                </c:pt>
                <c:pt idx="12">
                  <c:v>0.8278318644</c:v>
                </c:pt>
                <c:pt idx="13">
                  <c:v>0.8473047018</c:v>
                </c:pt>
                <c:pt idx="14">
                  <c:v>0.8546663523</c:v>
                </c:pt>
                <c:pt idx="15">
                  <c:v>0.8589408398</c:v>
                </c:pt>
                <c:pt idx="16">
                  <c:v>0.836380899</c:v>
                </c:pt>
                <c:pt idx="17">
                  <c:v>0.8577535152</c:v>
                </c:pt>
                <c:pt idx="18">
                  <c:v>0.8356685042</c:v>
                </c:pt>
                <c:pt idx="19">
                  <c:v>0.8520541191</c:v>
                </c:pt>
                <c:pt idx="20">
                  <c:v>0.8575160503</c:v>
                </c:pt>
                <c:pt idx="21">
                  <c:v>0.8147708178</c:v>
                </c:pt>
                <c:pt idx="22">
                  <c:v>0.8375682831</c:v>
                </c:pt>
                <c:pt idx="23">
                  <c:v>0.8439800739</c:v>
                </c:pt>
                <c:pt idx="24">
                  <c:v>0.8520541191</c:v>
                </c:pt>
                <c:pt idx="25">
                  <c:v>0.8425552249</c:v>
                </c:pt>
                <c:pt idx="26">
                  <c:v>0.8556162715</c:v>
                </c:pt>
                <c:pt idx="27">
                  <c:v>0.8617905378</c:v>
                </c:pt>
                <c:pt idx="28">
                  <c:v>0.8413678408</c:v>
                </c:pt>
                <c:pt idx="29">
                  <c:v>0.7888862491</c:v>
                </c:pt>
                <c:pt idx="30">
                  <c:v>0.8480170965</c:v>
                </c:pt>
                <c:pt idx="31">
                  <c:v>0.8648777008</c:v>
                </c:pt>
                <c:pt idx="32">
                  <c:v>0.8617905378</c:v>
                </c:pt>
                <c:pt idx="33">
                  <c:v>0.8570410609</c:v>
                </c:pt>
                <c:pt idx="34">
                  <c:v>0.8601282239</c:v>
                </c:pt>
                <c:pt idx="35">
                  <c:v>0.8653526306</c:v>
                </c:pt>
                <c:pt idx="36">
                  <c:v>0.8663025498</c:v>
                </c:pt>
                <c:pt idx="37">
                  <c:v>0.862977922</c:v>
                </c:pt>
                <c:pt idx="38">
                  <c:v>0.8285442591</c:v>
                </c:pt>
                <c:pt idx="39">
                  <c:v>0.8679648638</c:v>
                </c:pt>
                <c:pt idx="40">
                  <c:v>0.8691522479</c:v>
                </c:pt>
                <c:pt idx="41">
                  <c:v>0.8313939571</c:v>
                </c:pt>
                <c:pt idx="42">
                  <c:v>0.8594158292</c:v>
                </c:pt>
                <c:pt idx="43">
                  <c:v>0.8570410609</c:v>
                </c:pt>
                <c:pt idx="44">
                  <c:v>0.8648777008</c:v>
                </c:pt>
                <c:pt idx="45">
                  <c:v>0.8698646426</c:v>
                </c:pt>
                <c:pt idx="46">
                  <c:v>0.8682023287</c:v>
                </c:pt>
                <c:pt idx="47">
                  <c:v>0.85846591</c:v>
                </c:pt>
                <c:pt idx="48">
                  <c:v>0.864402771</c:v>
                </c:pt>
                <c:pt idx="49">
                  <c:v>0.8544288874</c:v>
                </c:pt>
                <c:pt idx="50">
                  <c:v>0.8596532941</c:v>
                </c:pt>
                <c:pt idx="51">
                  <c:v>0.86582762</c:v>
                </c:pt>
                <c:pt idx="52">
                  <c:v>0.8684397936</c:v>
                </c:pt>
                <c:pt idx="53">
                  <c:v>0.8620280027</c:v>
                </c:pt>
                <c:pt idx="54">
                  <c:v>0.8610781431</c:v>
                </c:pt>
                <c:pt idx="55">
                  <c:v>0.8549038172</c:v>
                </c:pt>
                <c:pt idx="56">
                  <c:v>0.8527665734</c:v>
                </c:pt>
                <c:pt idx="57">
                  <c:v>0.8399429917</c:v>
                </c:pt>
                <c:pt idx="58">
                  <c:v>0.8439800739</c:v>
                </c:pt>
                <c:pt idx="59">
                  <c:v>0.8513417244</c:v>
                </c:pt>
                <c:pt idx="60">
                  <c:v>0.8606031537</c:v>
                </c:pt>
                <c:pt idx="61">
                  <c:v>0.8689147234</c:v>
                </c:pt>
                <c:pt idx="62">
                  <c:v>0.8582284451</c:v>
                </c:pt>
                <c:pt idx="63">
                  <c:v>0.8527665734</c:v>
                </c:pt>
                <c:pt idx="64">
                  <c:v>0.8539539576</c:v>
                </c:pt>
                <c:pt idx="65">
                  <c:v>0.8449299335</c:v>
                </c:pt>
                <c:pt idx="66">
                  <c:v>0.8525291085</c:v>
                </c:pt>
                <c:pt idx="67">
                  <c:v>0.8684397936</c:v>
                </c:pt>
                <c:pt idx="68">
                  <c:v>0.8532415032</c:v>
                </c:pt>
                <c:pt idx="69">
                  <c:v>0.8539539576</c:v>
                </c:pt>
                <c:pt idx="70">
                  <c:v>0.856803596</c:v>
                </c:pt>
                <c:pt idx="71">
                  <c:v>0.8508667946</c:v>
                </c:pt>
                <c:pt idx="72">
                  <c:v>0.8617905378</c:v>
                </c:pt>
                <c:pt idx="73">
                  <c:v>0.864402771</c:v>
                </c:pt>
                <c:pt idx="74">
                  <c:v>0.8546663523</c:v>
                </c:pt>
                <c:pt idx="75">
                  <c:v>0.8603656888</c:v>
                </c:pt>
                <c:pt idx="76">
                  <c:v>0.8606031537</c:v>
                </c:pt>
                <c:pt idx="77">
                  <c:v>0.8511042595</c:v>
                </c:pt>
                <c:pt idx="78">
                  <c:v>0.8539539576</c:v>
                </c:pt>
                <c:pt idx="79">
                  <c:v>0.8482545614</c:v>
                </c:pt>
                <c:pt idx="80">
                  <c:v>0.8532415032</c:v>
                </c:pt>
                <c:pt idx="81">
                  <c:v>0.8546663523</c:v>
                </c:pt>
                <c:pt idx="82">
                  <c:v>0.86582762</c:v>
                </c:pt>
                <c:pt idx="83">
                  <c:v>0.8665400147</c:v>
                </c:pt>
              </c:numCache>
            </c:numRef>
          </c:yVal>
          <c:smooth val="0"/>
        </c:ser>
        <c:ser>
          <c:idx val="1"/>
          <c:order val="1"/>
          <c:tx>
            <c:v>5 人组</c:v>
          </c:tx>
          <c:spPr>
            <a:ln xmlns:a="http://schemas.openxmlformats.org/drawingml/2006/main" w="19050">
              <a:solidFill>
                <a:srgbClr val="FF7F00"/>
              </a:solidFill>
            </a:ln>
          </c:spPr>
          <c:marker>
            <c:symbol val="none"/>
          </c:marker>
          <c:xVal>
            <c:numRef>
              <c:f>'Chart Data'!$C$2:$C$83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Data'!$D$2:$D$83</c:f>
              <c:numCache>
                <c:formatCode>0%</c:formatCode>
                <c:ptCount val="82"/>
                <c:pt idx="0">
                  <c:v>0.6687907577</c:v>
                </c:pt>
                <c:pt idx="1">
                  <c:v>0.7707458138</c:v>
                </c:pt>
                <c:pt idx="2">
                  <c:v>0.7330919504</c:v>
                </c:pt>
                <c:pt idx="3">
                  <c:v>0.7871108055</c:v>
                </c:pt>
                <c:pt idx="4">
                  <c:v>0.7772628665</c:v>
                </c:pt>
                <c:pt idx="5">
                  <c:v>0.7965242863</c:v>
                </c:pt>
                <c:pt idx="6">
                  <c:v>0.7845039964</c:v>
                </c:pt>
                <c:pt idx="7">
                  <c:v>0.753077507</c:v>
                </c:pt>
                <c:pt idx="8">
                  <c:v>0.7998551726</c:v>
                </c:pt>
                <c:pt idx="9">
                  <c:v>0.7992758751</c:v>
                </c:pt>
                <c:pt idx="10">
                  <c:v>0.8081100583</c:v>
                </c:pt>
                <c:pt idx="11">
                  <c:v>0.8097031116</c:v>
                </c:pt>
                <c:pt idx="12">
                  <c:v>0.8002896309</c:v>
                </c:pt>
                <c:pt idx="13">
                  <c:v>0.7995655537</c:v>
                </c:pt>
                <c:pt idx="14">
                  <c:v>0.8049239516</c:v>
                </c:pt>
                <c:pt idx="15">
                  <c:v>0.806227386</c:v>
                </c:pt>
                <c:pt idx="16">
                  <c:v>0.8031861186</c:v>
                </c:pt>
                <c:pt idx="17">
                  <c:v>0.8179579973</c:v>
                </c:pt>
                <c:pt idx="18">
                  <c:v>0.8076756001</c:v>
                </c:pt>
                <c:pt idx="19">
                  <c:v>0.7885590196</c:v>
                </c:pt>
                <c:pt idx="20">
                  <c:v>0.7934829593</c:v>
                </c:pt>
                <c:pt idx="21">
                  <c:v>0.8249095082</c:v>
                </c:pt>
                <c:pt idx="22">
                  <c:v>0.8104272485</c:v>
                </c:pt>
                <c:pt idx="23">
                  <c:v>0.8236060739</c:v>
                </c:pt>
                <c:pt idx="24">
                  <c:v>0.8037654161</c:v>
                </c:pt>
                <c:pt idx="25">
                  <c:v>0.8102824092</c:v>
                </c:pt>
                <c:pt idx="26">
                  <c:v>0.8311368823</c:v>
                </c:pt>
                <c:pt idx="27">
                  <c:v>0.8234612346</c:v>
                </c:pt>
                <c:pt idx="28">
                  <c:v>0.7527878284</c:v>
                </c:pt>
                <c:pt idx="29">
                  <c:v>0.8269370198</c:v>
                </c:pt>
                <c:pt idx="30">
                  <c:v>0.8263577223</c:v>
                </c:pt>
                <c:pt idx="31">
                  <c:v>0.7988414168</c:v>
                </c:pt>
                <c:pt idx="32">
                  <c:v>0.8218682408</c:v>
                </c:pt>
                <c:pt idx="33">
                  <c:v>0.8280955553</c:v>
                </c:pt>
                <c:pt idx="34">
                  <c:v>0.8118754625</c:v>
                </c:pt>
                <c:pt idx="35">
                  <c:v>0.8220130205</c:v>
                </c:pt>
                <c:pt idx="36">
                  <c:v>0.8228819966</c:v>
                </c:pt>
                <c:pt idx="37">
                  <c:v>0.8056480885</c:v>
                </c:pt>
                <c:pt idx="38">
                  <c:v>0.8165097833</c:v>
                </c:pt>
                <c:pt idx="39">
                  <c:v>0.8301231265</c:v>
                </c:pt>
                <c:pt idx="40">
                  <c:v>0.8128892183</c:v>
                </c:pt>
                <c:pt idx="41">
                  <c:v>0.8263577223</c:v>
                </c:pt>
                <c:pt idx="42">
                  <c:v>0.8243302107</c:v>
                </c:pt>
                <c:pt idx="43">
                  <c:v>0.8205648065</c:v>
                </c:pt>
                <c:pt idx="44">
                  <c:v>0.8379434943</c:v>
                </c:pt>
                <c:pt idx="45">
                  <c:v>0.8231716156</c:v>
                </c:pt>
                <c:pt idx="46">
                  <c:v>0.8241853714</c:v>
                </c:pt>
                <c:pt idx="47">
                  <c:v>0.8364952803</c:v>
                </c:pt>
                <c:pt idx="48">
                  <c:v>0.8286748528</c:v>
                </c:pt>
                <c:pt idx="49">
                  <c:v>0.8156408668</c:v>
                </c:pt>
                <c:pt idx="50">
                  <c:v>0.8263577223</c:v>
                </c:pt>
                <c:pt idx="51">
                  <c:v>0.8302679062</c:v>
                </c:pt>
                <c:pt idx="52">
                  <c:v>0.821144104</c:v>
                </c:pt>
                <c:pt idx="53">
                  <c:v>0.825923264</c:v>
                </c:pt>
                <c:pt idx="54">
                  <c:v>0.8333091736</c:v>
                </c:pt>
                <c:pt idx="55">
                  <c:v>0.8257784247</c:v>
                </c:pt>
                <c:pt idx="56">
                  <c:v>0.8081100583</c:v>
                </c:pt>
                <c:pt idx="57">
                  <c:v>0.8185372949</c:v>
                </c:pt>
                <c:pt idx="58">
                  <c:v>0.8140478134</c:v>
                </c:pt>
                <c:pt idx="59">
                  <c:v>0.8208544254</c:v>
                </c:pt>
                <c:pt idx="60">
                  <c:v>0.8353366852</c:v>
                </c:pt>
                <c:pt idx="61">
                  <c:v>0.834612608</c:v>
                </c:pt>
                <c:pt idx="62">
                  <c:v>0.8364952803</c:v>
                </c:pt>
                <c:pt idx="63">
                  <c:v>0.8314265013</c:v>
                </c:pt>
                <c:pt idx="64">
                  <c:v>0.8337436914</c:v>
                </c:pt>
                <c:pt idx="65">
                  <c:v>0.8344677687</c:v>
                </c:pt>
                <c:pt idx="66">
                  <c:v>0.8349022269</c:v>
                </c:pt>
                <c:pt idx="67">
                  <c:v>0.8349022269</c:v>
                </c:pt>
                <c:pt idx="68">
                  <c:v>0.8424330354</c:v>
                </c:pt>
                <c:pt idx="69">
                  <c:v>0.8351919055</c:v>
                </c:pt>
                <c:pt idx="70">
                  <c:v>0.830992043</c:v>
                </c:pt>
                <c:pt idx="71">
                  <c:v>0.8324402571</c:v>
                </c:pt>
                <c:pt idx="72">
                  <c:v>0.8246198297</c:v>
                </c:pt>
                <c:pt idx="73">
                  <c:v>0.8379434943</c:v>
                </c:pt>
                <c:pt idx="74">
                  <c:v>0.8373642564</c:v>
                </c:pt>
                <c:pt idx="75">
                  <c:v>0.8349022269</c:v>
                </c:pt>
                <c:pt idx="76">
                  <c:v>0.8302679062</c:v>
                </c:pt>
                <c:pt idx="77">
                  <c:v>0.830992043</c:v>
                </c:pt>
                <c:pt idx="78">
                  <c:v>0.8366401196</c:v>
                </c:pt>
                <c:pt idx="79">
                  <c:v>0.8328747153</c:v>
                </c:pt>
                <c:pt idx="80">
                  <c:v>0.8334540129</c:v>
                </c:pt>
                <c:pt idx="81">
                  <c:v>0.8265025616</c:v>
                </c:pt>
              </c:numCache>
            </c:numRef>
          </c:yVal>
          <c:smooth val="0"/>
        </c:ser>
        <c:ser>
          <c:idx val="2"/>
          <c:order val="2"/>
          <c:tx>
            <c:v>10 人组</c:v>
          </c:tx>
          <c:spPr>
            <a:ln xmlns:a="http://schemas.openxmlformats.org/drawingml/2006/main" w="19050">
              <a:solidFill>
                <a:srgbClr val="4DAF4A"/>
              </a:solidFill>
            </a:ln>
          </c:spPr>
          <c:marker>
            <c:symbol val="none"/>
          </c:marker>
          <c:xVal>
            <c:numRef>
              <c:f>'Chart Data'!$E$2:$E$83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Data'!$F$2:$F$83</c:f>
              <c:numCache>
                <c:formatCode>0%</c:formatCode>
                <c:ptCount val="82"/>
                <c:pt idx="0">
                  <c:v>0.7230609059</c:v>
                </c:pt>
                <c:pt idx="1">
                  <c:v>0.7481222749</c:v>
                </c:pt>
                <c:pt idx="2">
                  <c:v>0.758682251</c:v>
                </c:pt>
                <c:pt idx="3">
                  <c:v>0.743437171</c:v>
                </c:pt>
                <c:pt idx="4">
                  <c:v>0.737859726</c:v>
                </c:pt>
                <c:pt idx="5">
                  <c:v>0.7505763173</c:v>
                </c:pt>
                <c:pt idx="6">
                  <c:v>0.7150293589</c:v>
                </c:pt>
                <c:pt idx="7">
                  <c:v>0.7545921206</c:v>
                </c:pt>
                <c:pt idx="8">
                  <c:v>0.731687367</c:v>
                </c:pt>
                <c:pt idx="9">
                  <c:v>0.7560794353</c:v>
                </c:pt>
                <c:pt idx="10">
                  <c:v>0.7589053512</c:v>
                </c:pt>
                <c:pt idx="11">
                  <c:v>0.7499070168</c:v>
                </c:pt>
                <c:pt idx="12">
                  <c:v>0.743362844</c:v>
                </c:pt>
                <c:pt idx="13">
                  <c:v>0.7514687181</c:v>
                </c:pt>
                <c:pt idx="14">
                  <c:v>0.7533279061</c:v>
                </c:pt>
                <c:pt idx="15">
                  <c:v>0.7540715337</c:v>
                </c:pt>
                <c:pt idx="16">
                  <c:v>0.7555588484</c:v>
                </c:pt>
                <c:pt idx="17">
                  <c:v>0.7584591508</c:v>
                </c:pt>
                <c:pt idx="18">
                  <c:v>0.7371160984</c:v>
                </c:pt>
                <c:pt idx="19">
                  <c:v>0.7624748945</c:v>
                </c:pt>
                <c:pt idx="20">
                  <c:v>0.7564512491</c:v>
                </c:pt>
                <c:pt idx="21">
                  <c:v>0.7760838866</c:v>
                </c:pt>
                <c:pt idx="22">
                  <c:v>0.7380828261</c:v>
                </c:pt>
                <c:pt idx="23">
                  <c:v>0.7645571232</c:v>
                </c:pt>
                <c:pt idx="24">
                  <c:v>0.7591284513</c:v>
                </c:pt>
                <c:pt idx="25">
                  <c:v>0.7351825833</c:v>
                </c:pt>
                <c:pt idx="26">
                  <c:v>0.7211273909</c:v>
                </c:pt>
                <c:pt idx="27">
                  <c:v>0.7641109824</c:v>
                </c:pt>
                <c:pt idx="28">
                  <c:v>0.7405369282</c:v>
                </c:pt>
                <c:pt idx="29">
                  <c:v>0.764259696</c:v>
                </c:pt>
                <c:pt idx="30">
                  <c:v>0.7633672953</c:v>
                </c:pt>
                <c:pt idx="31">
                  <c:v>0.7553357482</c:v>
                </c:pt>
                <c:pt idx="32">
                  <c:v>0.7708038688</c:v>
                </c:pt>
                <c:pt idx="33">
                  <c:v>0.7656726241</c:v>
                </c:pt>
                <c:pt idx="34">
                  <c:v>0.7651520967</c:v>
                </c:pt>
                <c:pt idx="35">
                  <c:v>0.7654495239</c:v>
                </c:pt>
                <c:pt idx="36">
                  <c:v>0.7777943015</c:v>
                </c:pt>
                <c:pt idx="37">
                  <c:v>0.7432884574</c:v>
                </c:pt>
                <c:pt idx="38">
                  <c:v>0.7725143433</c:v>
                </c:pt>
                <c:pt idx="39">
                  <c:v>0.7776455879</c:v>
                </c:pt>
                <c:pt idx="40">
                  <c:v>0.771026969</c:v>
                </c:pt>
                <c:pt idx="41">
                  <c:v>0.7763813734</c:v>
                </c:pt>
                <c:pt idx="42">
                  <c:v>0.7687216401</c:v>
                </c:pt>
                <c:pt idx="43">
                  <c:v>0.7656726241</c:v>
                </c:pt>
                <c:pt idx="44">
                  <c:v>0.770432055</c:v>
                </c:pt>
                <c:pt idx="45">
                  <c:v>0.7599464655</c:v>
                </c:pt>
                <c:pt idx="46">
                  <c:v>0.7507250905</c:v>
                </c:pt>
                <c:pt idx="47">
                  <c:v>0.7683498263</c:v>
                </c:pt>
                <c:pt idx="48">
                  <c:v>0.7621774077</c:v>
                </c:pt>
                <c:pt idx="49">
                  <c:v>0.7564512491</c:v>
                </c:pt>
                <c:pt idx="50">
                  <c:v>0.7532535195</c:v>
                </c:pt>
                <c:pt idx="51">
                  <c:v>0.769837141</c:v>
                </c:pt>
                <c:pt idx="52">
                  <c:v>0.7669368386</c:v>
                </c:pt>
                <c:pt idx="53">
                  <c:v>0.764334023</c:v>
                </c:pt>
                <c:pt idx="54">
                  <c:v>0.7680523396</c:v>
                </c:pt>
                <c:pt idx="55">
                  <c:v>0.7480478883</c:v>
                </c:pt>
                <c:pt idx="56">
                  <c:v>0.7592771649</c:v>
                </c:pt>
                <c:pt idx="57">
                  <c:v>0.7597977519</c:v>
                </c:pt>
                <c:pt idx="58">
                  <c:v>0.7713988423</c:v>
                </c:pt>
                <c:pt idx="59">
                  <c:v>0.7264817357</c:v>
                </c:pt>
                <c:pt idx="60">
                  <c:v>0.7687960267</c:v>
                </c:pt>
                <c:pt idx="61">
                  <c:v>0.7607644796</c:v>
                </c:pt>
                <c:pt idx="62">
                  <c:v>0.7638134956</c:v>
                </c:pt>
                <c:pt idx="63">
                  <c:v>0.764334023</c:v>
                </c:pt>
                <c:pt idx="64">
                  <c:v>0.7687960267</c:v>
                </c:pt>
                <c:pt idx="65">
                  <c:v>0.7576411366</c:v>
                </c:pt>
                <c:pt idx="66">
                  <c:v>0.767308712</c:v>
                </c:pt>
                <c:pt idx="67">
                  <c:v>0.7644084096</c:v>
                </c:pt>
                <c:pt idx="68">
                  <c:v>0.7721424699</c:v>
                </c:pt>
                <c:pt idx="69">
                  <c:v>0.7653751969</c:v>
                </c:pt>
                <c:pt idx="70">
                  <c:v>0.7725143433</c:v>
                </c:pt>
                <c:pt idx="71">
                  <c:v>0.7737785578</c:v>
                </c:pt>
                <c:pt idx="72">
                  <c:v>0.761805594</c:v>
                </c:pt>
                <c:pt idx="73">
                  <c:v>0.7568230629</c:v>
                </c:pt>
                <c:pt idx="74">
                  <c:v>0.7683498263</c:v>
                </c:pt>
                <c:pt idx="75">
                  <c:v>0.7668625116</c:v>
                </c:pt>
                <c:pt idx="76">
                  <c:v>0.7675318122</c:v>
                </c:pt>
                <c:pt idx="77">
                  <c:v>0.7650033236</c:v>
                </c:pt>
                <c:pt idx="78">
                  <c:v>0.7609875798</c:v>
                </c:pt>
                <c:pt idx="79">
                  <c:v>0.7678292394</c:v>
                </c:pt>
                <c:pt idx="80">
                  <c:v>0.7669368386</c:v>
                </c:pt>
                <c:pt idx="81">
                  <c:v>0.766788125</c:v>
                </c:pt>
              </c:numCache>
            </c:numRef>
          </c:yVal>
          <c:smooth val="0"/>
        </c:ser>
        <c:ser>
          <c:idx val="3"/>
          <c:order val="3"/>
          <c:tx>
            <c:v>20 人组</c:v>
          </c:tx>
          <c:spPr>
            <a:ln xmlns:a="http://schemas.openxmlformats.org/drawingml/2006/main" w="19050">
              <a:solidFill>
                <a:srgbClr val="984EA3"/>
              </a:solidFill>
            </a:ln>
          </c:spPr>
          <c:marker>
            <c:symbol val="none"/>
          </c:marker>
          <c:xVal>
            <c:numRef>
              <c:f>'Chart Data'!$G$2:$G$84</c:f>
              <c:numCache>
                <c:formatCode>General</c:formatCode>
                <c:ptCount val="8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</c:numCache>
            </c:numRef>
          </c:xVal>
          <c:yVal>
            <c:numRef>
              <c:f>'Chart Data'!$H$2:$H$84</c:f>
              <c:numCache>
                <c:formatCode>0%</c:formatCode>
                <c:ptCount val="83"/>
                <c:pt idx="0">
                  <c:v>0.6933158636</c:v>
                </c:pt>
                <c:pt idx="1">
                  <c:v>0.7223740816</c:v>
                </c:pt>
                <c:pt idx="2">
                  <c:v>0.7290769815</c:v>
                </c:pt>
                <c:pt idx="3">
                  <c:v>0.7220745087</c:v>
                </c:pt>
                <c:pt idx="4">
                  <c:v>0.7098296285</c:v>
                </c:pt>
                <c:pt idx="5">
                  <c:v>0.7450290322</c:v>
                </c:pt>
                <c:pt idx="6">
                  <c:v>0.727766335</c:v>
                </c:pt>
                <c:pt idx="7">
                  <c:v>0.7381763458</c:v>
                </c:pt>
                <c:pt idx="8">
                  <c:v>0.7355176806</c:v>
                </c:pt>
                <c:pt idx="9">
                  <c:v>0.7448043227</c:v>
                </c:pt>
                <c:pt idx="10">
                  <c:v>0.745141387</c:v>
                </c:pt>
                <c:pt idx="11">
                  <c:v>0.7547650337</c:v>
                </c:pt>
                <c:pt idx="12">
                  <c:v>0.7317730784</c:v>
                </c:pt>
                <c:pt idx="13">
                  <c:v>0.7477251291</c:v>
                </c:pt>
                <c:pt idx="14">
                  <c:v>0.7316607237</c:v>
                </c:pt>
                <c:pt idx="15">
                  <c:v>0.7293016315</c:v>
                </c:pt>
                <c:pt idx="16">
                  <c:v>0.7616176605</c:v>
                </c:pt>
                <c:pt idx="17">
                  <c:v>0.7457404733</c:v>
                </c:pt>
                <c:pt idx="18">
                  <c:v>0.7313611507</c:v>
                </c:pt>
                <c:pt idx="19">
                  <c:v>0.7281033397</c:v>
                </c:pt>
                <c:pt idx="20">
                  <c:v>0.7464894056</c:v>
                </c:pt>
                <c:pt idx="21">
                  <c:v>0.7395993471</c:v>
                </c:pt>
                <c:pt idx="22">
                  <c:v>0.7546901107</c:v>
                </c:pt>
                <c:pt idx="23">
                  <c:v>0.7493727803</c:v>
                </c:pt>
                <c:pt idx="24">
                  <c:v>0.7535293102</c:v>
                </c:pt>
                <c:pt idx="25">
                  <c:v>0.7405354977</c:v>
                </c:pt>
                <c:pt idx="26">
                  <c:v>0.7542407513</c:v>
                </c:pt>
                <c:pt idx="27">
                  <c:v>0.7562254071</c:v>
                </c:pt>
                <c:pt idx="28">
                  <c:v>0.7598202825</c:v>
                </c:pt>
                <c:pt idx="29">
                  <c:v>0.7430818081</c:v>
                </c:pt>
                <c:pt idx="30">
                  <c:v>0.7509829402</c:v>
                </c:pt>
                <c:pt idx="31">
                  <c:v>0.7512825131</c:v>
                </c:pt>
                <c:pt idx="32">
                  <c:v>0.7275416851</c:v>
                </c:pt>
                <c:pt idx="33">
                  <c:v>0.7557760477</c:v>
                </c:pt>
                <c:pt idx="34">
                  <c:v>0.7552518249</c:v>
                </c:pt>
                <c:pt idx="35">
                  <c:v>0.750870645</c:v>
                </c:pt>
                <c:pt idx="36">
                  <c:v>0.7396367788</c:v>
                </c:pt>
                <c:pt idx="37">
                  <c:v>0.7539037466</c:v>
                </c:pt>
                <c:pt idx="38">
                  <c:v>0.7673094869</c:v>
                </c:pt>
                <c:pt idx="39">
                  <c:v>0.7456656098</c:v>
                </c:pt>
                <c:pt idx="40">
                  <c:v>0.758210063</c:v>
                </c:pt>
                <c:pt idx="41">
                  <c:v>0.7598202825</c:v>
                </c:pt>
                <c:pt idx="42">
                  <c:v>0.7612806559</c:v>
                </c:pt>
                <c:pt idx="43">
                  <c:v>0.7573488355</c:v>
                </c:pt>
                <c:pt idx="44">
                  <c:v>0.7621044517</c:v>
                </c:pt>
                <c:pt idx="45">
                  <c:v>0.7634150982</c:v>
                </c:pt>
                <c:pt idx="46">
                  <c:v>0.7569369078</c:v>
                </c:pt>
                <c:pt idx="47">
                  <c:v>0.7563003302</c:v>
                </c:pt>
                <c:pt idx="48">
                  <c:v>0.760756433</c:v>
                </c:pt>
                <c:pt idx="49">
                  <c:v>0.7609810829</c:v>
                </c:pt>
                <c:pt idx="50">
                  <c:v>0.751095295</c:v>
                </c:pt>
                <c:pt idx="51">
                  <c:v>0.7481744885</c:v>
                </c:pt>
                <c:pt idx="52">
                  <c:v>0.7579854131</c:v>
                </c:pt>
                <c:pt idx="53">
                  <c:v>0.7549896836</c:v>
                </c:pt>
                <c:pt idx="54">
                  <c:v>0.7506085038</c:v>
                </c:pt>
                <c:pt idx="55">
                  <c:v>0.7505335808</c:v>
                </c:pt>
                <c:pt idx="56">
                  <c:v>0.7591087818</c:v>
                </c:pt>
                <c:pt idx="57">
                  <c:v>0.7476502657</c:v>
                </c:pt>
                <c:pt idx="58">
                  <c:v>0.7588841319</c:v>
                </c:pt>
                <c:pt idx="59">
                  <c:v>0.7615427971</c:v>
                </c:pt>
                <c:pt idx="60">
                  <c:v>0.759296</c:v>
                </c:pt>
                <c:pt idx="61">
                  <c:v>0.7585096359</c:v>
                </c:pt>
                <c:pt idx="62">
                  <c:v>0.743381381</c:v>
                </c:pt>
                <c:pt idx="63">
                  <c:v>0.7597827911</c:v>
                </c:pt>
                <c:pt idx="64">
                  <c:v>0.7611308694</c:v>
                </c:pt>
                <c:pt idx="65">
                  <c:v>0.7538663149</c:v>
                </c:pt>
                <c:pt idx="66">
                  <c:v>0.7554016113</c:v>
                </c:pt>
                <c:pt idx="67">
                  <c:v>0.761056006</c:v>
                </c:pt>
                <c:pt idx="68">
                  <c:v>0.7577981949</c:v>
                </c:pt>
                <c:pt idx="69">
                  <c:v>0.755813539</c:v>
                </c:pt>
                <c:pt idx="70">
                  <c:v>0.7574236989</c:v>
                </c:pt>
                <c:pt idx="71">
                  <c:v>0.7592211366</c:v>
                </c:pt>
                <c:pt idx="72">
                  <c:v>0.7609810829</c:v>
                </c:pt>
                <c:pt idx="73">
                  <c:v>0.757124126</c:v>
                </c:pt>
                <c:pt idx="74">
                  <c:v>0.7605691552</c:v>
                </c:pt>
                <c:pt idx="75">
                  <c:v>0.7596330047</c:v>
                </c:pt>
                <c:pt idx="76">
                  <c:v>0.7586968541</c:v>
                </c:pt>
                <c:pt idx="77">
                  <c:v>0.7594083548</c:v>
                </c:pt>
                <c:pt idx="78">
                  <c:v>0.7634150982</c:v>
                </c:pt>
                <c:pt idx="79">
                  <c:v>0.7586594224</c:v>
                </c:pt>
                <c:pt idx="80">
                  <c:v>0.7576109171</c:v>
                </c:pt>
                <c:pt idx="81">
                  <c:v>0.7583972812</c:v>
                </c:pt>
                <c:pt idx="82">
                  <c:v>0.7524808049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3 人参考组</c:v>
          </c:tx>
          <c:spPr>
            <a:ln xmlns:a="http://schemas.openxmlformats.org/drawingml/2006/main" w="19050">
              <a:solidFill>
                <a:srgbClr val="377EB8"/>
              </a:solidFill>
            </a:ln>
          </c:spPr>
          <c:marker>
            <c:symbol val="none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0%</c:formatCode>
                <c:ptCount val="100"/>
                <c:pt idx="0">
                  <c:v>0.5441176295</c:v>
                </c:pt>
                <c:pt idx="1">
                  <c:v>0.5441176295</c:v>
                </c:pt>
                <c:pt idx="2">
                  <c:v>0.5441176295</c:v>
                </c:pt>
                <c:pt idx="3">
                  <c:v>0.5441176295</c:v>
                </c:pt>
                <c:pt idx="4">
                  <c:v>0.5441176295</c:v>
                </c:pt>
                <c:pt idx="5">
                  <c:v>0.5441176295</c:v>
                </c:pt>
                <c:pt idx="6">
                  <c:v>0.5441176295</c:v>
                </c:pt>
                <c:pt idx="7">
                  <c:v>0.5441176295</c:v>
                </c:pt>
                <c:pt idx="8">
                  <c:v>0.5441176295</c:v>
                </c:pt>
                <c:pt idx="9">
                  <c:v>0.5441176295</c:v>
                </c:pt>
                <c:pt idx="10">
                  <c:v>0.5441176295</c:v>
                </c:pt>
                <c:pt idx="11">
                  <c:v>0.5441176295</c:v>
                </c:pt>
                <c:pt idx="12">
                  <c:v>0.5441176295</c:v>
                </c:pt>
                <c:pt idx="13">
                  <c:v>0.5441176295</c:v>
                </c:pt>
                <c:pt idx="14">
                  <c:v>0.5441176295</c:v>
                </c:pt>
                <c:pt idx="15">
                  <c:v>0.5441176295</c:v>
                </c:pt>
                <c:pt idx="16">
                  <c:v>0.5441176295</c:v>
                </c:pt>
                <c:pt idx="17">
                  <c:v>0.5441176295</c:v>
                </c:pt>
                <c:pt idx="18">
                  <c:v>0.5441176295</c:v>
                </c:pt>
                <c:pt idx="19">
                  <c:v>0.5441176295</c:v>
                </c:pt>
                <c:pt idx="20">
                  <c:v>0.5441176295</c:v>
                </c:pt>
                <c:pt idx="21">
                  <c:v>0.5441176295</c:v>
                </c:pt>
                <c:pt idx="22">
                  <c:v>0.5441176295</c:v>
                </c:pt>
                <c:pt idx="23">
                  <c:v>0.5441176295</c:v>
                </c:pt>
                <c:pt idx="24">
                  <c:v>0.5441176295</c:v>
                </c:pt>
                <c:pt idx="25">
                  <c:v>0.5441176295</c:v>
                </c:pt>
                <c:pt idx="26">
                  <c:v>0.5441176295</c:v>
                </c:pt>
                <c:pt idx="27">
                  <c:v>0.5441176295</c:v>
                </c:pt>
                <c:pt idx="28">
                  <c:v>0.5441176295</c:v>
                </c:pt>
                <c:pt idx="29">
                  <c:v>0.5441176295</c:v>
                </c:pt>
                <c:pt idx="30">
                  <c:v>0.5441176295</c:v>
                </c:pt>
                <c:pt idx="31">
                  <c:v>0.5441176295</c:v>
                </c:pt>
                <c:pt idx="32">
                  <c:v>0.5441176295</c:v>
                </c:pt>
                <c:pt idx="33">
                  <c:v>0.5441176295</c:v>
                </c:pt>
                <c:pt idx="34">
                  <c:v>0.5441176295</c:v>
                </c:pt>
                <c:pt idx="35">
                  <c:v>0.5441176295</c:v>
                </c:pt>
                <c:pt idx="36">
                  <c:v>0.5441176295</c:v>
                </c:pt>
                <c:pt idx="37">
                  <c:v>0.5441176295</c:v>
                </c:pt>
                <c:pt idx="38">
                  <c:v>0.5441176295</c:v>
                </c:pt>
                <c:pt idx="39">
                  <c:v>0.5441176295</c:v>
                </c:pt>
                <c:pt idx="40">
                  <c:v>0.5441176295</c:v>
                </c:pt>
                <c:pt idx="41">
                  <c:v>0.5441176295</c:v>
                </c:pt>
                <c:pt idx="42">
                  <c:v>0.5441176295</c:v>
                </c:pt>
                <c:pt idx="43">
                  <c:v>0.5441176295</c:v>
                </c:pt>
                <c:pt idx="44">
                  <c:v>0.5441176295</c:v>
                </c:pt>
                <c:pt idx="45">
                  <c:v>0.5441176295</c:v>
                </c:pt>
                <c:pt idx="46">
                  <c:v>0.5441176295</c:v>
                </c:pt>
                <c:pt idx="47">
                  <c:v>0.5294117928</c:v>
                </c:pt>
                <c:pt idx="48">
                  <c:v>0.5294117928</c:v>
                </c:pt>
                <c:pt idx="49">
                  <c:v>0.5294117928</c:v>
                </c:pt>
                <c:pt idx="50">
                  <c:v>0.5294117928</c:v>
                </c:pt>
                <c:pt idx="51">
                  <c:v>0.5441176295</c:v>
                </c:pt>
                <c:pt idx="52">
                  <c:v>0.5441176295</c:v>
                </c:pt>
                <c:pt idx="53">
                  <c:v>0.5441176295</c:v>
                </c:pt>
                <c:pt idx="54">
                  <c:v>0.5441176295</c:v>
                </c:pt>
                <c:pt idx="55">
                  <c:v>0.5441176295</c:v>
                </c:pt>
                <c:pt idx="56">
                  <c:v>0.5441176295</c:v>
                </c:pt>
                <c:pt idx="57">
                  <c:v>0.5441176295</c:v>
                </c:pt>
                <c:pt idx="58">
                  <c:v>0.5441176295</c:v>
                </c:pt>
                <c:pt idx="59">
                  <c:v>0.5441176295</c:v>
                </c:pt>
                <c:pt idx="60">
                  <c:v>0.5441176295</c:v>
                </c:pt>
                <c:pt idx="61">
                  <c:v>0.5441176295</c:v>
                </c:pt>
                <c:pt idx="62">
                  <c:v>0.5441176295</c:v>
                </c:pt>
                <c:pt idx="63">
                  <c:v>0.5441176295</c:v>
                </c:pt>
                <c:pt idx="64">
                  <c:v>0.5441176295</c:v>
                </c:pt>
                <c:pt idx="65">
                  <c:v>0.5441176295</c:v>
                </c:pt>
                <c:pt idx="66">
                  <c:v>0.5441176295</c:v>
                </c:pt>
                <c:pt idx="67">
                  <c:v>0.5441176295</c:v>
                </c:pt>
                <c:pt idx="68">
                  <c:v>0.5441176295</c:v>
                </c:pt>
                <c:pt idx="69">
                  <c:v>0.5441176295</c:v>
                </c:pt>
                <c:pt idx="70">
                  <c:v>0.5588235259</c:v>
                </c:pt>
                <c:pt idx="71">
                  <c:v>0.5588235259</c:v>
                </c:pt>
                <c:pt idx="72">
                  <c:v>0.5441176295</c:v>
                </c:pt>
                <c:pt idx="73">
                  <c:v>0.5441176295</c:v>
                </c:pt>
                <c:pt idx="74">
                  <c:v>0.5441176295</c:v>
                </c:pt>
                <c:pt idx="75">
                  <c:v>0.5441176295</c:v>
                </c:pt>
                <c:pt idx="76">
                  <c:v>0.5441176295</c:v>
                </c:pt>
                <c:pt idx="77">
                  <c:v>0.5441176295</c:v>
                </c:pt>
                <c:pt idx="78">
                  <c:v>0.5441176295</c:v>
                </c:pt>
                <c:pt idx="79">
                  <c:v>0.5441176295</c:v>
                </c:pt>
                <c:pt idx="80">
                  <c:v>0.5441176295</c:v>
                </c:pt>
                <c:pt idx="81">
                  <c:v>0.5441176295</c:v>
                </c:pt>
                <c:pt idx="82">
                  <c:v>0.5441176295</c:v>
                </c:pt>
                <c:pt idx="83">
                  <c:v>0.5441176295</c:v>
                </c:pt>
                <c:pt idx="84">
                  <c:v>0.5441176295</c:v>
                </c:pt>
                <c:pt idx="85">
                  <c:v>0.5441176295</c:v>
                </c:pt>
                <c:pt idx="86">
                  <c:v>0.5441176295</c:v>
                </c:pt>
                <c:pt idx="87">
                  <c:v>0.5441176295</c:v>
                </c:pt>
                <c:pt idx="88">
                  <c:v>0.5441176295</c:v>
                </c:pt>
                <c:pt idx="89">
                  <c:v>0.5441176295</c:v>
                </c:pt>
                <c:pt idx="90">
                  <c:v>0.5441176295</c:v>
                </c:pt>
                <c:pt idx="91">
                  <c:v>0.5441176295</c:v>
                </c:pt>
                <c:pt idx="92">
                  <c:v>0.5441176295</c:v>
                </c:pt>
                <c:pt idx="93">
                  <c:v>0.5441176295</c:v>
                </c:pt>
                <c:pt idx="94">
                  <c:v>0.5441176295</c:v>
                </c:pt>
                <c:pt idx="95">
                  <c:v>0.5441176295</c:v>
                </c:pt>
                <c:pt idx="96">
                  <c:v>0.5441176295</c:v>
                </c:pt>
                <c:pt idx="97">
                  <c:v>0.5441176295</c:v>
                </c:pt>
                <c:pt idx="98">
                  <c:v>0.5588235259</c:v>
                </c:pt>
                <c:pt idx="99">
                  <c:v>0.5588235259</c:v>
                </c:pt>
              </c:numCache>
            </c:numRef>
          </c:yVal>
          <c:smooth val="0"/>
        </c:ser>
        <c:ser>
          <c:idx val="1"/>
          <c:order val="1"/>
          <c:tx>
            <c:v>5 人组</c:v>
          </c:tx>
          <c:spPr>
            <a:ln xmlns:a="http://schemas.openxmlformats.org/drawingml/2006/main" w="19050">
              <a:solidFill>
                <a:srgbClr val="FF7F00"/>
              </a:solidFill>
            </a:ln>
          </c:spPr>
          <c:marker>
            <c:symbol val="none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0%</c:formatCode>
                <c:ptCount val="100"/>
                <c:pt idx="0">
                  <c:v>0.5441176295</c:v>
                </c:pt>
                <c:pt idx="1">
                  <c:v>0.5441176295</c:v>
                </c:pt>
                <c:pt idx="2">
                  <c:v>0.5441176295</c:v>
                </c:pt>
                <c:pt idx="3">
                  <c:v>0.5441176295</c:v>
                </c:pt>
                <c:pt idx="4">
                  <c:v>0.5441176295</c:v>
                </c:pt>
                <c:pt idx="5">
                  <c:v>0.5441176295</c:v>
                </c:pt>
                <c:pt idx="6">
                  <c:v>0.5441176295</c:v>
                </c:pt>
                <c:pt idx="7">
                  <c:v>0.5441176295</c:v>
                </c:pt>
                <c:pt idx="8">
                  <c:v>0.5441176295</c:v>
                </c:pt>
                <c:pt idx="9">
                  <c:v>0.5441176295</c:v>
                </c:pt>
                <c:pt idx="10">
                  <c:v>0.5441176295</c:v>
                </c:pt>
                <c:pt idx="11">
                  <c:v>0.5441176295</c:v>
                </c:pt>
                <c:pt idx="12">
                  <c:v>0.5294117928</c:v>
                </c:pt>
                <c:pt idx="13">
                  <c:v>0.5294117928</c:v>
                </c:pt>
                <c:pt idx="14">
                  <c:v>0.5441176295</c:v>
                </c:pt>
                <c:pt idx="15">
                  <c:v>0.5441176295</c:v>
                </c:pt>
                <c:pt idx="16">
                  <c:v>0.5441176295</c:v>
                </c:pt>
                <c:pt idx="17">
                  <c:v>0.5441176295</c:v>
                </c:pt>
                <c:pt idx="18">
                  <c:v>0.5441176295</c:v>
                </c:pt>
                <c:pt idx="19">
                  <c:v>0.5441176295</c:v>
                </c:pt>
                <c:pt idx="20">
                  <c:v>0.5441176295</c:v>
                </c:pt>
                <c:pt idx="21">
                  <c:v>0.5441176295</c:v>
                </c:pt>
                <c:pt idx="22">
                  <c:v>0.5441176295</c:v>
                </c:pt>
                <c:pt idx="23">
                  <c:v>0.5441176295</c:v>
                </c:pt>
                <c:pt idx="24">
                  <c:v>0.5441176295</c:v>
                </c:pt>
                <c:pt idx="25">
                  <c:v>0.5441176295</c:v>
                </c:pt>
                <c:pt idx="26">
                  <c:v>0.5441176295</c:v>
                </c:pt>
                <c:pt idx="27">
                  <c:v>0.5441176295</c:v>
                </c:pt>
                <c:pt idx="28">
                  <c:v>0.5441176295</c:v>
                </c:pt>
                <c:pt idx="29">
                  <c:v>0.5441176295</c:v>
                </c:pt>
                <c:pt idx="30">
                  <c:v>0.5441176295</c:v>
                </c:pt>
                <c:pt idx="31">
                  <c:v>0.5441176295</c:v>
                </c:pt>
                <c:pt idx="32">
                  <c:v>0.5441176295</c:v>
                </c:pt>
                <c:pt idx="33">
                  <c:v>0.5441176295</c:v>
                </c:pt>
                <c:pt idx="34">
                  <c:v>0.5441176295</c:v>
                </c:pt>
                <c:pt idx="35">
                  <c:v>0.5441176295</c:v>
                </c:pt>
                <c:pt idx="36">
                  <c:v>0.5441176295</c:v>
                </c:pt>
                <c:pt idx="37">
                  <c:v>0.5441176295</c:v>
                </c:pt>
                <c:pt idx="38">
                  <c:v>0.5441176295</c:v>
                </c:pt>
                <c:pt idx="39">
                  <c:v>0.5294117928</c:v>
                </c:pt>
                <c:pt idx="40">
                  <c:v>0.5441176295</c:v>
                </c:pt>
                <c:pt idx="41">
                  <c:v>0.5441176295</c:v>
                </c:pt>
                <c:pt idx="42">
                  <c:v>0.5588235259</c:v>
                </c:pt>
                <c:pt idx="43">
                  <c:v>0.5588235259</c:v>
                </c:pt>
                <c:pt idx="44">
                  <c:v>0.5588235259</c:v>
                </c:pt>
                <c:pt idx="45">
                  <c:v>0.5588235259</c:v>
                </c:pt>
                <c:pt idx="46">
                  <c:v>0.5588235259</c:v>
                </c:pt>
                <c:pt idx="47">
                  <c:v>0.5588235259</c:v>
                </c:pt>
                <c:pt idx="48">
                  <c:v>0.5588235259</c:v>
                </c:pt>
                <c:pt idx="49">
                  <c:v>0.5588235259</c:v>
                </c:pt>
                <c:pt idx="50">
                  <c:v>0.5588235259</c:v>
                </c:pt>
                <c:pt idx="51">
                  <c:v>0.5588235259</c:v>
                </c:pt>
                <c:pt idx="52">
                  <c:v>0.5588235259</c:v>
                </c:pt>
                <c:pt idx="53">
                  <c:v>0.5588235259</c:v>
                </c:pt>
                <c:pt idx="54">
                  <c:v>0.5588235259</c:v>
                </c:pt>
                <c:pt idx="55">
                  <c:v>0.5588235259</c:v>
                </c:pt>
                <c:pt idx="56">
                  <c:v>0.5588235259</c:v>
                </c:pt>
                <c:pt idx="57">
                  <c:v>0.5735294223</c:v>
                </c:pt>
                <c:pt idx="58">
                  <c:v>0.5735294223</c:v>
                </c:pt>
                <c:pt idx="59">
                  <c:v>0.5735294223</c:v>
                </c:pt>
                <c:pt idx="60">
                  <c:v>0.5735294223</c:v>
                </c:pt>
                <c:pt idx="61">
                  <c:v>0.5735294223</c:v>
                </c:pt>
                <c:pt idx="62">
                  <c:v>0.5735294223</c:v>
                </c:pt>
                <c:pt idx="63">
                  <c:v>0.5735294223</c:v>
                </c:pt>
                <c:pt idx="64">
                  <c:v>0.5735294223</c:v>
                </c:pt>
                <c:pt idx="65">
                  <c:v>0.5735294223</c:v>
                </c:pt>
                <c:pt idx="66">
                  <c:v>0.5735294223</c:v>
                </c:pt>
                <c:pt idx="67">
                  <c:v>0.5735294223</c:v>
                </c:pt>
                <c:pt idx="68">
                  <c:v>0.5735294223</c:v>
                </c:pt>
                <c:pt idx="69">
                  <c:v>0.5735294223</c:v>
                </c:pt>
                <c:pt idx="70">
                  <c:v>0.5735294223</c:v>
                </c:pt>
                <c:pt idx="71">
                  <c:v>0.5735294223</c:v>
                </c:pt>
                <c:pt idx="72">
                  <c:v>0.5735294223</c:v>
                </c:pt>
                <c:pt idx="73">
                  <c:v>0.5735294223</c:v>
                </c:pt>
                <c:pt idx="74">
                  <c:v>0.5882353187</c:v>
                </c:pt>
                <c:pt idx="75">
                  <c:v>0.5882353187</c:v>
                </c:pt>
                <c:pt idx="76">
                  <c:v>0.5882353187</c:v>
                </c:pt>
                <c:pt idx="77">
                  <c:v>0.5882353187</c:v>
                </c:pt>
                <c:pt idx="78">
                  <c:v>0.5882353187</c:v>
                </c:pt>
                <c:pt idx="79">
                  <c:v>0.5882353187</c:v>
                </c:pt>
                <c:pt idx="80">
                  <c:v>0.5882353187</c:v>
                </c:pt>
                <c:pt idx="81">
                  <c:v>0.5882353187</c:v>
                </c:pt>
                <c:pt idx="82">
                  <c:v>0.5882353187</c:v>
                </c:pt>
                <c:pt idx="83">
                  <c:v>0.5882353187</c:v>
                </c:pt>
                <c:pt idx="84">
                  <c:v>0.5882353187</c:v>
                </c:pt>
                <c:pt idx="85">
                  <c:v>0.5882353187</c:v>
                </c:pt>
                <c:pt idx="86">
                  <c:v>0.5882353187</c:v>
                </c:pt>
                <c:pt idx="87">
                  <c:v>0.5882353187</c:v>
                </c:pt>
                <c:pt idx="88">
                  <c:v>0.5882353187</c:v>
                </c:pt>
                <c:pt idx="89">
                  <c:v>0.5882353187</c:v>
                </c:pt>
                <c:pt idx="90">
                  <c:v>0.5882353187</c:v>
                </c:pt>
                <c:pt idx="91">
                  <c:v>0.5882353187</c:v>
                </c:pt>
                <c:pt idx="92">
                  <c:v>0.5882353187</c:v>
                </c:pt>
                <c:pt idx="93">
                  <c:v>0.5882353187</c:v>
                </c:pt>
                <c:pt idx="94">
                  <c:v>0.5882353187</c:v>
                </c:pt>
                <c:pt idx="95">
                  <c:v>0.5882353187</c:v>
                </c:pt>
                <c:pt idx="96">
                  <c:v>0.5882353187</c:v>
                </c:pt>
                <c:pt idx="97">
                  <c:v>0.5882353187</c:v>
                </c:pt>
                <c:pt idx="98">
                  <c:v>0.5882353187</c:v>
                </c:pt>
                <c:pt idx="99">
                  <c:v>0.5882353187</c:v>
                </c:pt>
              </c:numCache>
            </c:numRef>
          </c:yVal>
          <c:smooth val="0"/>
        </c:ser>
        <c:ser>
          <c:idx val="2"/>
          <c:order val="2"/>
          <c:tx>
            <c:v>10 人组</c:v>
          </c:tx>
          <c:spPr>
            <a:ln xmlns:a="http://schemas.openxmlformats.org/drawingml/2006/main" w="19050">
              <a:solidFill>
                <a:srgbClr val="4DAF4A"/>
              </a:solidFill>
            </a:ln>
          </c:spPr>
          <c:marker>
            <c:symbol val="none"/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0%</c:formatCode>
                <c:ptCount val="100"/>
                <c:pt idx="0">
                  <c:v>0.6470588446</c:v>
                </c:pt>
                <c:pt idx="1">
                  <c:v>0.6470588446</c:v>
                </c:pt>
                <c:pt idx="2">
                  <c:v>0.6470588446</c:v>
                </c:pt>
                <c:pt idx="3">
                  <c:v>0.6323529482</c:v>
                </c:pt>
                <c:pt idx="4">
                  <c:v>0.6323529482</c:v>
                </c:pt>
                <c:pt idx="5">
                  <c:v>0.6323529482</c:v>
                </c:pt>
                <c:pt idx="6">
                  <c:v>0.6323529482</c:v>
                </c:pt>
                <c:pt idx="7">
                  <c:v>0.6323529482</c:v>
                </c:pt>
                <c:pt idx="8">
                  <c:v>0.6323529482</c:v>
                </c:pt>
                <c:pt idx="9">
                  <c:v>0.6323529482</c:v>
                </c:pt>
                <c:pt idx="10">
                  <c:v>0.6323529482</c:v>
                </c:pt>
                <c:pt idx="11">
                  <c:v>0.6323529482</c:v>
                </c:pt>
                <c:pt idx="12">
                  <c:v>0.6176470518</c:v>
                </c:pt>
                <c:pt idx="13">
                  <c:v>0.6323529482</c:v>
                </c:pt>
                <c:pt idx="14">
                  <c:v>0.6323529482</c:v>
                </c:pt>
                <c:pt idx="15">
                  <c:v>0.6323529482</c:v>
                </c:pt>
                <c:pt idx="16">
                  <c:v>0.6323529482</c:v>
                </c:pt>
                <c:pt idx="17">
                  <c:v>0.6323529482</c:v>
                </c:pt>
                <c:pt idx="18">
                  <c:v>0.6323529482</c:v>
                </c:pt>
                <c:pt idx="19">
                  <c:v>0.6323529482</c:v>
                </c:pt>
                <c:pt idx="20">
                  <c:v>0.6323529482</c:v>
                </c:pt>
                <c:pt idx="21">
                  <c:v>0.6323529482</c:v>
                </c:pt>
                <c:pt idx="22">
                  <c:v>0.6323529482</c:v>
                </c:pt>
                <c:pt idx="23">
                  <c:v>0.6323529482</c:v>
                </c:pt>
                <c:pt idx="24">
                  <c:v>0.6323529482</c:v>
                </c:pt>
                <c:pt idx="25">
                  <c:v>0.6323529482</c:v>
                </c:pt>
                <c:pt idx="26">
                  <c:v>0.6323529482</c:v>
                </c:pt>
                <c:pt idx="27">
                  <c:v>0.6323529482</c:v>
                </c:pt>
                <c:pt idx="28">
                  <c:v>0.6323529482</c:v>
                </c:pt>
                <c:pt idx="29">
                  <c:v>0.6323529482</c:v>
                </c:pt>
                <c:pt idx="30">
                  <c:v>0.6323529482</c:v>
                </c:pt>
                <c:pt idx="31">
                  <c:v>0.6323529482</c:v>
                </c:pt>
                <c:pt idx="32">
                  <c:v>0.6323529482</c:v>
                </c:pt>
                <c:pt idx="33">
                  <c:v>0.6323529482</c:v>
                </c:pt>
                <c:pt idx="34">
                  <c:v>0.6323529482</c:v>
                </c:pt>
                <c:pt idx="35">
                  <c:v>0.6323529482</c:v>
                </c:pt>
                <c:pt idx="36">
                  <c:v>0.6323529482</c:v>
                </c:pt>
                <c:pt idx="37">
                  <c:v>0.6323529482</c:v>
                </c:pt>
                <c:pt idx="38">
                  <c:v>0.6323529482</c:v>
                </c:pt>
                <c:pt idx="39">
                  <c:v>0.6323529482</c:v>
                </c:pt>
                <c:pt idx="40">
                  <c:v>0.6323529482</c:v>
                </c:pt>
                <c:pt idx="41">
                  <c:v>0.6323529482</c:v>
                </c:pt>
                <c:pt idx="42">
                  <c:v>0.6323529482</c:v>
                </c:pt>
                <c:pt idx="43">
                  <c:v>0.6176470518</c:v>
                </c:pt>
                <c:pt idx="44">
                  <c:v>0.6176470518</c:v>
                </c:pt>
                <c:pt idx="45">
                  <c:v>0.6176470518</c:v>
                </c:pt>
                <c:pt idx="46">
                  <c:v>0.6176470518</c:v>
                </c:pt>
                <c:pt idx="47">
                  <c:v>0.6176470518</c:v>
                </c:pt>
                <c:pt idx="48">
                  <c:v>0.6176470518</c:v>
                </c:pt>
                <c:pt idx="49">
                  <c:v>0.6176470518</c:v>
                </c:pt>
                <c:pt idx="50">
                  <c:v>0.6176470518</c:v>
                </c:pt>
                <c:pt idx="51">
                  <c:v>0.6176470518</c:v>
                </c:pt>
                <c:pt idx="52">
                  <c:v>0.6176470518</c:v>
                </c:pt>
                <c:pt idx="53">
                  <c:v>0.6176470518</c:v>
                </c:pt>
                <c:pt idx="54">
                  <c:v>0.6176470518</c:v>
                </c:pt>
                <c:pt idx="55">
                  <c:v>0.6176470518</c:v>
                </c:pt>
                <c:pt idx="56">
                  <c:v>0.6176470518</c:v>
                </c:pt>
                <c:pt idx="57">
                  <c:v>0.6176470518</c:v>
                </c:pt>
                <c:pt idx="58">
                  <c:v>0.6176470518</c:v>
                </c:pt>
                <c:pt idx="59">
                  <c:v>0.6176470518</c:v>
                </c:pt>
                <c:pt idx="60">
                  <c:v>0.6176470518</c:v>
                </c:pt>
                <c:pt idx="61">
                  <c:v>0.6176470518</c:v>
                </c:pt>
                <c:pt idx="62">
                  <c:v>0.6176470518</c:v>
                </c:pt>
                <c:pt idx="63">
                  <c:v>0.6176470518</c:v>
                </c:pt>
                <c:pt idx="64">
                  <c:v>0.6176470518</c:v>
                </c:pt>
                <c:pt idx="65">
                  <c:v>0.6176470518</c:v>
                </c:pt>
                <c:pt idx="66">
                  <c:v>0.6176470518</c:v>
                </c:pt>
                <c:pt idx="67">
                  <c:v>0.6176470518</c:v>
                </c:pt>
                <c:pt idx="68">
                  <c:v>0.6176470518</c:v>
                </c:pt>
                <c:pt idx="69">
                  <c:v>0.6176470518</c:v>
                </c:pt>
                <c:pt idx="70">
                  <c:v>0.6176470518</c:v>
                </c:pt>
                <c:pt idx="71">
                  <c:v>0.6176470518</c:v>
                </c:pt>
                <c:pt idx="72">
                  <c:v>0.6176470518</c:v>
                </c:pt>
                <c:pt idx="73">
                  <c:v>0.6176470518</c:v>
                </c:pt>
                <c:pt idx="74">
                  <c:v>0.6176470518</c:v>
                </c:pt>
                <c:pt idx="75">
                  <c:v>0.6176470518</c:v>
                </c:pt>
                <c:pt idx="76">
                  <c:v>0.6176470518</c:v>
                </c:pt>
                <c:pt idx="77">
                  <c:v>0.6176470518</c:v>
                </c:pt>
                <c:pt idx="78">
                  <c:v>0.6176470518</c:v>
                </c:pt>
                <c:pt idx="79">
                  <c:v>0.6176470518</c:v>
                </c:pt>
                <c:pt idx="80">
                  <c:v>0.6176470518</c:v>
                </c:pt>
                <c:pt idx="81">
                  <c:v>0.6176470518</c:v>
                </c:pt>
                <c:pt idx="82">
                  <c:v>0.6176470518</c:v>
                </c:pt>
                <c:pt idx="83">
                  <c:v>0.6176470518</c:v>
                </c:pt>
                <c:pt idx="84">
                  <c:v>0.6176470518</c:v>
                </c:pt>
                <c:pt idx="85">
                  <c:v>0.6176470518</c:v>
                </c:pt>
                <c:pt idx="86">
                  <c:v>0.6176470518</c:v>
                </c:pt>
                <c:pt idx="87">
                  <c:v>0.6176470518</c:v>
                </c:pt>
                <c:pt idx="88">
                  <c:v>0.6176470518</c:v>
                </c:pt>
                <c:pt idx="89">
                  <c:v>0.6176470518</c:v>
                </c:pt>
                <c:pt idx="90">
                  <c:v>0.6176470518</c:v>
                </c:pt>
                <c:pt idx="91">
                  <c:v>0.6176470518</c:v>
                </c:pt>
                <c:pt idx="92">
                  <c:v>0.6176470518</c:v>
                </c:pt>
                <c:pt idx="93">
                  <c:v>0.6176470518</c:v>
                </c:pt>
                <c:pt idx="94">
                  <c:v>0.6176470518</c:v>
                </c:pt>
                <c:pt idx="95">
                  <c:v>0.6176470518</c:v>
                </c:pt>
                <c:pt idx="96">
                  <c:v>0.6176470518</c:v>
                </c:pt>
                <c:pt idx="97">
                  <c:v>0.6029411554</c:v>
                </c:pt>
                <c:pt idx="98">
                  <c:v>0.6176470518</c:v>
                </c:pt>
                <c:pt idx="99">
                  <c:v>0.6176470518</c:v>
                </c:pt>
              </c:numCache>
            </c:numRef>
          </c:yVal>
          <c:smooth val="0"/>
        </c:ser>
        <c:ser>
          <c:idx val="3"/>
          <c:order val="3"/>
          <c:tx>
            <c:v>20 人组</c:v>
          </c:tx>
          <c:spPr>
            <a:ln xmlns:a="http://schemas.openxmlformats.org/drawingml/2006/main" w="19050">
              <a:solidFill>
                <a:srgbClr val="984EA3"/>
              </a:solidFill>
            </a:ln>
          </c:spPr>
          <c:marker>
            <c:symbol val="none"/>
          </c:marker>
          <c:xVal>
            <c:numRef>
              <c:f>'Chart Data'!$G$2:$G$101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Data'!$H$2:$H$101</c:f>
              <c:numCache>
                <c:formatCode>0%</c:formatCode>
                <c:ptCount val="100"/>
                <c:pt idx="0">
                  <c:v>0.6617646813</c:v>
                </c:pt>
                <c:pt idx="1">
                  <c:v>0.6617646813</c:v>
                </c:pt>
                <c:pt idx="2">
                  <c:v>0.6617646813</c:v>
                </c:pt>
                <c:pt idx="3">
                  <c:v>0.6617646813</c:v>
                </c:pt>
                <c:pt idx="4">
                  <c:v>0.6617646813</c:v>
                </c:pt>
                <c:pt idx="5">
                  <c:v>0.6617646813</c:v>
                </c:pt>
                <c:pt idx="6">
                  <c:v>0.6617646813</c:v>
                </c:pt>
                <c:pt idx="7">
                  <c:v>0.6617646813</c:v>
                </c:pt>
                <c:pt idx="8">
                  <c:v>0.6617646813</c:v>
                </c:pt>
                <c:pt idx="9">
                  <c:v>0.6617646813</c:v>
                </c:pt>
                <c:pt idx="10">
                  <c:v>0.6617646813</c:v>
                </c:pt>
                <c:pt idx="11">
                  <c:v>0.6617646813</c:v>
                </c:pt>
                <c:pt idx="12">
                  <c:v>0.6617646813</c:v>
                </c:pt>
                <c:pt idx="13">
                  <c:v>0.6617646813</c:v>
                </c:pt>
                <c:pt idx="14">
                  <c:v>0.6617646813</c:v>
                </c:pt>
                <c:pt idx="15">
                  <c:v>0.6617646813</c:v>
                </c:pt>
                <c:pt idx="16">
                  <c:v>0.6617646813</c:v>
                </c:pt>
                <c:pt idx="17">
                  <c:v>0.6617646813</c:v>
                </c:pt>
                <c:pt idx="18">
                  <c:v>0.6617646813</c:v>
                </c:pt>
                <c:pt idx="19">
                  <c:v>0.6617646813</c:v>
                </c:pt>
                <c:pt idx="20">
                  <c:v>0.6617646813</c:v>
                </c:pt>
                <c:pt idx="21">
                  <c:v>0.6764705777</c:v>
                </c:pt>
                <c:pt idx="22">
                  <c:v>0.6764705777</c:v>
                </c:pt>
                <c:pt idx="23">
                  <c:v>0.6764705777</c:v>
                </c:pt>
                <c:pt idx="24">
                  <c:v>0.6764705777</c:v>
                </c:pt>
                <c:pt idx="25">
                  <c:v>0.6764705777</c:v>
                </c:pt>
                <c:pt idx="26">
                  <c:v>0.6764705777</c:v>
                </c:pt>
                <c:pt idx="27">
                  <c:v>0.6764705777</c:v>
                </c:pt>
                <c:pt idx="28">
                  <c:v>0.6764705777</c:v>
                </c:pt>
                <c:pt idx="29">
                  <c:v>0.6764705777</c:v>
                </c:pt>
                <c:pt idx="30">
                  <c:v>0.6764705777</c:v>
                </c:pt>
                <c:pt idx="31">
                  <c:v>0.6764705777</c:v>
                </c:pt>
                <c:pt idx="32">
                  <c:v>0.6764705777</c:v>
                </c:pt>
                <c:pt idx="33">
                  <c:v>0.6764705777</c:v>
                </c:pt>
                <c:pt idx="34">
                  <c:v>0.6764705777</c:v>
                </c:pt>
                <c:pt idx="35">
                  <c:v>0.6617646813</c:v>
                </c:pt>
                <c:pt idx="36">
                  <c:v>0.6617646813</c:v>
                </c:pt>
                <c:pt idx="37">
                  <c:v>0.6617646813</c:v>
                </c:pt>
                <c:pt idx="38">
                  <c:v>0.6617646813</c:v>
                </c:pt>
                <c:pt idx="39">
                  <c:v>0.6617646813</c:v>
                </c:pt>
                <c:pt idx="40">
                  <c:v>0.6617646813</c:v>
                </c:pt>
                <c:pt idx="41">
                  <c:v>0.6617646813</c:v>
                </c:pt>
                <c:pt idx="42">
                  <c:v>0.6617646813</c:v>
                </c:pt>
                <c:pt idx="43">
                  <c:v>0.6617646813</c:v>
                </c:pt>
                <c:pt idx="44">
                  <c:v>0.6617646813</c:v>
                </c:pt>
                <c:pt idx="45">
                  <c:v>0.6617646813</c:v>
                </c:pt>
                <c:pt idx="46">
                  <c:v>0.6617646813</c:v>
                </c:pt>
                <c:pt idx="47">
                  <c:v>0.6617646813</c:v>
                </c:pt>
                <c:pt idx="48">
                  <c:v>0.6617646813</c:v>
                </c:pt>
                <c:pt idx="49">
                  <c:v>0.6617646813</c:v>
                </c:pt>
                <c:pt idx="50">
                  <c:v>0.6617646813</c:v>
                </c:pt>
                <c:pt idx="51">
                  <c:v>0.6617646813</c:v>
                </c:pt>
                <c:pt idx="52">
                  <c:v>0.6617646813</c:v>
                </c:pt>
                <c:pt idx="53">
                  <c:v>0.6617646813</c:v>
                </c:pt>
                <c:pt idx="54">
                  <c:v>0.6617646813</c:v>
                </c:pt>
                <c:pt idx="55">
                  <c:v>0.6617646813</c:v>
                </c:pt>
                <c:pt idx="56">
                  <c:v>0.6617646813</c:v>
                </c:pt>
                <c:pt idx="57">
                  <c:v>0.6617646813</c:v>
                </c:pt>
                <c:pt idx="58">
                  <c:v>0.6617646813</c:v>
                </c:pt>
                <c:pt idx="59">
                  <c:v>0.6617646813</c:v>
                </c:pt>
                <c:pt idx="60">
                  <c:v>0.6617646813</c:v>
                </c:pt>
                <c:pt idx="61">
                  <c:v>0.6617646813</c:v>
                </c:pt>
                <c:pt idx="62">
                  <c:v>0.6617646813</c:v>
                </c:pt>
                <c:pt idx="63">
                  <c:v>0.6617646813</c:v>
                </c:pt>
                <c:pt idx="64">
                  <c:v>0.6617646813</c:v>
                </c:pt>
                <c:pt idx="65">
                  <c:v>0.6617646813</c:v>
                </c:pt>
                <c:pt idx="66">
                  <c:v>0.6617646813</c:v>
                </c:pt>
                <c:pt idx="67">
                  <c:v>0.6617646813</c:v>
                </c:pt>
                <c:pt idx="68">
                  <c:v>0.6617646813</c:v>
                </c:pt>
                <c:pt idx="69">
                  <c:v>0.6617646813</c:v>
                </c:pt>
                <c:pt idx="70">
                  <c:v>0.6617646813</c:v>
                </c:pt>
                <c:pt idx="71">
                  <c:v>0.6617646813</c:v>
                </c:pt>
                <c:pt idx="72">
                  <c:v>0.6617646813</c:v>
                </c:pt>
                <c:pt idx="73">
                  <c:v>0.6617646813</c:v>
                </c:pt>
                <c:pt idx="74">
                  <c:v>0.6617646813</c:v>
                </c:pt>
                <c:pt idx="75">
                  <c:v>0.6617646813</c:v>
                </c:pt>
                <c:pt idx="76">
                  <c:v>0.6617646813</c:v>
                </c:pt>
                <c:pt idx="77">
                  <c:v>0.6617646813</c:v>
                </c:pt>
                <c:pt idx="78">
                  <c:v>0.6617646813</c:v>
                </c:pt>
                <c:pt idx="79">
                  <c:v>0.6617646813</c:v>
                </c:pt>
                <c:pt idx="80">
                  <c:v>0.6617646813</c:v>
                </c:pt>
                <c:pt idx="81">
                  <c:v>0.6764705777</c:v>
                </c:pt>
                <c:pt idx="82">
                  <c:v>0.6764705777</c:v>
                </c:pt>
                <c:pt idx="83">
                  <c:v>0.6764705777</c:v>
                </c:pt>
                <c:pt idx="84">
                  <c:v>0.6764705777</c:v>
                </c:pt>
                <c:pt idx="85">
                  <c:v>0.6764705777</c:v>
                </c:pt>
                <c:pt idx="86">
                  <c:v>0.6764705777</c:v>
                </c:pt>
                <c:pt idx="87">
                  <c:v>0.6764705777</c:v>
                </c:pt>
                <c:pt idx="88">
                  <c:v>0.6764705777</c:v>
                </c:pt>
                <c:pt idx="89">
                  <c:v>0.6764705777</c:v>
                </c:pt>
                <c:pt idx="90">
                  <c:v>0.6764705777</c:v>
                </c:pt>
                <c:pt idx="91">
                  <c:v>0.6764705777</c:v>
                </c:pt>
                <c:pt idx="92">
                  <c:v>0.6764705777</c:v>
                </c:pt>
                <c:pt idx="93">
                  <c:v>0.6764705777</c:v>
                </c:pt>
                <c:pt idx="94">
                  <c:v>0.6764705777</c:v>
                </c:pt>
                <c:pt idx="95">
                  <c:v>0.6764705777</c:v>
                </c:pt>
                <c:pt idx="96">
                  <c:v>0.6764705777</c:v>
                </c:pt>
                <c:pt idx="97">
                  <c:v>0.6764705777</c:v>
                </c:pt>
                <c:pt idx="98">
                  <c:v>0.6764705777</c:v>
                </c:pt>
                <c:pt idx="99">
                  <c:v>0.6764705777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3 人参考组</c:v>
          </c:tx>
          <c:spPr>
            <a:ln xmlns:a="http://schemas.openxmlformats.org/drawingml/2006/main" w="19050">
              <a:solidFill>
                <a:srgbClr val="377EB8"/>
              </a:solidFill>
            </a:ln>
          </c:spPr>
          <c:marker>
            <c:symbol val="none"/>
          </c:marker>
          <c:xVal>
            <c:numRef>
              <c:f>'Chart Data'!$A$2:$A$85</c:f>
              <c:numCache>
                <c:formatCode>General</c:formatCode>
                <c:ptCount val="8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</c:numCache>
            </c:numRef>
          </c:xVal>
          <c:yVal>
            <c:numRef>
              <c:f>'Chart Data'!$B$2:$B$85</c:f>
              <c:numCache>
                <c:formatCode>0.00</c:formatCode>
                <c:ptCount val="84"/>
                <c:pt idx="0">
                  <c:v>0.6901740432</c:v>
                </c:pt>
                <c:pt idx="1">
                  <c:v>0.5490297675</c:v>
                </c:pt>
                <c:pt idx="2">
                  <c:v>0.5409748554</c:v>
                </c:pt>
                <c:pt idx="3">
                  <c:v>0.4685361087</c:v>
                </c:pt>
                <c:pt idx="4">
                  <c:v>0.5549173355</c:v>
                </c:pt>
                <c:pt idx="5">
                  <c:v>0.5011158586</c:v>
                </c:pt>
                <c:pt idx="6">
                  <c:v>0.5803985</c:v>
                </c:pt>
                <c:pt idx="7">
                  <c:v>0.498128742</c:v>
                </c:pt>
                <c:pt idx="8">
                  <c:v>0.532232523</c:v>
                </c:pt>
                <c:pt idx="9">
                  <c:v>0.4998286664</c:v>
                </c:pt>
                <c:pt idx="10">
                  <c:v>0.5376839638</c:v>
                </c:pt>
                <c:pt idx="11">
                  <c:v>0.5045223236</c:v>
                </c:pt>
                <c:pt idx="12">
                  <c:v>0.5491425395</c:v>
                </c:pt>
                <c:pt idx="13">
                  <c:v>0.5022379756</c:v>
                </c:pt>
                <c:pt idx="14">
                  <c:v>0.4937508404</c:v>
                </c:pt>
                <c:pt idx="15">
                  <c:v>0.4859579504</c:v>
                </c:pt>
                <c:pt idx="16">
                  <c:v>0.5526806116</c:v>
                </c:pt>
                <c:pt idx="17">
                  <c:v>0.5004617572</c:v>
                </c:pt>
                <c:pt idx="18">
                  <c:v>0.5425252318</c:v>
                </c:pt>
                <c:pt idx="19">
                  <c:v>0.5141018033</c:v>
                </c:pt>
                <c:pt idx="20">
                  <c:v>0.5232024789</c:v>
                </c:pt>
                <c:pt idx="21">
                  <c:v>0.6050370932</c:v>
                </c:pt>
                <c:pt idx="22">
                  <c:v>0.5255954266</c:v>
                </c:pt>
                <c:pt idx="23">
                  <c:v>0.5202332139</c:v>
                </c:pt>
                <c:pt idx="24">
                  <c:v>0.5167645812</c:v>
                </c:pt>
                <c:pt idx="25">
                  <c:v>0.5427421331</c:v>
                </c:pt>
                <c:pt idx="26">
                  <c:v>0.504565537</c:v>
                </c:pt>
                <c:pt idx="27">
                  <c:v>0.4879816771</c:v>
                </c:pt>
                <c:pt idx="28">
                  <c:v>0.5429221392</c:v>
                </c:pt>
                <c:pt idx="29">
                  <c:v>0.6212980151</c:v>
                </c:pt>
                <c:pt idx="30">
                  <c:v>0.5529788136</c:v>
                </c:pt>
                <c:pt idx="31">
                  <c:v>0.5110502839</c:v>
                </c:pt>
                <c:pt idx="32">
                  <c:v>0.4941391051</c:v>
                </c:pt>
                <c:pt idx="33">
                  <c:v>0.5111991167</c:v>
                </c:pt>
                <c:pt idx="34">
                  <c:v>0.5179072618</c:v>
                </c:pt>
                <c:pt idx="35">
                  <c:v>0.4898138642</c:v>
                </c:pt>
                <c:pt idx="36">
                  <c:v>0.4940676987</c:v>
                </c:pt>
                <c:pt idx="37">
                  <c:v>0.5145593882</c:v>
                </c:pt>
                <c:pt idx="38">
                  <c:v>0.5894173384</c:v>
                </c:pt>
                <c:pt idx="39">
                  <c:v>0.4858059585</c:v>
                </c:pt>
                <c:pt idx="40">
                  <c:v>0.5046184659</c:v>
                </c:pt>
                <c:pt idx="41">
                  <c:v>0.5855854154</c:v>
                </c:pt>
                <c:pt idx="42">
                  <c:v>0.5023639202</c:v>
                </c:pt>
                <c:pt idx="43">
                  <c:v>0.5279025435</c:v>
                </c:pt>
                <c:pt idx="44">
                  <c:v>0.4975593984</c:v>
                </c:pt>
                <c:pt idx="45">
                  <c:v>0.4893159568</c:v>
                </c:pt>
                <c:pt idx="46">
                  <c:v>0.505179584</c:v>
                </c:pt>
                <c:pt idx="47">
                  <c:v>0.5289053321</c:v>
                </c:pt>
                <c:pt idx="48">
                  <c:v>0.5188742876</c:v>
                </c:pt>
                <c:pt idx="49">
                  <c:v>0.5351403952</c:v>
                </c:pt>
                <c:pt idx="50">
                  <c:v>0.5265467167</c:v>
                </c:pt>
                <c:pt idx="51">
                  <c:v>0.4956939518</c:v>
                </c:pt>
                <c:pt idx="52">
                  <c:v>0.5000959039</c:v>
                </c:pt>
                <c:pt idx="53">
                  <c:v>0.5176983476</c:v>
                </c:pt>
                <c:pt idx="54">
                  <c:v>0.5299310684</c:v>
                </c:pt>
                <c:pt idx="55">
                  <c:v>0.5323852897</c:v>
                </c:pt>
                <c:pt idx="56">
                  <c:v>0.5468346477</c:v>
                </c:pt>
                <c:pt idx="57">
                  <c:v>0.561807394</c:v>
                </c:pt>
                <c:pt idx="58">
                  <c:v>0.5552771091</c:v>
                </c:pt>
                <c:pt idx="59">
                  <c:v>0.5322161317</c:v>
                </c:pt>
                <c:pt idx="60">
                  <c:v>0.5134332776</c:v>
                </c:pt>
                <c:pt idx="61">
                  <c:v>0.5085861683</c:v>
                </c:pt>
                <c:pt idx="62">
                  <c:v>0.5174037814</c:v>
                </c:pt>
                <c:pt idx="63">
                  <c:v>0.5457544327</c:v>
                </c:pt>
                <c:pt idx="64">
                  <c:v>0.5382533073</c:v>
                </c:pt>
                <c:pt idx="65">
                  <c:v>0.5678232312</c:v>
                </c:pt>
                <c:pt idx="66">
                  <c:v>0.5512834191</c:v>
                </c:pt>
                <c:pt idx="67">
                  <c:v>0.5091451406</c:v>
                </c:pt>
                <c:pt idx="68">
                  <c:v>0.5369586349</c:v>
                </c:pt>
                <c:pt idx="69">
                  <c:v>0.549690187</c:v>
                </c:pt>
                <c:pt idx="70">
                  <c:v>0.541180253</c:v>
                </c:pt>
                <c:pt idx="71">
                  <c:v>0.5563796163</c:v>
                </c:pt>
                <c:pt idx="72">
                  <c:v>0.5306455493</c:v>
                </c:pt>
                <c:pt idx="73">
                  <c:v>0.5191400647</c:v>
                </c:pt>
                <c:pt idx="74">
                  <c:v>0.5522071123</c:v>
                </c:pt>
                <c:pt idx="75">
                  <c:v>0.5314093232</c:v>
                </c:pt>
                <c:pt idx="76">
                  <c:v>0.5310200453</c:v>
                </c:pt>
                <c:pt idx="77">
                  <c:v>0.5520939827</c:v>
                </c:pt>
                <c:pt idx="78">
                  <c:v>0.5484931469</c:v>
                </c:pt>
                <c:pt idx="79">
                  <c:v>0.5649555326</c:v>
                </c:pt>
                <c:pt idx="80">
                  <c:v>0.5412203074</c:v>
                </c:pt>
                <c:pt idx="81">
                  <c:v>0.5455464125</c:v>
                </c:pt>
                <c:pt idx="82">
                  <c:v>0.5175303817</c:v>
                </c:pt>
                <c:pt idx="83">
                  <c:v>0.5234612226</c:v>
                </c:pt>
              </c:numCache>
            </c:numRef>
          </c:yVal>
          <c:smooth val="0"/>
        </c:ser>
        <c:ser>
          <c:idx val="1"/>
          <c:order val="1"/>
          <c:tx>
            <c:v>5 人组</c:v>
          </c:tx>
          <c:spPr>
            <a:ln xmlns:a="http://schemas.openxmlformats.org/drawingml/2006/main" w="19050">
              <a:solidFill>
                <a:srgbClr val="FF7F00"/>
              </a:solidFill>
            </a:ln>
          </c:spPr>
          <c:marker>
            <c:symbol val="none"/>
          </c:marker>
          <c:xVal>
            <c:numRef>
              <c:f>'Chart Data'!$C$2:$C$83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Data'!$D$2:$D$83</c:f>
              <c:numCache>
                <c:formatCode>0.00</c:formatCode>
                <c:ptCount val="82"/>
                <c:pt idx="0">
                  <c:v>0.6178881526</c:v>
                </c:pt>
                <c:pt idx="1">
                  <c:v>0.5233410597</c:v>
                </c:pt>
                <c:pt idx="2">
                  <c:v>0.5834773779</c:v>
                </c:pt>
                <c:pt idx="3">
                  <c:v>0.5308294296</c:v>
                </c:pt>
                <c:pt idx="4">
                  <c:v>0.6357463002</c:v>
                </c:pt>
                <c:pt idx="5">
                  <c:v>0.5593329072</c:v>
                </c:pt>
                <c:pt idx="6">
                  <c:v>0.6254863143</c:v>
                </c:pt>
                <c:pt idx="7">
                  <c:v>0.6959218383</c:v>
                </c:pt>
                <c:pt idx="8">
                  <c:v>0.604013443</c:v>
                </c:pt>
                <c:pt idx="9">
                  <c:v>0.5974538922</c:v>
                </c:pt>
                <c:pt idx="10">
                  <c:v>0.5727565885</c:v>
                </c:pt>
                <c:pt idx="11">
                  <c:v>0.5641178489</c:v>
                </c:pt>
                <c:pt idx="12">
                  <c:v>0.6196827888</c:v>
                </c:pt>
                <c:pt idx="13">
                  <c:v>0.6577197909</c:v>
                </c:pt>
                <c:pt idx="14">
                  <c:v>0.6027889252</c:v>
                </c:pt>
                <c:pt idx="15">
                  <c:v>0.6469727755</c:v>
                </c:pt>
                <c:pt idx="16">
                  <c:v>0.6418967843</c:v>
                </c:pt>
                <c:pt idx="17">
                  <c:v>0.5618738532</c:v>
                </c:pt>
                <c:pt idx="18">
                  <c:v>0.5991514921</c:v>
                </c:pt>
                <c:pt idx="19">
                  <c:v>0.6333324909</c:v>
                </c:pt>
                <c:pt idx="20">
                  <c:v>0.6817131639</c:v>
                </c:pt>
                <c:pt idx="21">
                  <c:v>0.560082376</c:v>
                </c:pt>
                <c:pt idx="22">
                  <c:v>0.6119570732</c:v>
                </c:pt>
                <c:pt idx="23">
                  <c:v>0.5717951655</c:v>
                </c:pt>
                <c:pt idx="24">
                  <c:v>0.6205362678</c:v>
                </c:pt>
                <c:pt idx="25">
                  <c:v>0.5558073521</c:v>
                </c:pt>
                <c:pt idx="26">
                  <c:v>0.5626232028</c:v>
                </c:pt>
                <c:pt idx="27">
                  <c:v>0.596549809</c:v>
                </c:pt>
                <c:pt idx="28">
                  <c:v>0.7835945487</c:v>
                </c:pt>
                <c:pt idx="29">
                  <c:v>0.5853449702</c:v>
                </c:pt>
                <c:pt idx="30">
                  <c:v>0.5715031028</c:v>
                </c:pt>
                <c:pt idx="31">
                  <c:v>0.6235731244</c:v>
                </c:pt>
                <c:pt idx="32">
                  <c:v>0.5800396204</c:v>
                </c:pt>
                <c:pt idx="33">
                  <c:v>0.576179862</c:v>
                </c:pt>
                <c:pt idx="34">
                  <c:v>0.626975894</c:v>
                </c:pt>
                <c:pt idx="35">
                  <c:v>0.6129515767</c:v>
                </c:pt>
                <c:pt idx="36">
                  <c:v>0.5950137973</c:v>
                </c:pt>
                <c:pt idx="37">
                  <c:v>0.6527020335</c:v>
                </c:pt>
                <c:pt idx="38">
                  <c:v>0.6122605205</c:v>
                </c:pt>
                <c:pt idx="39">
                  <c:v>0.5940143466</c:v>
                </c:pt>
                <c:pt idx="40">
                  <c:v>0.6278318167</c:v>
                </c:pt>
                <c:pt idx="41">
                  <c:v>0.5934014916</c:v>
                </c:pt>
                <c:pt idx="42">
                  <c:v>0.5962072015</c:v>
                </c:pt>
                <c:pt idx="43">
                  <c:v>0.6095836163</c:v>
                </c:pt>
                <c:pt idx="44">
                  <c:v>0.5645725727</c:v>
                </c:pt>
                <c:pt idx="45">
                  <c:v>0.6069160104</c:v>
                </c:pt>
                <c:pt idx="46">
                  <c:v>0.5906252265</c:v>
                </c:pt>
                <c:pt idx="47">
                  <c:v>0.5726549625</c:v>
                </c:pt>
                <c:pt idx="48">
                  <c:v>0.5912066102</c:v>
                </c:pt>
                <c:pt idx="49">
                  <c:v>0.6176022291</c:v>
                </c:pt>
                <c:pt idx="50">
                  <c:v>0.593693316</c:v>
                </c:pt>
                <c:pt idx="51">
                  <c:v>0.5728448629</c:v>
                </c:pt>
                <c:pt idx="52">
                  <c:v>0.6229935288</c:v>
                </c:pt>
                <c:pt idx="53">
                  <c:v>0.6060245037</c:v>
                </c:pt>
                <c:pt idx="54">
                  <c:v>0.5691367388</c:v>
                </c:pt>
                <c:pt idx="55">
                  <c:v>0.5848930478</c:v>
                </c:pt>
                <c:pt idx="56">
                  <c:v>0.6512227058</c:v>
                </c:pt>
                <c:pt idx="57">
                  <c:v>0.605171442</c:v>
                </c:pt>
                <c:pt idx="58">
                  <c:v>0.6228786707</c:v>
                </c:pt>
                <c:pt idx="59">
                  <c:v>0.6046688557</c:v>
                </c:pt>
                <c:pt idx="60">
                  <c:v>0.5681813359</c:v>
                </c:pt>
                <c:pt idx="61">
                  <c:v>0.5709023476</c:v>
                </c:pt>
                <c:pt idx="62">
                  <c:v>0.5739062428</c:v>
                </c:pt>
                <c:pt idx="63">
                  <c:v>0.5975256562</c:v>
                </c:pt>
                <c:pt idx="64">
                  <c:v>0.5925657749</c:v>
                </c:pt>
                <c:pt idx="65">
                  <c:v>0.5803902149</c:v>
                </c:pt>
                <c:pt idx="66">
                  <c:v>0.5898792744</c:v>
                </c:pt>
                <c:pt idx="67">
                  <c:v>0.5952213407</c:v>
                </c:pt>
                <c:pt idx="68">
                  <c:v>0.5723501444</c:v>
                </c:pt>
                <c:pt idx="69">
                  <c:v>0.574439466</c:v>
                </c:pt>
                <c:pt idx="70">
                  <c:v>0.597282052</c:v>
                </c:pt>
                <c:pt idx="71">
                  <c:v>0.5843934417</c:v>
                </c:pt>
                <c:pt idx="72">
                  <c:v>0.6023364067</c:v>
                </c:pt>
                <c:pt idx="73">
                  <c:v>0.5846473575</c:v>
                </c:pt>
                <c:pt idx="74">
                  <c:v>0.5791192651</c:v>
                </c:pt>
                <c:pt idx="75">
                  <c:v>0.5852651596</c:v>
                </c:pt>
                <c:pt idx="76">
                  <c:v>0.5875803232</c:v>
                </c:pt>
                <c:pt idx="77">
                  <c:v>0.5968109965</c:v>
                </c:pt>
                <c:pt idx="78">
                  <c:v>0.583152771</c:v>
                </c:pt>
                <c:pt idx="79">
                  <c:v>0.605738759</c:v>
                </c:pt>
                <c:pt idx="80">
                  <c:v>0.5990052819</c:v>
                </c:pt>
                <c:pt idx="81">
                  <c:v>0.6082666516</c:v>
                </c:pt>
              </c:numCache>
            </c:numRef>
          </c:yVal>
          <c:smooth val="0"/>
        </c:ser>
        <c:ser>
          <c:idx val="2"/>
          <c:order val="2"/>
          <c:tx>
            <c:v>10 人组</c:v>
          </c:tx>
          <c:spPr>
            <a:ln xmlns:a="http://schemas.openxmlformats.org/drawingml/2006/main" w="19050">
              <a:solidFill>
                <a:srgbClr val="4DAF4A"/>
              </a:solidFill>
            </a:ln>
          </c:spPr>
          <c:marker>
            <c:symbol val="none"/>
          </c:marker>
          <c:xVal>
            <c:numRef>
              <c:f>'Chart Data'!$E$2:$E$83</c:f>
              <c:numCache>
                <c:formatCode>General</c:formatCode>
                <c:ptCount val="8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</c:numCache>
            </c:numRef>
          </c:xVal>
          <c:yVal>
            <c:numRef>
              <c:f>'Chart Data'!$F$2:$F$83</c:f>
              <c:numCache>
                <c:formatCode>0.00</c:formatCode>
                <c:ptCount val="82"/>
                <c:pt idx="0">
                  <c:v>0.5750304461</c:v>
                </c:pt>
                <c:pt idx="1">
                  <c:v>0.5512194037</c:v>
                </c:pt>
                <c:pt idx="2">
                  <c:v>0.5857726336</c:v>
                </c:pt>
                <c:pt idx="3">
                  <c:v>0.6244969964</c:v>
                </c:pt>
                <c:pt idx="4">
                  <c:v>0.6803911924</c:v>
                </c:pt>
                <c:pt idx="5">
                  <c:v>0.6167809367</c:v>
                </c:pt>
                <c:pt idx="6">
                  <c:v>0.7169370651</c:v>
                </c:pt>
                <c:pt idx="7">
                  <c:v>0.6749067903</c:v>
                </c:pt>
                <c:pt idx="8">
                  <c:v>0.6697984338</c:v>
                </c:pt>
                <c:pt idx="9">
                  <c:v>0.6780346036</c:v>
                </c:pt>
                <c:pt idx="10">
                  <c:v>0.6815807819</c:v>
                </c:pt>
                <c:pt idx="11">
                  <c:v>0.668676734</c:v>
                </c:pt>
                <c:pt idx="12">
                  <c:v>0.7178273201</c:v>
                </c:pt>
                <c:pt idx="13">
                  <c:v>0.7352259159</c:v>
                </c:pt>
                <c:pt idx="14">
                  <c:v>0.7407295108</c:v>
                </c:pt>
                <c:pt idx="15">
                  <c:v>0.6942569017</c:v>
                </c:pt>
                <c:pt idx="16">
                  <c:v>0.6898009777</c:v>
                </c:pt>
                <c:pt idx="17">
                  <c:v>0.6491972804</c:v>
                </c:pt>
                <c:pt idx="18">
                  <c:v>0.7663059235</c:v>
                </c:pt>
                <c:pt idx="19">
                  <c:v>0.716006577</c:v>
                </c:pt>
                <c:pt idx="20">
                  <c:v>0.7011666894</c:v>
                </c:pt>
                <c:pt idx="21">
                  <c:v>0.6514718533</c:v>
                </c:pt>
                <c:pt idx="22">
                  <c:v>0.7691179514</c:v>
                </c:pt>
                <c:pt idx="23">
                  <c:v>0.6799299121</c:v>
                </c:pt>
                <c:pt idx="24">
                  <c:v>0.729118228</c:v>
                </c:pt>
                <c:pt idx="25">
                  <c:v>0.7478835583</c:v>
                </c:pt>
                <c:pt idx="26">
                  <c:v>0.7511911392</c:v>
                </c:pt>
                <c:pt idx="27">
                  <c:v>0.6981757283</c:v>
                </c:pt>
                <c:pt idx="28">
                  <c:v>0.740113318</c:v>
                </c:pt>
                <c:pt idx="29">
                  <c:v>0.6933298111</c:v>
                </c:pt>
                <c:pt idx="30">
                  <c:v>0.7039636374</c:v>
                </c:pt>
                <c:pt idx="31">
                  <c:v>0.7084115148</c:v>
                </c:pt>
                <c:pt idx="32">
                  <c:v>0.7075430155</c:v>
                </c:pt>
                <c:pt idx="33">
                  <c:v>0.7065194845</c:v>
                </c:pt>
                <c:pt idx="34">
                  <c:v>0.708850801</c:v>
                </c:pt>
                <c:pt idx="35">
                  <c:v>0.67459023</c:v>
                </c:pt>
                <c:pt idx="36">
                  <c:v>0.7015940547</c:v>
                </c:pt>
                <c:pt idx="37">
                  <c:v>0.7510508299</c:v>
                </c:pt>
                <c:pt idx="38">
                  <c:v>0.6893571615</c:v>
                </c:pt>
                <c:pt idx="39">
                  <c:v>0.6899276972</c:v>
                </c:pt>
                <c:pt idx="40">
                  <c:v>0.7000952959</c:v>
                </c:pt>
                <c:pt idx="41">
                  <c:v>0.6885008812</c:v>
                </c:pt>
                <c:pt idx="42">
                  <c:v>0.7218049169</c:v>
                </c:pt>
                <c:pt idx="43">
                  <c:v>0.7092956305</c:v>
                </c:pt>
                <c:pt idx="44">
                  <c:v>0.7203550339</c:v>
                </c:pt>
                <c:pt idx="45">
                  <c:v>0.7219336033</c:v>
                </c:pt>
                <c:pt idx="46">
                  <c:v>0.7454040647</c:v>
                </c:pt>
                <c:pt idx="47">
                  <c:v>0.7185224891</c:v>
                </c:pt>
                <c:pt idx="48">
                  <c:v>0.7128517628</c:v>
                </c:pt>
                <c:pt idx="49">
                  <c:v>0.7300748229</c:v>
                </c:pt>
                <c:pt idx="50">
                  <c:v>0.7112885118</c:v>
                </c:pt>
                <c:pt idx="51">
                  <c:v>0.6901649833</c:v>
                </c:pt>
                <c:pt idx="52">
                  <c:v>0.7039663196</c:v>
                </c:pt>
                <c:pt idx="53">
                  <c:v>0.6655246019</c:v>
                </c:pt>
                <c:pt idx="54">
                  <c:v>0.7213404775</c:v>
                </c:pt>
                <c:pt idx="55">
                  <c:v>0.7393824458</c:v>
                </c:pt>
                <c:pt idx="56">
                  <c:v>0.7085511684</c:v>
                </c:pt>
                <c:pt idx="57">
                  <c:v>0.7392756939</c:v>
                </c:pt>
                <c:pt idx="58">
                  <c:v>0.718898654</c:v>
                </c:pt>
                <c:pt idx="59">
                  <c:v>0.817130208</c:v>
                </c:pt>
                <c:pt idx="60">
                  <c:v>0.7197362185</c:v>
                </c:pt>
                <c:pt idx="61">
                  <c:v>0.7059423327</c:v>
                </c:pt>
                <c:pt idx="62">
                  <c:v>0.7163014412</c:v>
                </c:pt>
                <c:pt idx="63">
                  <c:v>0.7399700284</c:v>
                </c:pt>
                <c:pt idx="64">
                  <c:v>0.735553503</c:v>
                </c:pt>
                <c:pt idx="65">
                  <c:v>0.7611717582</c:v>
                </c:pt>
                <c:pt idx="66">
                  <c:v>0.7291694283</c:v>
                </c:pt>
                <c:pt idx="67">
                  <c:v>0.7205389142</c:v>
                </c:pt>
                <c:pt idx="68">
                  <c:v>0.7008928657</c:v>
                </c:pt>
                <c:pt idx="69">
                  <c:v>0.732947886</c:v>
                </c:pt>
                <c:pt idx="70">
                  <c:v>0.7037366033</c:v>
                </c:pt>
                <c:pt idx="71">
                  <c:v>0.7077414989</c:v>
                </c:pt>
                <c:pt idx="72">
                  <c:v>0.7262819409</c:v>
                </c:pt>
                <c:pt idx="73">
                  <c:v>0.769513011</c:v>
                </c:pt>
                <c:pt idx="74">
                  <c:v>0.7226809263</c:v>
                </c:pt>
                <c:pt idx="75">
                  <c:v>0.7065247297</c:v>
                </c:pt>
                <c:pt idx="76">
                  <c:v>0.708037436</c:v>
                </c:pt>
                <c:pt idx="77">
                  <c:v>0.7416314483</c:v>
                </c:pt>
                <c:pt idx="78">
                  <c:v>0.7287755609</c:v>
                </c:pt>
                <c:pt idx="79">
                  <c:v>0.7133774161</c:v>
                </c:pt>
                <c:pt idx="80">
                  <c:v>0.7143598795</c:v>
                </c:pt>
                <c:pt idx="81">
                  <c:v>0.735912919</c:v>
                </c:pt>
              </c:numCache>
            </c:numRef>
          </c:yVal>
          <c:smooth val="0"/>
        </c:ser>
        <c:ser>
          <c:idx val="3"/>
          <c:order val="3"/>
          <c:tx>
            <c:v>20 人组</c:v>
          </c:tx>
          <c:spPr>
            <a:ln xmlns:a="http://schemas.openxmlformats.org/drawingml/2006/main" w="19050">
              <a:solidFill>
                <a:srgbClr val="984EA3"/>
              </a:solidFill>
            </a:ln>
          </c:spPr>
          <c:marker>
            <c:symbol val="none"/>
          </c:marker>
          <c:xVal>
            <c:numRef>
              <c:f>'Chart Data'!$G$2:$G$84</c:f>
              <c:numCache>
                <c:formatCode>General</c:formatCode>
                <c:ptCount val="8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</c:numCache>
            </c:numRef>
          </c:xVal>
          <c:yVal>
            <c:numRef>
              <c:f>'Chart Data'!$H$2:$H$84</c:f>
              <c:numCache>
                <c:formatCode>0.00</c:formatCode>
                <c:ptCount val="83"/>
                <c:pt idx="0">
                  <c:v>0.6100694537</c:v>
                </c:pt>
                <c:pt idx="1">
                  <c:v>0.6056351662</c:v>
                </c:pt>
                <c:pt idx="2">
                  <c:v>0.6010738015</c:v>
                </c:pt>
                <c:pt idx="3">
                  <c:v>0.7451401949</c:v>
                </c:pt>
                <c:pt idx="4">
                  <c:v>0.7548337579</c:v>
                </c:pt>
                <c:pt idx="5">
                  <c:v>0.6996571422</c:v>
                </c:pt>
                <c:pt idx="6">
                  <c:v>0.6531358361</c:v>
                </c:pt>
                <c:pt idx="7">
                  <c:v>0.7456088066</c:v>
                </c:pt>
                <c:pt idx="8">
                  <c:v>0.7216671705</c:v>
                </c:pt>
                <c:pt idx="9">
                  <c:v>0.7243107557</c:v>
                </c:pt>
                <c:pt idx="10">
                  <c:v>0.7116205096</c:v>
                </c:pt>
                <c:pt idx="11">
                  <c:v>0.7100619674</c:v>
                </c:pt>
                <c:pt idx="12">
                  <c:v>0.7460010052</c:v>
                </c:pt>
                <c:pt idx="13">
                  <c:v>0.7421668768</c:v>
                </c:pt>
                <c:pt idx="14">
                  <c:v>0.7297907472</c:v>
                </c:pt>
                <c:pt idx="15">
                  <c:v>0.7399662733</c:v>
                </c:pt>
                <c:pt idx="16">
                  <c:v>0.6786795855</c:v>
                </c:pt>
                <c:pt idx="17">
                  <c:v>0.7179314494</c:v>
                </c:pt>
                <c:pt idx="18">
                  <c:v>0.7891488671</c:v>
                </c:pt>
                <c:pt idx="19">
                  <c:v>0.7283472419</c:v>
                </c:pt>
                <c:pt idx="20">
                  <c:v>0.7073165774</c:v>
                </c:pt>
                <c:pt idx="21">
                  <c:v>0.7684769034</c:v>
                </c:pt>
                <c:pt idx="22">
                  <c:v>0.7033798695</c:v>
                </c:pt>
                <c:pt idx="23">
                  <c:v>0.6731510758</c:v>
                </c:pt>
                <c:pt idx="24">
                  <c:v>0.6897181869</c:v>
                </c:pt>
                <c:pt idx="25">
                  <c:v>0.7433995008</c:v>
                </c:pt>
                <c:pt idx="26">
                  <c:v>0.7025565505</c:v>
                </c:pt>
                <c:pt idx="27">
                  <c:v>0.7034456134</c:v>
                </c:pt>
                <c:pt idx="28">
                  <c:v>0.7009949088</c:v>
                </c:pt>
                <c:pt idx="29">
                  <c:v>0.7412959337</c:v>
                </c:pt>
                <c:pt idx="30">
                  <c:v>0.7233909965</c:v>
                </c:pt>
                <c:pt idx="31">
                  <c:v>0.7262365222</c:v>
                </c:pt>
                <c:pt idx="32">
                  <c:v>0.7711392641</c:v>
                </c:pt>
                <c:pt idx="33">
                  <c:v>0.7133315802</c:v>
                </c:pt>
                <c:pt idx="34">
                  <c:v>0.7254182696</c:v>
                </c:pt>
                <c:pt idx="35">
                  <c:v>0.7279397249</c:v>
                </c:pt>
                <c:pt idx="36">
                  <c:v>0.7555139661</c:v>
                </c:pt>
                <c:pt idx="37">
                  <c:v>0.7264644504</c:v>
                </c:pt>
                <c:pt idx="38">
                  <c:v>0.7064826488</c:v>
                </c:pt>
                <c:pt idx="39">
                  <c:v>0.7625659704</c:v>
                </c:pt>
                <c:pt idx="40">
                  <c:v>0.7395166159</c:v>
                </c:pt>
                <c:pt idx="41">
                  <c:v>0.7181444168</c:v>
                </c:pt>
                <c:pt idx="42">
                  <c:v>0.7156990767</c:v>
                </c:pt>
                <c:pt idx="43">
                  <c:v>0.6890522838</c:v>
                </c:pt>
                <c:pt idx="44">
                  <c:v>0.6955857277</c:v>
                </c:pt>
                <c:pt idx="45">
                  <c:v>0.7067761421</c:v>
                </c:pt>
                <c:pt idx="46">
                  <c:v>0.7174072862</c:v>
                </c:pt>
                <c:pt idx="47">
                  <c:v>0.7598413825</c:v>
                </c:pt>
                <c:pt idx="48">
                  <c:v>0.7129639983</c:v>
                </c:pt>
                <c:pt idx="49">
                  <c:v>0.7253772616</c:v>
                </c:pt>
                <c:pt idx="50">
                  <c:v>0.7372691631</c:v>
                </c:pt>
                <c:pt idx="51">
                  <c:v>0.7373809814</c:v>
                </c:pt>
                <c:pt idx="52">
                  <c:v>0.7127842903</c:v>
                </c:pt>
                <c:pt idx="53">
                  <c:v>0.7219954133</c:v>
                </c:pt>
                <c:pt idx="54">
                  <c:v>0.7420966029</c:v>
                </c:pt>
                <c:pt idx="55">
                  <c:v>0.7465479374</c:v>
                </c:pt>
                <c:pt idx="56">
                  <c:v>0.7321183681</c:v>
                </c:pt>
                <c:pt idx="57">
                  <c:v>0.758381784</c:v>
                </c:pt>
                <c:pt idx="58">
                  <c:v>0.7055042982</c:v>
                </c:pt>
                <c:pt idx="59">
                  <c:v>0.721050024</c:v>
                </c:pt>
                <c:pt idx="60">
                  <c:v>0.7214233279</c:v>
                </c:pt>
                <c:pt idx="61">
                  <c:v>0.707445085</c:v>
                </c:pt>
                <c:pt idx="62">
                  <c:v>0.7759872675</c:v>
                </c:pt>
                <c:pt idx="63">
                  <c:v>0.7422199845</c:v>
                </c:pt>
                <c:pt idx="64">
                  <c:v>0.7303878665</c:v>
                </c:pt>
                <c:pt idx="65">
                  <c:v>0.7552269697</c:v>
                </c:pt>
                <c:pt idx="66">
                  <c:v>0.7263071537</c:v>
                </c:pt>
                <c:pt idx="67">
                  <c:v>0.7318770885</c:v>
                </c:pt>
                <c:pt idx="68">
                  <c:v>0.7370325327</c:v>
                </c:pt>
                <c:pt idx="69">
                  <c:v>0.7274449468</c:v>
                </c:pt>
                <c:pt idx="70">
                  <c:v>0.7344532609</c:v>
                </c:pt>
                <c:pt idx="71">
                  <c:v>0.7183467746</c:v>
                </c:pt>
                <c:pt idx="72">
                  <c:v>0.7292448282</c:v>
                </c:pt>
                <c:pt idx="73">
                  <c:v>0.7294114828</c:v>
                </c:pt>
                <c:pt idx="74">
                  <c:v>0.7248387337</c:v>
                </c:pt>
                <c:pt idx="75">
                  <c:v>0.7228934169</c:v>
                </c:pt>
                <c:pt idx="76">
                  <c:v>0.7254636288</c:v>
                </c:pt>
                <c:pt idx="77">
                  <c:v>0.7294003367</c:v>
                </c:pt>
                <c:pt idx="78">
                  <c:v>0.7155698538</c:v>
                </c:pt>
                <c:pt idx="79">
                  <c:v>0.7341502309</c:v>
                </c:pt>
                <c:pt idx="80">
                  <c:v>0.7433447242</c:v>
                </c:pt>
                <c:pt idx="81">
                  <c:v>0.7357053757</c:v>
                </c:pt>
                <c:pt idx="82">
                  <c:v>0.7373483777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3 人参考组</c:v>
          </c:tx>
          <c:spPr>
            <a:ln xmlns:a="http://schemas.openxmlformats.org/drawingml/2006/main" w="19050">
              <a:solidFill>
                <a:srgbClr val="377EB8"/>
              </a:solidFill>
            </a:ln>
          </c:spPr>
          <c:marker>
            <c:symbol val="none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0.00</c:formatCode>
                <c:ptCount val="100"/>
                <c:pt idx="0">
                  <c:v>1.2509633303</c:v>
                </c:pt>
                <c:pt idx="1">
                  <c:v>1.207734704</c:v>
                </c:pt>
                <c:pt idx="2">
                  <c:v>1.1683151722</c:v>
                </c:pt>
                <c:pt idx="3">
                  <c:v>1.133641243</c:v>
                </c:pt>
                <c:pt idx="4">
                  <c:v>1.1024879217</c:v>
                </c:pt>
                <c:pt idx="5">
                  <c:v>1.0721752644</c:v>
                </c:pt>
                <c:pt idx="6">
                  <c:v>1.0445455313</c:v>
                </c:pt>
                <c:pt idx="7">
                  <c:v>1.0202180147</c:v>
                </c:pt>
                <c:pt idx="8">
                  <c:v>0.9954071045</c:v>
                </c:pt>
                <c:pt idx="9">
                  <c:v>0.9735381007</c:v>
                </c:pt>
                <c:pt idx="10">
                  <c:v>0.9536769986</c:v>
                </c:pt>
                <c:pt idx="11">
                  <c:v>0.9358134866</c:v>
                </c:pt>
                <c:pt idx="12">
                  <c:v>0.9198679328</c:v>
                </c:pt>
                <c:pt idx="13">
                  <c:v>0.9045850635</c:v>
                </c:pt>
                <c:pt idx="14">
                  <c:v>0.8895663619</c:v>
                </c:pt>
                <c:pt idx="15">
                  <c:v>0.8783543706</c:v>
                </c:pt>
                <c:pt idx="16">
                  <c:v>0.8681533933</c:v>
                </c:pt>
                <c:pt idx="17">
                  <c:v>0.8584870696</c:v>
                </c:pt>
                <c:pt idx="18">
                  <c:v>0.8493401408</c:v>
                </c:pt>
                <c:pt idx="19">
                  <c:v>0.8416535258</c:v>
                </c:pt>
                <c:pt idx="20">
                  <c:v>0.8338104486</c:v>
                </c:pt>
                <c:pt idx="21">
                  <c:v>0.8268358111</c:v>
                </c:pt>
                <c:pt idx="22">
                  <c:v>0.8192450404</c:v>
                </c:pt>
                <c:pt idx="23">
                  <c:v>0.8125085235</c:v>
                </c:pt>
                <c:pt idx="24">
                  <c:v>0.8058670759</c:v>
                </c:pt>
                <c:pt idx="25">
                  <c:v>0.8005169034</c:v>
                </c:pt>
                <c:pt idx="26">
                  <c:v>0.7940351963</c:v>
                </c:pt>
                <c:pt idx="27">
                  <c:v>0.7870917916</c:v>
                </c:pt>
                <c:pt idx="28">
                  <c:v>0.7827666402</c:v>
                </c:pt>
                <c:pt idx="29">
                  <c:v>0.7780578136</c:v>
                </c:pt>
                <c:pt idx="30">
                  <c:v>0.7726483345</c:v>
                </c:pt>
                <c:pt idx="31">
                  <c:v>0.7681629062</c:v>
                </c:pt>
                <c:pt idx="32">
                  <c:v>0.7636266947</c:v>
                </c:pt>
                <c:pt idx="33">
                  <c:v>0.759578824</c:v>
                </c:pt>
                <c:pt idx="34">
                  <c:v>0.7571380138</c:v>
                </c:pt>
                <c:pt idx="35">
                  <c:v>0.7539854646</c:v>
                </c:pt>
                <c:pt idx="36">
                  <c:v>0.7514663339</c:v>
                </c:pt>
                <c:pt idx="37">
                  <c:v>0.7472850084</c:v>
                </c:pt>
                <c:pt idx="38">
                  <c:v>0.743796289</c:v>
                </c:pt>
                <c:pt idx="39">
                  <c:v>0.7399744391</c:v>
                </c:pt>
                <c:pt idx="40">
                  <c:v>0.7357415557</c:v>
                </c:pt>
                <c:pt idx="41">
                  <c:v>0.732154727</c:v>
                </c:pt>
                <c:pt idx="42">
                  <c:v>0.7295069695</c:v>
                </c:pt>
                <c:pt idx="43">
                  <c:v>0.7273920774</c:v>
                </c:pt>
                <c:pt idx="44">
                  <c:v>0.724876523</c:v>
                </c:pt>
                <c:pt idx="45">
                  <c:v>0.7223777175</c:v>
                </c:pt>
                <c:pt idx="46">
                  <c:v>0.7202487588</c:v>
                </c:pt>
                <c:pt idx="47">
                  <c:v>0.7181677818</c:v>
                </c:pt>
                <c:pt idx="48">
                  <c:v>0.7165514827</c:v>
                </c:pt>
                <c:pt idx="49">
                  <c:v>0.7150549293</c:v>
                </c:pt>
                <c:pt idx="50">
                  <c:v>0.7137979865</c:v>
                </c:pt>
                <c:pt idx="51">
                  <c:v>0.7114313841</c:v>
                </c:pt>
                <c:pt idx="52">
                  <c:v>0.7089091539</c:v>
                </c:pt>
                <c:pt idx="53">
                  <c:v>0.7052983642</c:v>
                </c:pt>
                <c:pt idx="54">
                  <c:v>0.7034752369</c:v>
                </c:pt>
                <c:pt idx="55">
                  <c:v>0.7016075253</c:v>
                </c:pt>
                <c:pt idx="56">
                  <c:v>0.699116528</c:v>
                </c:pt>
                <c:pt idx="57">
                  <c:v>0.6952528358</c:v>
                </c:pt>
                <c:pt idx="58">
                  <c:v>0.69364959</c:v>
                </c:pt>
                <c:pt idx="59">
                  <c:v>0.6933787465</c:v>
                </c:pt>
                <c:pt idx="60">
                  <c:v>0.6929255128</c:v>
                </c:pt>
                <c:pt idx="61">
                  <c:v>0.6922221184</c:v>
                </c:pt>
                <c:pt idx="62">
                  <c:v>0.6911215782</c:v>
                </c:pt>
                <c:pt idx="63">
                  <c:v>0.6908552051</c:v>
                </c:pt>
                <c:pt idx="64">
                  <c:v>0.6915456653</c:v>
                </c:pt>
                <c:pt idx="65">
                  <c:v>0.6906080842</c:v>
                </c:pt>
                <c:pt idx="66">
                  <c:v>0.6886869073</c:v>
                </c:pt>
                <c:pt idx="67">
                  <c:v>0.6880518794</c:v>
                </c:pt>
                <c:pt idx="68">
                  <c:v>0.6872368455</c:v>
                </c:pt>
                <c:pt idx="69">
                  <c:v>0.6862187982</c:v>
                </c:pt>
                <c:pt idx="70">
                  <c:v>0.6849280596</c:v>
                </c:pt>
                <c:pt idx="71">
                  <c:v>0.6830682755</c:v>
                </c:pt>
                <c:pt idx="72">
                  <c:v>0.6800649762</c:v>
                </c:pt>
                <c:pt idx="73">
                  <c:v>0.6779364347</c:v>
                </c:pt>
                <c:pt idx="74">
                  <c:v>0.6752842069</c:v>
                </c:pt>
                <c:pt idx="75">
                  <c:v>0.673104167</c:v>
                </c:pt>
                <c:pt idx="76">
                  <c:v>0.6708759069</c:v>
                </c:pt>
                <c:pt idx="77">
                  <c:v>0.6694792509</c:v>
                </c:pt>
                <c:pt idx="78">
                  <c:v>0.6684957743</c:v>
                </c:pt>
                <c:pt idx="79">
                  <c:v>0.6669925451</c:v>
                </c:pt>
                <c:pt idx="80">
                  <c:v>0.6674830317</c:v>
                </c:pt>
                <c:pt idx="81">
                  <c:v>0.6673616767</c:v>
                </c:pt>
                <c:pt idx="82">
                  <c:v>0.6670905352</c:v>
                </c:pt>
                <c:pt idx="83">
                  <c:v>0.6671464443</c:v>
                </c:pt>
                <c:pt idx="84">
                  <c:v>0.6674094796</c:v>
                </c:pt>
                <c:pt idx="85">
                  <c:v>0.6673068404</c:v>
                </c:pt>
                <c:pt idx="86">
                  <c:v>0.66704458</c:v>
                </c:pt>
                <c:pt idx="87">
                  <c:v>0.6665976644</c:v>
                </c:pt>
                <c:pt idx="88">
                  <c:v>0.6659616828</c:v>
                </c:pt>
                <c:pt idx="89">
                  <c:v>0.6658186316</c:v>
                </c:pt>
                <c:pt idx="90">
                  <c:v>0.6652027369</c:v>
                </c:pt>
                <c:pt idx="91">
                  <c:v>0.6642487645</c:v>
                </c:pt>
                <c:pt idx="92">
                  <c:v>0.6629524231</c:v>
                </c:pt>
                <c:pt idx="93">
                  <c:v>0.6605634093</c:v>
                </c:pt>
                <c:pt idx="94">
                  <c:v>0.6583048105</c:v>
                </c:pt>
                <c:pt idx="95">
                  <c:v>0.6564116478</c:v>
                </c:pt>
                <c:pt idx="96">
                  <c:v>0.6545262933</c:v>
                </c:pt>
                <c:pt idx="97">
                  <c:v>0.654106915</c:v>
                </c:pt>
                <c:pt idx="98">
                  <c:v>0.6528973579</c:v>
                </c:pt>
                <c:pt idx="99">
                  <c:v>0.6523430943</c:v>
                </c:pt>
              </c:numCache>
            </c:numRef>
          </c:yVal>
          <c:smooth val="0"/>
        </c:ser>
        <c:ser>
          <c:idx val="1"/>
          <c:order val="1"/>
          <c:tx>
            <c:v>5 人组</c:v>
          </c:tx>
          <c:spPr>
            <a:ln xmlns:a="http://schemas.openxmlformats.org/drawingml/2006/main" w="19050">
              <a:solidFill>
                <a:srgbClr val="FF7F00"/>
              </a:solidFill>
            </a:ln>
          </c:spPr>
          <c:marker>
            <c:symbol val="none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0.00</c:formatCode>
                <c:ptCount val="100"/>
                <c:pt idx="0">
                  <c:v>1.1314687729</c:v>
                </c:pt>
                <c:pt idx="1">
                  <c:v>1.0949554443</c:v>
                </c:pt>
                <c:pt idx="2">
                  <c:v>1.0651392937</c:v>
                </c:pt>
                <c:pt idx="3">
                  <c:v>1.0375378132</c:v>
                </c:pt>
                <c:pt idx="4">
                  <c:v>1.0130010843</c:v>
                </c:pt>
                <c:pt idx="5">
                  <c:v>0.9895125031</c:v>
                </c:pt>
                <c:pt idx="6">
                  <c:v>0.967094183</c:v>
                </c:pt>
                <c:pt idx="7">
                  <c:v>0.9455154538</c:v>
                </c:pt>
                <c:pt idx="8">
                  <c:v>0.9269754887</c:v>
                </c:pt>
                <c:pt idx="9">
                  <c:v>0.9094087481</c:v>
                </c:pt>
                <c:pt idx="10">
                  <c:v>0.895119071</c:v>
                </c:pt>
                <c:pt idx="11">
                  <c:v>0.8832146525</c:v>
                </c:pt>
                <c:pt idx="12">
                  <c:v>0.8718467951</c:v>
                </c:pt>
                <c:pt idx="13">
                  <c:v>0.8600577712</c:v>
                </c:pt>
                <c:pt idx="14">
                  <c:v>0.8496974707</c:v>
                </c:pt>
                <c:pt idx="15">
                  <c:v>0.8416298628</c:v>
                </c:pt>
                <c:pt idx="16">
                  <c:v>0.8338491917</c:v>
                </c:pt>
                <c:pt idx="17">
                  <c:v>0.8257212639</c:v>
                </c:pt>
                <c:pt idx="18">
                  <c:v>0.8185543418</c:v>
                </c:pt>
                <c:pt idx="19">
                  <c:v>0.812949121</c:v>
                </c:pt>
                <c:pt idx="20">
                  <c:v>0.8069555759</c:v>
                </c:pt>
                <c:pt idx="21">
                  <c:v>0.8019630313</c:v>
                </c:pt>
                <c:pt idx="22">
                  <c:v>0.7968019843</c:v>
                </c:pt>
                <c:pt idx="23">
                  <c:v>0.792247951</c:v>
                </c:pt>
                <c:pt idx="24">
                  <c:v>0.7855898142</c:v>
                </c:pt>
                <c:pt idx="25">
                  <c:v>0.7807664275</c:v>
                </c:pt>
                <c:pt idx="26">
                  <c:v>0.7751097679</c:v>
                </c:pt>
                <c:pt idx="27">
                  <c:v>0.7700073123</c:v>
                </c:pt>
                <c:pt idx="28">
                  <c:v>0.7661474347</c:v>
                </c:pt>
                <c:pt idx="29">
                  <c:v>0.7631365657</c:v>
                </c:pt>
                <c:pt idx="30">
                  <c:v>0.7578816414</c:v>
                </c:pt>
                <c:pt idx="31">
                  <c:v>0.7540349364</c:v>
                </c:pt>
                <c:pt idx="32">
                  <c:v>0.7507529259</c:v>
                </c:pt>
                <c:pt idx="33">
                  <c:v>0.7478545308</c:v>
                </c:pt>
                <c:pt idx="34">
                  <c:v>0.7457300425</c:v>
                </c:pt>
                <c:pt idx="35">
                  <c:v>0.7424883246</c:v>
                </c:pt>
                <c:pt idx="36">
                  <c:v>0.7402042747</c:v>
                </c:pt>
                <c:pt idx="37">
                  <c:v>0.7364225388</c:v>
                </c:pt>
                <c:pt idx="38">
                  <c:v>0.7330631614</c:v>
                </c:pt>
                <c:pt idx="39">
                  <c:v>0.7306094766</c:v>
                </c:pt>
                <c:pt idx="40">
                  <c:v>0.7272763252</c:v>
                </c:pt>
                <c:pt idx="41">
                  <c:v>0.7247124314</c:v>
                </c:pt>
                <c:pt idx="42">
                  <c:v>0.7220912576</c:v>
                </c:pt>
                <c:pt idx="43">
                  <c:v>0.7208122015</c:v>
                </c:pt>
                <c:pt idx="44">
                  <c:v>0.7176650763</c:v>
                </c:pt>
                <c:pt idx="45">
                  <c:v>0.7149867415</c:v>
                </c:pt>
                <c:pt idx="46">
                  <c:v>0.713565588</c:v>
                </c:pt>
                <c:pt idx="47">
                  <c:v>0.7116112709</c:v>
                </c:pt>
                <c:pt idx="48">
                  <c:v>0.7112336159</c:v>
                </c:pt>
                <c:pt idx="49">
                  <c:v>0.709749639</c:v>
                </c:pt>
                <c:pt idx="50">
                  <c:v>0.7077317238</c:v>
                </c:pt>
                <c:pt idx="51">
                  <c:v>0.7052710056</c:v>
                </c:pt>
                <c:pt idx="52">
                  <c:v>0.7025765777</c:v>
                </c:pt>
                <c:pt idx="53">
                  <c:v>0.6988196373</c:v>
                </c:pt>
                <c:pt idx="54">
                  <c:v>0.6974315643</c:v>
                </c:pt>
                <c:pt idx="55">
                  <c:v>0.6969873905</c:v>
                </c:pt>
                <c:pt idx="56">
                  <c:v>0.6960490346</c:v>
                </c:pt>
                <c:pt idx="57">
                  <c:v>0.6928162575</c:v>
                </c:pt>
                <c:pt idx="58">
                  <c:v>0.6915851235</c:v>
                </c:pt>
                <c:pt idx="59">
                  <c:v>0.6914926767</c:v>
                </c:pt>
                <c:pt idx="60">
                  <c:v>0.6917853355</c:v>
                </c:pt>
                <c:pt idx="61">
                  <c:v>0.6904860735</c:v>
                </c:pt>
                <c:pt idx="62">
                  <c:v>0.6902732253</c:v>
                </c:pt>
                <c:pt idx="63">
                  <c:v>0.6892248988</c:v>
                </c:pt>
                <c:pt idx="64">
                  <c:v>0.6890040636</c:v>
                </c:pt>
                <c:pt idx="65">
                  <c:v>0.6871957183</c:v>
                </c:pt>
                <c:pt idx="66">
                  <c:v>0.6847073436</c:v>
                </c:pt>
                <c:pt idx="67">
                  <c:v>0.6835415959</c:v>
                </c:pt>
                <c:pt idx="68">
                  <c:v>0.6818147898</c:v>
                </c:pt>
                <c:pt idx="69">
                  <c:v>0.6811437011</c:v>
                </c:pt>
                <c:pt idx="70">
                  <c:v>0.6804808378</c:v>
                </c:pt>
                <c:pt idx="71">
                  <c:v>0.6795685887</c:v>
                </c:pt>
                <c:pt idx="72">
                  <c:v>0.6793405414</c:v>
                </c:pt>
                <c:pt idx="73">
                  <c:v>0.6785724163</c:v>
                </c:pt>
                <c:pt idx="74">
                  <c:v>0.677292645</c:v>
                </c:pt>
                <c:pt idx="75">
                  <c:v>0.6760291457</c:v>
                </c:pt>
                <c:pt idx="76">
                  <c:v>0.675462544</c:v>
                </c:pt>
                <c:pt idx="77">
                  <c:v>0.6747714877</c:v>
                </c:pt>
                <c:pt idx="78">
                  <c:v>0.6736193299</c:v>
                </c:pt>
                <c:pt idx="79">
                  <c:v>0.6723288298</c:v>
                </c:pt>
                <c:pt idx="80">
                  <c:v>0.6717941761</c:v>
                </c:pt>
                <c:pt idx="81">
                  <c:v>0.6720894575</c:v>
                </c:pt>
                <c:pt idx="82">
                  <c:v>0.6720481515</c:v>
                </c:pt>
                <c:pt idx="83">
                  <c:v>0.6718556285</c:v>
                </c:pt>
                <c:pt idx="84">
                  <c:v>0.6716674566</c:v>
                </c:pt>
                <c:pt idx="85">
                  <c:v>0.6720184088</c:v>
                </c:pt>
                <c:pt idx="86">
                  <c:v>0.6724988222</c:v>
                </c:pt>
                <c:pt idx="87">
                  <c:v>0.672078073</c:v>
                </c:pt>
                <c:pt idx="88">
                  <c:v>0.6719494462</c:v>
                </c:pt>
                <c:pt idx="89">
                  <c:v>0.6726231575</c:v>
                </c:pt>
                <c:pt idx="90">
                  <c:v>0.6729068756</c:v>
                </c:pt>
                <c:pt idx="91">
                  <c:v>0.673563242</c:v>
                </c:pt>
                <c:pt idx="92">
                  <c:v>0.6725210547</c:v>
                </c:pt>
                <c:pt idx="93">
                  <c:v>0.6721960902</c:v>
                </c:pt>
                <c:pt idx="94">
                  <c:v>0.6717644334</c:v>
                </c:pt>
                <c:pt idx="95">
                  <c:v>0.6706818342</c:v>
                </c:pt>
                <c:pt idx="96">
                  <c:v>0.6699035764</c:v>
                </c:pt>
                <c:pt idx="97">
                  <c:v>0.6689581871</c:v>
                </c:pt>
                <c:pt idx="98">
                  <c:v>0.6670277119</c:v>
                </c:pt>
                <c:pt idx="99">
                  <c:v>0.6662688255</c:v>
                </c:pt>
              </c:numCache>
            </c:numRef>
          </c:yVal>
          <c:smooth val="0"/>
        </c:ser>
        <c:ser>
          <c:idx val="2"/>
          <c:order val="2"/>
          <c:tx>
            <c:v>10 人组</c:v>
          </c:tx>
          <c:spPr>
            <a:ln xmlns:a="http://schemas.openxmlformats.org/drawingml/2006/main" w="19050">
              <a:solidFill>
                <a:srgbClr val="4DAF4A"/>
              </a:solidFill>
            </a:ln>
          </c:spPr>
          <c:marker>
            <c:symbol val="none"/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0.00</c:formatCode>
                <c:ptCount val="100"/>
                <c:pt idx="0">
                  <c:v>0.982352078</c:v>
                </c:pt>
                <c:pt idx="1">
                  <c:v>0.954650104</c:v>
                </c:pt>
                <c:pt idx="2">
                  <c:v>0.9301823974</c:v>
                </c:pt>
                <c:pt idx="3">
                  <c:v>0.907314539</c:v>
                </c:pt>
                <c:pt idx="4">
                  <c:v>0.8871856928</c:v>
                </c:pt>
                <c:pt idx="5">
                  <c:v>0.8697327971</c:v>
                </c:pt>
                <c:pt idx="6">
                  <c:v>0.8531864882</c:v>
                </c:pt>
                <c:pt idx="7">
                  <c:v>0.8371241093</c:v>
                </c:pt>
                <c:pt idx="8">
                  <c:v>0.8208889365</c:v>
                </c:pt>
                <c:pt idx="9">
                  <c:v>0.8067592382</c:v>
                </c:pt>
                <c:pt idx="10">
                  <c:v>0.7952742577</c:v>
                </c:pt>
                <c:pt idx="11">
                  <c:v>0.7850292921</c:v>
                </c:pt>
                <c:pt idx="12">
                  <c:v>0.7761913538</c:v>
                </c:pt>
                <c:pt idx="13">
                  <c:v>0.7681232691</c:v>
                </c:pt>
                <c:pt idx="14">
                  <c:v>0.7610840797</c:v>
                </c:pt>
                <c:pt idx="15">
                  <c:v>0.7546050549</c:v>
                </c:pt>
                <c:pt idx="16">
                  <c:v>0.7485388517</c:v>
                </c:pt>
                <c:pt idx="17">
                  <c:v>0.7424896359</c:v>
                </c:pt>
                <c:pt idx="18">
                  <c:v>0.7372850776</c:v>
                </c:pt>
                <c:pt idx="19">
                  <c:v>0.7323697209</c:v>
                </c:pt>
                <c:pt idx="20">
                  <c:v>0.727037251</c:v>
                </c:pt>
                <c:pt idx="21">
                  <c:v>0.7226172686</c:v>
                </c:pt>
                <c:pt idx="22">
                  <c:v>0.7194499969</c:v>
                </c:pt>
                <c:pt idx="23">
                  <c:v>0.7157686353</c:v>
                </c:pt>
                <c:pt idx="24">
                  <c:v>0.7124625444</c:v>
                </c:pt>
                <c:pt idx="25">
                  <c:v>0.7098633051</c:v>
                </c:pt>
                <c:pt idx="26">
                  <c:v>0.7073791027</c:v>
                </c:pt>
                <c:pt idx="27">
                  <c:v>0.704882741</c:v>
                </c:pt>
                <c:pt idx="28">
                  <c:v>0.7027330399</c:v>
                </c:pt>
                <c:pt idx="29">
                  <c:v>0.7009456754</c:v>
                </c:pt>
                <c:pt idx="30">
                  <c:v>0.6990711093</c:v>
                </c:pt>
                <c:pt idx="31">
                  <c:v>0.6975579262</c:v>
                </c:pt>
                <c:pt idx="32">
                  <c:v>0.6958585978</c:v>
                </c:pt>
                <c:pt idx="33">
                  <c:v>0.6941635013</c:v>
                </c:pt>
                <c:pt idx="34">
                  <c:v>0.6928300858</c:v>
                </c:pt>
                <c:pt idx="35">
                  <c:v>0.691518724</c:v>
                </c:pt>
                <c:pt idx="36">
                  <c:v>0.6907715797</c:v>
                </c:pt>
                <c:pt idx="37">
                  <c:v>0.689645052</c:v>
                </c:pt>
                <c:pt idx="38">
                  <c:v>0.6879749298</c:v>
                </c:pt>
                <c:pt idx="39">
                  <c:v>0.6866461635</c:v>
                </c:pt>
                <c:pt idx="40">
                  <c:v>0.6855269074</c:v>
                </c:pt>
                <c:pt idx="41">
                  <c:v>0.6845360994</c:v>
                </c:pt>
                <c:pt idx="42">
                  <c:v>0.6834849715</c:v>
                </c:pt>
                <c:pt idx="43">
                  <c:v>0.6826822758</c:v>
                </c:pt>
                <c:pt idx="44">
                  <c:v>0.681671679</c:v>
                </c:pt>
                <c:pt idx="45">
                  <c:v>0.6809353232</c:v>
                </c:pt>
                <c:pt idx="46">
                  <c:v>0.680680275</c:v>
                </c:pt>
                <c:pt idx="47">
                  <c:v>0.6807789803</c:v>
                </c:pt>
                <c:pt idx="48">
                  <c:v>0.6806917787</c:v>
                </c:pt>
                <c:pt idx="49">
                  <c:v>0.6802952886</c:v>
                </c:pt>
                <c:pt idx="50">
                  <c:v>0.6800943613</c:v>
                </c:pt>
                <c:pt idx="51">
                  <c:v>0.6795740128</c:v>
                </c:pt>
                <c:pt idx="52">
                  <c:v>0.6790403128</c:v>
                </c:pt>
                <c:pt idx="53">
                  <c:v>0.6783803105</c:v>
                </c:pt>
                <c:pt idx="54">
                  <c:v>0.6780572534</c:v>
                </c:pt>
                <c:pt idx="55">
                  <c:v>0.6776143312</c:v>
                </c:pt>
                <c:pt idx="56">
                  <c:v>0.6771224737</c:v>
                </c:pt>
                <c:pt idx="57">
                  <c:v>0.6764627695</c:v>
                </c:pt>
                <c:pt idx="58">
                  <c:v>0.6761264205</c:v>
                </c:pt>
                <c:pt idx="59">
                  <c:v>0.6760852337</c:v>
                </c:pt>
                <c:pt idx="60">
                  <c:v>0.6755886674</c:v>
                </c:pt>
                <c:pt idx="61">
                  <c:v>0.6751853824</c:v>
                </c:pt>
                <c:pt idx="62">
                  <c:v>0.6750939488</c:v>
                </c:pt>
                <c:pt idx="63">
                  <c:v>0.674960494</c:v>
                </c:pt>
                <c:pt idx="64">
                  <c:v>0.6749768257</c:v>
                </c:pt>
                <c:pt idx="65">
                  <c:v>0.674659729</c:v>
                </c:pt>
                <c:pt idx="66">
                  <c:v>0.6743952036</c:v>
                </c:pt>
                <c:pt idx="67">
                  <c:v>0.6743575931</c:v>
                </c:pt>
                <c:pt idx="68">
                  <c:v>0.674169302</c:v>
                </c:pt>
                <c:pt idx="69">
                  <c:v>0.6740914583</c:v>
                </c:pt>
                <c:pt idx="70">
                  <c:v>0.6740803719</c:v>
                </c:pt>
                <c:pt idx="71">
                  <c:v>0.6742208004</c:v>
                </c:pt>
                <c:pt idx="72">
                  <c:v>0.6741924286</c:v>
                </c:pt>
                <c:pt idx="73">
                  <c:v>0.6739013791</c:v>
                </c:pt>
                <c:pt idx="74">
                  <c:v>0.6736053228</c:v>
                </c:pt>
                <c:pt idx="75">
                  <c:v>0.6733350754</c:v>
                </c:pt>
                <c:pt idx="76">
                  <c:v>0.6729412079</c:v>
                </c:pt>
                <c:pt idx="77">
                  <c:v>0.6726612449</c:v>
                </c:pt>
                <c:pt idx="78">
                  <c:v>0.6722656488</c:v>
                </c:pt>
                <c:pt idx="79">
                  <c:v>0.6717980504</c:v>
                </c:pt>
                <c:pt idx="80">
                  <c:v>0.6716268063</c:v>
                </c:pt>
                <c:pt idx="81">
                  <c:v>0.6713598967</c:v>
                </c:pt>
                <c:pt idx="82">
                  <c:v>0.6713092327</c:v>
                </c:pt>
                <c:pt idx="83">
                  <c:v>0.6713222265</c:v>
                </c:pt>
                <c:pt idx="84">
                  <c:v>0.6711140871</c:v>
                </c:pt>
                <c:pt idx="85">
                  <c:v>0.6707600951</c:v>
                </c:pt>
                <c:pt idx="86">
                  <c:v>0.6703112125</c:v>
                </c:pt>
                <c:pt idx="87">
                  <c:v>0.6696935892</c:v>
                </c:pt>
                <c:pt idx="88">
                  <c:v>0.6693553925</c:v>
                </c:pt>
                <c:pt idx="89">
                  <c:v>0.669398725</c:v>
                </c:pt>
                <c:pt idx="90">
                  <c:v>0.669255197</c:v>
                </c:pt>
                <c:pt idx="91">
                  <c:v>0.6693989038</c:v>
                </c:pt>
                <c:pt idx="92">
                  <c:v>0.6692048311</c:v>
                </c:pt>
                <c:pt idx="93">
                  <c:v>0.6688073874</c:v>
                </c:pt>
                <c:pt idx="94">
                  <c:v>0.6686395407</c:v>
                </c:pt>
                <c:pt idx="95">
                  <c:v>0.668541491</c:v>
                </c:pt>
                <c:pt idx="96">
                  <c:v>0.6683869958</c:v>
                </c:pt>
                <c:pt idx="97">
                  <c:v>0.6683138013</c:v>
                </c:pt>
                <c:pt idx="98">
                  <c:v>0.668122232</c:v>
                </c:pt>
                <c:pt idx="99">
                  <c:v>0.6678248048</c:v>
                </c:pt>
              </c:numCache>
            </c:numRef>
          </c:yVal>
          <c:smooth val="0"/>
        </c:ser>
        <c:ser>
          <c:idx val="3"/>
          <c:order val="3"/>
          <c:tx>
            <c:v>20 人组</c:v>
          </c:tx>
          <c:spPr>
            <a:ln xmlns:a="http://schemas.openxmlformats.org/drawingml/2006/main" w="19050">
              <a:solidFill>
                <a:srgbClr val="984EA3"/>
              </a:solidFill>
            </a:ln>
          </c:spPr>
          <c:marker>
            <c:symbol val="none"/>
          </c:marker>
          <c:xVal>
            <c:numRef>
              <c:f>'Chart Data'!$G$2:$G$101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Data'!$H$2:$H$101</c:f>
              <c:numCache>
                <c:formatCode>0.00</c:formatCode>
                <c:ptCount val="100"/>
                <c:pt idx="0">
                  <c:v>0.8262582421</c:v>
                </c:pt>
                <c:pt idx="1">
                  <c:v>0.8040970564</c:v>
                </c:pt>
                <c:pt idx="2">
                  <c:v>0.7835472226</c:v>
                </c:pt>
                <c:pt idx="3">
                  <c:v>0.7644414902</c:v>
                </c:pt>
                <c:pt idx="4">
                  <c:v>0.7472415566</c:v>
                </c:pt>
                <c:pt idx="5">
                  <c:v>0.7314608693</c:v>
                </c:pt>
                <c:pt idx="6">
                  <c:v>0.7188630104</c:v>
                </c:pt>
                <c:pt idx="7">
                  <c:v>0.7057329416</c:v>
                </c:pt>
                <c:pt idx="8">
                  <c:v>0.6948484182</c:v>
                </c:pt>
                <c:pt idx="9">
                  <c:v>0.6860208511</c:v>
                </c:pt>
                <c:pt idx="10">
                  <c:v>0.6780662537</c:v>
                </c:pt>
                <c:pt idx="11">
                  <c:v>0.6714857817</c:v>
                </c:pt>
                <c:pt idx="12">
                  <c:v>0.6647680402</c:v>
                </c:pt>
                <c:pt idx="13">
                  <c:v>0.6589423418</c:v>
                </c:pt>
                <c:pt idx="14">
                  <c:v>0.6540373564</c:v>
                </c:pt>
                <c:pt idx="15">
                  <c:v>0.6496785879</c:v>
                </c:pt>
                <c:pt idx="16">
                  <c:v>0.6451122165</c:v>
                </c:pt>
                <c:pt idx="17">
                  <c:v>0.6417169571</c:v>
                </c:pt>
                <c:pt idx="18">
                  <c:v>0.6393066049</c:v>
                </c:pt>
                <c:pt idx="19">
                  <c:v>0.6376877427</c:v>
                </c:pt>
                <c:pt idx="20">
                  <c:v>0.6357802749</c:v>
                </c:pt>
                <c:pt idx="21">
                  <c:v>0.6341096163</c:v>
                </c:pt>
                <c:pt idx="22">
                  <c:v>0.6330426335</c:v>
                </c:pt>
                <c:pt idx="23">
                  <c:v>0.6318881512</c:v>
                </c:pt>
                <c:pt idx="24">
                  <c:v>0.630651474</c:v>
                </c:pt>
                <c:pt idx="25">
                  <c:v>0.6300520897</c:v>
                </c:pt>
                <c:pt idx="26">
                  <c:v>0.6288257241</c:v>
                </c:pt>
                <c:pt idx="27">
                  <c:v>0.6277888417</c:v>
                </c:pt>
                <c:pt idx="28">
                  <c:v>0.6271107793</c:v>
                </c:pt>
                <c:pt idx="29">
                  <c:v>0.6266543865</c:v>
                </c:pt>
                <c:pt idx="30">
                  <c:v>0.6260604262</c:v>
                </c:pt>
                <c:pt idx="31">
                  <c:v>0.6257098317</c:v>
                </c:pt>
                <c:pt idx="32">
                  <c:v>0.6253454089</c:v>
                </c:pt>
                <c:pt idx="33">
                  <c:v>0.6250109076</c:v>
                </c:pt>
                <c:pt idx="34">
                  <c:v>0.6247130632</c:v>
                </c:pt>
                <c:pt idx="35">
                  <c:v>0.6245678067</c:v>
                </c:pt>
                <c:pt idx="36">
                  <c:v>0.6245864034</c:v>
                </c:pt>
                <c:pt idx="37">
                  <c:v>0.6243329644</c:v>
                </c:pt>
                <c:pt idx="38">
                  <c:v>0.6240566373</c:v>
                </c:pt>
                <c:pt idx="39">
                  <c:v>0.623840034</c:v>
                </c:pt>
                <c:pt idx="40">
                  <c:v>0.6236297488</c:v>
                </c:pt>
                <c:pt idx="41">
                  <c:v>0.6233012676</c:v>
                </c:pt>
                <c:pt idx="42">
                  <c:v>0.6229822636</c:v>
                </c:pt>
                <c:pt idx="43">
                  <c:v>0.6229935288</c:v>
                </c:pt>
                <c:pt idx="44">
                  <c:v>0.6228128076</c:v>
                </c:pt>
                <c:pt idx="45">
                  <c:v>0.6227502823</c:v>
                </c:pt>
                <c:pt idx="46">
                  <c:v>0.6228232384</c:v>
                </c:pt>
                <c:pt idx="47">
                  <c:v>0.6227802038</c:v>
                </c:pt>
                <c:pt idx="48">
                  <c:v>0.6228020787</c:v>
                </c:pt>
                <c:pt idx="49">
                  <c:v>0.6227753758</c:v>
                </c:pt>
                <c:pt idx="50">
                  <c:v>0.6226811409</c:v>
                </c:pt>
                <c:pt idx="51">
                  <c:v>0.622574687</c:v>
                </c:pt>
                <c:pt idx="52">
                  <c:v>0.622494638</c:v>
                </c:pt>
                <c:pt idx="53">
                  <c:v>0.6223416328</c:v>
                </c:pt>
                <c:pt idx="54">
                  <c:v>0.6221752763</c:v>
                </c:pt>
                <c:pt idx="55">
                  <c:v>0.62220186</c:v>
                </c:pt>
                <c:pt idx="56">
                  <c:v>0.6220928431</c:v>
                </c:pt>
                <c:pt idx="57">
                  <c:v>0.6220205426</c:v>
                </c:pt>
                <c:pt idx="58">
                  <c:v>0.6220415831</c:v>
                </c:pt>
                <c:pt idx="59">
                  <c:v>0.6221083403</c:v>
                </c:pt>
                <c:pt idx="60">
                  <c:v>0.6220326424</c:v>
                </c:pt>
                <c:pt idx="61">
                  <c:v>0.6218936443</c:v>
                </c:pt>
                <c:pt idx="62">
                  <c:v>0.6217710376</c:v>
                </c:pt>
                <c:pt idx="63">
                  <c:v>0.6218232512</c:v>
                </c:pt>
                <c:pt idx="64">
                  <c:v>0.6216400266</c:v>
                </c:pt>
                <c:pt idx="65">
                  <c:v>0.6215283275</c:v>
                </c:pt>
                <c:pt idx="66">
                  <c:v>0.6211410761</c:v>
                </c:pt>
                <c:pt idx="67">
                  <c:v>0.6211168766</c:v>
                </c:pt>
                <c:pt idx="68">
                  <c:v>0.6207196712</c:v>
                </c:pt>
                <c:pt idx="69">
                  <c:v>0.620552063</c:v>
                </c:pt>
                <c:pt idx="70">
                  <c:v>0.6203963161</c:v>
                </c:pt>
                <c:pt idx="71">
                  <c:v>0.62030375</c:v>
                </c:pt>
                <c:pt idx="72">
                  <c:v>0.6199769974</c:v>
                </c:pt>
                <c:pt idx="73">
                  <c:v>0.6196511984</c:v>
                </c:pt>
                <c:pt idx="74">
                  <c:v>0.6194272041</c:v>
                </c:pt>
                <c:pt idx="75">
                  <c:v>0.6193118095</c:v>
                </c:pt>
                <c:pt idx="76">
                  <c:v>0.6189624667</c:v>
                </c:pt>
                <c:pt idx="77">
                  <c:v>0.6183766723</c:v>
                </c:pt>
                <c:pt idx="78">
                  <c:v>0.6178241968</c:v>
                </c:pt>
                <c:pt idx="79">
                  <c:v>0.617439568</c:v>
                </c:pt>
                <c:pt idx="80">
                  <c:v>0.6170778871</c:v>
                </c:pt>
                <c:pt idx="81">
                  <c:v>0.6167141795</c:v>
                </c:pt>
                <c:pt idx="82">
                  <c:v>0.6165583134</c:v>
                </c:pt>
                <c:pt idx="83">
                  <c:v>0.6164706945</c:v>
                </c:pt>
                <c:pt idx="84">
                  <c:v>0.6163423061</c:v>
                </c:pt>
                <c:pt idx="85">
                  <c:v>0.6160954237</c:v>
                </c:pt>
                <c:pt idx="86">
                  <c:v>0.6157756448</c:v>
                </c:pt>
                <c:pt idx="87">
                  <c:v>0.6155136228</c:v>
                </c:pt>
                <c:pt idx="88">
                  <c:v>0.615100503</c:v>
                </c:pt>
                <c:pt idx="89">
                  <c:v>0.6145974994</c:v>
                </c:pt>
                <c:pt idx="90">
                  <c:v>0.6141473651</c:v>
                </c:pt>
                <c:pt idx="91">
                  <c:v>0.6141497493</c:v>
                </c:pt>
                <c:pt idx="92">
                  <c:v>0.6141124964</c:v>
                </c:pt>
                <c:pt idx="93">
                  <c:v>0.6138430834</c:v>
                </c:pt>
                <c:pt idx="94">
                  <c:v>0.6136385798</c:v>
                </c:pt>
                <c:pt idx="95">
                  <c:v>0.6132777929</c:v>
                </c:pt>
                <c:pt idx="96">
                  <c:v>0.6128252745</c:v>
                </c:pt>
                <c:pt idx="97">
                  <c:v>0.6122818589</c:v>
                </c:pt>
                <c:pt idx="98">
                  <c:v>0.6117476225</c:v>
                </c:pt>
                <c:pt idx="99">
                  <c:v>0.6115164161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81753-E016-412A-96CB-2EC67B0E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EEGConformer</a:t>
            </a:r>
          </a:p>
          <a:p xmlns:a="http://schemas.openxmlformats.org/drawingml/2006/main">
            <a:pPr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预训练数据量实验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6F82B-6DDB-4A53-9D75-4160625A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rPr>
              <a:t>3、5、10、20 名预训练被试</a:t>
            </a:r>
          </a:p>
          <a:p xmlns:a="http://schemas.openxmlformats.org/drawingml/2006/main">
            <a:pPr>
              <a:def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DFEAF0"/>
                </a:solidFill>
                <a:latin typeface="Microsoft YaHei"/>
                <a:ea typeface="Microsoft YaHei"/>
                <a:cs typeface="Microsoft YaHei"/>
              </a:rPr>
              <a:t>统一在 S21 上微调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AB236-BCC2-4B43-A34C-394B205D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673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rPr>
              <a:t>ME 拇指 / 小指二分类   depth=1   3 秒窗口</a:t>
            </a:r>
          </a:p>
          <a:p xmlns:a="http://schemas.openxmlformats.org/drawingml/2006/main">
            <a:pPr>
              <a:def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8E0"/>
                </a:solidFill>
                <a:latin typeface="Microsoft YaHei"/>
                <a:ea typeface="Microsoft YaHei"/>
                <a:cs typeface="Microsoft YaHei"/>
              </a:rPr>
              <a:t>单次实验，seed=42   2026-10-21</a:t>
            </a:r>
          </a:p>
        </p:txBody>
      </p:sp>
    </p:spTree>
    <p:extLst>
      <p:ext uri="{BB962C8B-B14F-4D97-AF65-F5344CB8AC3E}">
        <p14:creationId xmlns:p14="http://schemas.microsoft.com/office/powerpoint/2010/main" val="17375270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C1A2E-887E-4676-A37A-0D648854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四组预训练与统一目标被试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F62E4-D750-4807-A7DB-33B7868E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BA44D-C52B-423D-8EB3-DACFF36F9F5F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048000"/>
                <a:gridCol w="3333750"/>
                <a:gridCol w="2286000"/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组别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预训练被试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预训练来源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微调目标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人参考组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S01、S02、S05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 seed=42 权重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S21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人组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S01–S05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本轮新训练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S21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人组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S01–S10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本轮新训练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S21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人组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S01–S20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本轮新训练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S21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98782-4115-4EE9-AB4B-566C7EE9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仅使用当前宽带 EEGConformer baseline。四组都重新在 S21 上微调，旧 S20 结果不参与比较。</a:t>
            </a:r>
          </a:p>
        </p:txBody>
      </p:sp>
    </p:spTree>
    <p:extLst>
      <p:ext uri="{BB962C8B-B14F-4D97-AF65-F5344CB8AC3E}">
        <p14:creationId xmlns:p14="http://schemas.microsoft.com/office/powerpoint/2010/main" val="4709754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72F42-FD8D-4F46-A69A-0F1095A9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实际预训练数据量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5F6F4-2DBC-4AE8-8FF3-BE2C7F9B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6243D-C974-49E9-87C1-17BBB6F62C42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571750"/>
                <a:gridCol w="2857500"/>
                <a:gridCol w="314325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组别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MAT 文件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Trial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全部有效窗口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人参考组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288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4,864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21,396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人组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8,064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34,961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人组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962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16,104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68,876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人组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1,908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31,924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134,816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6D1ED-30A8-46A8-B563-6DDB866F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S21：16 个 Base 文件，320 个平衡 trial，330 个有效窗口。</a:t>
            </a:r>
          </a:p>
          <a:p xmlns:a="http://schemas.openxmlformats.org/drawingml/2006/main">
            <a:pPr>
              <a:defRPr sz="19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四组共用相同 80/20 trial 划分，验证窗口均为 68 个。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7CF8B-1AED-4DF0-9E1E-F8A394FC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预训练使用离线 ME 与在线 Session 1/2。先划分 trial 再分窗，重叠窗口不跨训练与验证集。</a:t>
            </a:r>
          </a:p>
        </p:txBody>
      </p:sp>
    </p:spTree>
    <p:extLst>
      <p:ext uri="{BB962C8B-B14F-4D97-AF65-F5344CB8AC3E}">
        <p14:creationId xmlns:p14="http://schemas.microsoft.com/office/powerpoint/2010/main" val="614602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09AC6-90E5-4E16-8A2E-C086B561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模型与训练设置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A6E5F-2B1B-466A-B6D3-7FE9FC62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AEBFB-8277-40DA-B1D6-8246F2C2C3AE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095750"/>
                <a:gridCol w="4286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</a:t>
                      </a:r>
                    </a:p>
                  </a:txBody>
                  <a:tcPr marL="133350" marR="133350" marT="66675" marB="66675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</a:t>
                      </a:r>
                    </a:p>
                  </a:txBody>
                  <a:tcPr marL="133350" marR="133350" marT="66675" marB="66675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S21 微调</a:t>
                      </a:r>
                    </a:p>
                  </a:txBody>
                  <a:tcPr marL="133350" marR="133350" marT="66675" marB="66675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133350" marR="133350" marT="66675" marB="66675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EEGConformer，depth=1</a:t>
                      </a:r>
                    </a:p>
                  </a:txBody>
                  <a:tcPr marL="133350" marR="133350" marT="66675" marB="6667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相同模型与预训练权重</a:t>
                      </a:r>
                    </a:p>
                  </a:txBody>
                  <a:tcPr marL="133350" marR="133350" marT="66675" marB="6667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133350" marR="133350" marT="66675" marB="66675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 × 300 × 1，4–40 Hz</a:t>
                      </a:r>
                    </a:p>
                  </a:txBody>
                  <a:tcPr marL="133350" marR="133350" marT="66675" marB="6667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相同预处理</a:t>
                      </a:r>
                    </a:p>
                  </a:txBody>
                  <a:tcPr marL="133350" marR="133350" marT="66675" marB="6667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最大轮数 / Batch</a:t>
                      </a:r>
                    </a:p>
                  </a:txBody>
                  <a:tcPr marL="133350" marR="133350" marT="66675" marB="66675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 / 32</a:t>
                      </a:r>
                    </a:p>
                  </a:txBody>
                  <a:tcPr marL="133350" marR="133350" marT="66675" marB="6667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/ 32</a:t>
                      </a:r>
                    </a:p>
                  </a:txBody>
                  <a:tcPr marL="133350" marR="133350" marT="66675" marB="6667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Adam 学习率 / Dropout</a:t>
                      </a:r>
                    </a:p>
                  </a:txBody>
                  <a:tcPr marL="133350" marR="133350" marT="66675" marB="66675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0.0005 / 0.5</a:t>
                      </a:r>
                    </a:p>
                  </a:txBody>
                  <a:tcPr marL="133350" marR="133350" marT="66675" marB="6667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0.00005 / 0.65</a:t>
                      </a:r>
                    </a:p>
                  </a:txBody>
                  <a:tcPr marL="133350" marR="133350" marT="66675" marB="6667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可训练层</a:t>
                      </a:r>
                    </a:p>
                  </a:txBody>
                  <a:tcPr marL="133350" marR="133350" marT="66675" marB="66675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完整模型</a:t>
                      </a:r>
                    </a:p>
                  </a:txBody>
                  <a:tcPr marL="133350" marR="133350" marT="66675" marB="6667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 4 个 Dense 层</a:t>
                      </a:r>
                    </a:p>
                  </a:txBody>
                  <a:tcPr marL="133350" marR="133350" marT="66675" marB="6667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调度与早停</a:t>
                      </a:r>
                    </a:p>
                  </a:txBody>
                  <a:tcPr marL="133350" marR="133350" marT="66675" marB="66675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轮降学习率，80 轮早停</a:t>
                      </a:r>
                    </a:p>
                  </a:txBody>
                  <a:tcPr marL="133350" marR="133350" marT="66675" marB="6667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相同规则，监控 val_loss</a:t>
                      </a:r>
                    </a:p>
                  </a:txBody>
                  <a:tcPr marL="133350" marR="133350" marT="66675" marB="66675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38737-5B8E-4C36-AC89-7302DB56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保存首次达到最高验证 accuracy 的 checkpoint。Loss 为标签平滑交叉熵，smoothing=0.1。</a:t>
            </a:r>
          </a:p>
        </p:txBody>
      </p:sp>
    </p:spTree>
    <p:extLst>
      <p:ext uri="{BB962C8B-B14F-4D97-AF65-F5344CB8AC3E}">
        <p14:creationId xmlns:p14="http://schemas.microsoft.com/office/powerpoint/2010/main" val="16428522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14C1E-242D-4F15-9417-B1C9C37D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分批数据加载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7C661-4D55-4F4A-A88C-B472638B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6E0FA-3DC2-4E53-838B-575C9BC4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预处理逐文件进行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152B3-5245-4970-8C79-6AB1E648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读取一个 MAT 文件，完成 CAR、分窗、降采样、滤波与标准化。</a:t>
            </a:r>
          </a:p>
          <a:p xmlns:a="http://schemas.openxmlformats.org/drawingml/2006/main">
            <a: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每个被试的窗口缓存到磁盘，后续组别直接复用。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7BC52-F83E-4112-AD8F-0080A87E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训练每次读取 32 个窗口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6E4B5-0262-4AAA-B11D-D43FC60D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内存映射按索引读取，完整随机打乱每轮的窗口顺序。</a:t>
            </a:r>
          </a:p>
          <a:p xmlns:a="http://schemas.openxmlformats.org/drawingml/2006/main">
            <a: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预取 1 个 batch，保留末尾不足 32 个的批次。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AAB25-5949-47C8-8CD2-BC3D84E7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20 人缓存约 19.29 GiB。TensorFlow 显存分配上限 16 GiB。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3EDA0-914F-4114-8FB0-6EB08231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GPU 仅接收当前 batch。内存映射页由操作系统管理，CUDA 上下文另占少量显存。</a:t>
            </a:r>
          </a:p>
        </p:txBody>
      </p:sp>
    </p:spTree>
    <p:extLst>
      <p:ext uri="{BB962C8B-B14F-4D97-AF65-F5344CB8AC3E}">
        <p14:creationId xmlns:p14="http://schemas.microsoft.com/office/powerpoint/2010/main" val="17681216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2C8EE-B7C3-490F-83A8-BF2E9BFE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数据检查与事件修正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36298-410A-485B-8AD9-BCAC5724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D28C3-3110-4D28-9127-30CBF3A6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1,924 个选中 MAT 文件均检查了事件配对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F892B-0D7E-48CD-9515-A8FC9842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S09 的 Session 1 3class_Finetune R07 含 1 个多余 TrialEnd。</a:t>
            </a:r>
          </a:p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按事件顺序配对，记录并忽略孤立结束标记，保留全部 20 个目标 trial。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7D106-7143-4155-AD45-E8F18FF4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保留各被试实际可用运行数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3BFAF-2F1B-406B-B903-076B8E2C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S09 存在额外运行，S13 有 22 个离线 ME 文件。</a:t>
            </a:r>
          </a:p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S19 Session 2 二分类 Finetune 有 4 个文件。逐文件 SHA256 已归档。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53D1D-C0B2-4366-8324-7DEE1AEF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新旧预处理在真实文件上逐元素一致。参考模型的 4,211 个预训练验证窗口也已用新加载器复算。</a:t>
            </a:r>
          </a:p>
        </p:txBody>
      </p:sp>
    </p:spTree>
    <p:extLst>
      <p:ext uri="{BB962C8B-B14F-4D97-AF65-F5344CB8AC3E}">
        <p14:creationId xmlns:p14="http://schemas.microsoft.com/office/powerpoint/2010/main" val="5269645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2C5DE-1A94-483B-9CE6-2952792F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S21 微调结果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E4126-3D38-4683-8800-6C8D2DE9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24C53-CE28-4F09-9E62-49A6DF873272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952750"/>
                <a:gridCol w="2952750"/>
                <a:gridCol w="266700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预训练组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预训练验证 acc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S21 验证 acc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S21 对应 loss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人参考组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86.99%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55.88%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0.6849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人组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84.24%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58.82%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0.6773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人组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77.78%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64.71%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0.9824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人组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76.73%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67.65%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0.6341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A98D8-9936-41AF-AB40-85124FC6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相对 3 人参考组的 S21 差值</a:t>
            </a:r>
          </a:p>
          <a:p xmlns:a="http://schemas.openxmlformats.org/drawingml/2006/main">
            <a: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5 人组：2.94 个百分点    10 人组：8.82 个百分点    20 人组：11.76 个百分点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8584B-D716-481A-A262-6F017135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每组仅 seed=42 一次。均为最佳验证结果，没有独立测试集，也不代表重复实验均值。</a:t>
            </a:r>
          </a:p>
        </p:txBody>
      </p:sp>
    </p:spTree>
    <p:extLst>
      <p:ext uri="{BB962C8B-B14F-4D97-AF65-F5344CB8AC3E}">
        <p14:creationId xmlns:p14="http://schemas.microsoft.com/office/powerpoint/2010/main" val="920528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4D9F9-B665-4315-95F5-CF33BCBB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S21 准确率与预训练被试数量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4E180-B7FD-4DB0-8B28-9C57B4DD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845B2E3-57DA-4701-A371-FFC8F375CD42}"/>
              </a:ext>
            </a:extLst>
          </p:cNvPr>
          <p:cNvGraphicFramePr/>
          <p:nvPr/>
        </p:nvGraphicFramePr>
        <p:xfrm>
          <a:off xmlns:a="http://schemas.openxmlformats.org/drawingml/2006/main" x="666750" y="1333500"/>
          <a:ext xmlns:a="http://schemas.openxmlformats.org/drawingml/2006/main" cx="1085850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273ecff08a462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BAD83-7907-4759-B1CF-775C3246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数据量增加同时改变了被试构成。相同 epoch 下，较大数据集执行的优化步数也更多。</a:t>
            </a:r>
          </a:p>
        </p:txBody>
      </p:sp>
    </p:spTree>
    <p:extLst>
      <p:ext uri="{BB962C8B-B14F-4D97-AF65-F5344CB8AC3E}">
        <p14:creationId xmlns:p14="http://schemas.microsoft.com/office/powerpoint/2010/main" val="13378707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E414D-DD9D-4EAC-9547-CCE11417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验证 accuracy 随训练轮数变化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E52D1-F150-4E44-AB54-35698C03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ED096-C1B3-42E2-888B-806954FA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预训练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1C1A241-3C73-44CD-9857-24ACC196DBC9}"/>
              </a:ext>
            </a:extLst>
          </p:cNvPr>
          <p:cNvGraphicFramePr/>
          <p:nvPr/>
        </p:nvGraphicFramePr>
        <p:xfrm>
          <a:off xmlns:a="http://schemas.openxmlformats.org/drawingml/2006/main" x="523875" y="1743075"/>
          <a:ext xmlns:a="http://schemas.openxmlformats.org/drawingml/2006/main" cx="5476875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0484d6f796471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F8CE8-FB83-4913-ACAD-20672D7C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382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S21 微调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71CD6BCE-C200-434B-9151-6FADECCCA9EF}"/>
              </a:ext>
            </a:extLst>
          </p:cNvPr>
          <p:cNvGraphicFramePr/>
          <p:nvPr/>
        </p:nvGraphicFramePr>
        <p:xfrm>
          <a:off xmlns:a="http://schemas.openxmlformats.org/drawingml/2006/main" x="6429375" y="1743075"/>
          <a:ext xmlns:a="http://schemas.openxmlformats.org/drawingml/2006/main" cx="5476875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0c6d6bf58e4b7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549D1-43DF-4E38-B2F0-7E265079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显示每组全部已完成轮数。预训练验证集随被试范围改变，S21 验证集完全相同。</a:t>
            </a:r>
          </a:p>
        </p:txBody>
      </p:sp>
    </p:spTree>
    <p:extLst>
      <p:ext uri="{BB962C8B-B14F-4D97-AF65-F5344CB8AC3E}">
        <p14:creationId xmlns:p14="http://schemas.microsoft.com/office/powerpoint/2010/main" val="21021826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E3804-5B17-4DAE-B277-863AFB1E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验证 loss 随训练轮数变化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5F0FE-85EB-4B1A-B0C0-C1D5E85B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E363A-9021-4F02-A317-08B077E3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预训练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2AB24A2-29B6-4B40-9077-F220EA934942}"/>
              </a:ext>
            </a:extLst>
          </p:cNvPr>
          <p:cNvGraphicFramePr/>
          <p:nvPr/>
        </p:nvGraphicFramePr>
        <p:xfrm>
          <a:off xmlns:a="http://schemas.openxmlformats.org/drawingml/2006/main" x="523875" y="1743075"/>
          <a:ext xmlns:a="http://schemas.openxmlformats.org/drawingml/2006/main" cx="5476875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54065caf7f437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B27FA-0C86-4570-A57A-D5405446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382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S21 微调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5884BEA5-ED43-4503-981F-0D85F9C79982}"/>
              </a:ext>
            </a:extLst>
          </p:cNvPr>
          <p:cNvGraphicFramePr/>
          <p:nvPr/>
        </p:nvGraphicFramePr>
        <p:xfrm>
          <a:off xmlns:a="http://schemas.openxmlformats.org/drawingml/2006/main" x="6429375" y="1743075"/>
          <a:ext xmlns:a="http://schemas.openxmlformats.org/drawingml/2006/main" cx="5476875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e2b660dba94b7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F6437-BCE8-48A0-9EEC-43AE7078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显示每组全部已完成轮数。预训练验证集随被试范围改变，S21 验证集完全相同。</a:t>
            </a:r>
          </a:p>
        </p:txBody>
      </p:sp>
    </p:spTree>
    <p:extLst>
      <p:ext uri="{BB962C8B-B14F-4D97-AF65-F5344CB8AC3E}">
        <p14:creationId xmlns:p14="http://schemas.microsoft.com/office/powerpoint/2010/main" val="8095086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11ABB-0B49-45AC-9F3A-7589EC22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训练规模与实测内存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41F1D-DD2E-43F6-835A-485A365D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794B7-4CF8-4003-A283-CFF60FFD70A7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143250"/>
                <a:gridCol w="2381250"/>
                <a:gridCol w="304800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组别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预训练训练窗口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预训练轮数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进程峰值内存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人参考组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17,185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旧运行未记录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人组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28,056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7.80 GiB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人组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55,429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12.63 GiB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人组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108,111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22.14 GiB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89C2C-E545-4A9A-87FD-B167B872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峰值内存包含模型、CPU 缓冲区和内存映射驻留页。</a:t>
            </a:r>
          </a:p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按批加载避免额外创建全量训练数据 Tensor。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8B7EB-77BF-419C-9071-7EA0285F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三组新增训练均使用相同 batch=32。实测值来自训练进程 resource.ru_maxrss。</a:t>
            </a:r>
          </a:p>
        </p:txBody>
      </p:sp>
    </p:spTree>
    <p:extLst>
      <p:ext uri="{BB962C8B-B14F-4D97-AF65-F5344CB8AC3E}">
        <p14:creationId xmlns:p14="http://schemas.microsoft.com/office/powerpoint/2010/main" val="8779791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54115-A915-4ACE-8107-8EFB2F97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解读范围与复现文件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54968-A47A-41D1-8360-7C76B6B2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75F63-EEE2-407E-8772-1CCE0480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本轮是单随机种子的验证比较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CBDBE-E130-4E8D-B0FD-8A0EAD99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可以观察这四个被试集合在 S21 上的表现。</a:t>
            </a:r>
          </a:p>
          <a:p xmlns:a="http://schemas.openxmlformats.org/drawingml/2006/main">
            <a: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重复实验方差、统计显著性与独立测试性能仍需额外实验。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1A54B-871C-4DA8-8C0D-0F53B0DC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保持了模型、窗口长度与 S21 划分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4645A-2876-4093-A6B6-91961626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预训练被试构成、数据量和优化步数同时变化。</a:t>
            </a:r>
          </a:p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参考组复用旧训练的随机打乱顺序，新组使用完整 NumPy 随机排列。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36043-E348-430D-9134-061F637E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结果：conformer_scaling_S21_20261021</a:t>
            </a:r>
          </a:p>
          <a:p xmlns:a="http://schemas.openxmlformats.org/drawingml/2006/main">
            <a:pPr>
              <a:defRPr sz="180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保存 checkpoint、配置、划分、逐轮历史、数据清单和源码快照。</a:t>
            </a:r>
          </a:p>
        </p:txBody>
      </p:sp>
    </p:spTree>
    <p:extLst>
      <p:ext uri="{BB962C8B-B14F-4D97-AF65-F5344CB8AC3E}">
        <p14:creationId xmlns:p14="http://schemas.microsoft.com/office/powerpoint/2010/main" val="15690904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99B3F-68B4-4334-AAD1-B5CAA9AC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附录：完整训练与验证 accuracy 曲线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64679-8E1C-4333-932B-ACC67C96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2401D-4B4C-44C2-86A7-78C7AC23B1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602acc2e545ad"/>
          <a:stretch xmlns:a="http://schemas.openxmlformats.org/drawingml/2006/main"/>
        </p:blipFill>
        <p:spPr>
          <a:xfrm xmlns:a="http://schemas.openxmlformats.org/drawingml/2006/main">
            <a:off x="428625" y="1535906"/>
            <a:ext cx="11334750" cy="44529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328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3F531-2685-4B9C-9DA1-80A8A616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附录：完整训练与验证 loss 曲线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0BAA6-93CB-4015-9B3C-960DFE66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797F5-579F-4879-AB3C-DF207258E0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cfeb9f2d344f2"/>
          <a:stretch xmlns:a="http://schemas.openxmlformats.org/drawingml/2006/main"/>
        </p:blipFill>
        <p:spPr>
          <a:xfrm xmlns:a="http://schemas.openxmlformats.org/drawingml/2006/main">
            <a:off x="428625" y="1535906"/>
            <a:ext cx="11334750" cy="44529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40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2026-10-21T04:45:24.6760000Z</dcterms:created>
  <dcterms:modified xsi:type="dcterms:W3CDTF">2026-10-21T04:45:24.6760000Z</dcterms:modified>
</coreProperties>
</file>